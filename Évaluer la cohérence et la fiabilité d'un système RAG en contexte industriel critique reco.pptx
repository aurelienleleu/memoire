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1" r:id="rId1"/>
  </p:sldMasterIdLst>
  <p:notesMasterIdLst>
    <p:notesMasterId r:id="rId17"/>
  </p:notesMasterIdLst>
  <p:sldIdLst>
    <p:sldId id="270"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12192000"/>
  <p:embeddedFontLst>
    <p:embeddedFont>
      <p:font typeface="Barlow" panose="00000500000000000000" pitchFamily="2" charset="0"/>
      <p:regular r:id="rId18"/>
      <p:bold r:id="rId19"/>
      <p:italic r:id="rId20"/>
      <p:boldItalic r:id="rId21"/>
    </p:embeddedFont>
    <p:embeddedFont>
      <p:font typeface="Inter" panose="020B0604020202020204" charset="0"/>
      <p:regular r:id="rId22"/>
      <p:bold r:id="rId23"/>
      <p:italic r:id="rId24"/>
      <p:boldItalic r:id="rId25"/>
    </p:embeddedFont>
    <p:embeddedFont>
      <p:font typeface="Patrick Hand" panose="00000500000000000000" pitchFamily="2" charset="0"/>
      <p:regular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53027" autoAdjust="0"/>
  </p:normalViewPr>
  <p:slideViewPr>
    <p:cSldViewPr snapToGrid="0">
      <p:cViewPr varScale="1">
        <p:scale>
          <a:sx n="58" d="100"/>
          <a:sy n="58" d="100"/>
        </p:scale>
        <p:origin x="262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0" i="0" u="none" strike="noStrike" cap="none" dirty="0">
                <a:solidFill>
                  <a:schemeClr val="dk1"/>
                </a:solidFill>
                <a:effectLst/>
                <a:latin typeface="Calibri"/>
                <a:ea typeface="Calibri"/>
                <a:cs typeface="Calibri"/>
                <a:sym typeface="Calibri"/>
              </a:rPr>
              <a:t>Des chiffres faux, une question mal interprétée, paraphrasée, non traitée…  qui n'a jamais été déçu par une réponse de son système IA favori ? C'est ce que je cherche à adresser dans mon mémoire.</a:t>
            </a:r>
          </a:p>
          <a:p>
            <a:endParaRPr lang="fr-FR" dirty="0"/>
          </a:p>
        </p:txBody>
      </p:sp>
      <p:sp>
        <p:nvSpPr>
          <p:cNvPr id="4" name="Espace réservé du numéro de diapositive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89846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3" name="Google Shape;53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dirty="0"/>
              <a:t>Jury, </a:t>
            </a:r>
            <a:r>
              <a:rPr lang="fr-FR" dirty="0" err="1"/>
              <a:t>Spec</a:t>
            </a:r>
            <a:r>
              <a:rPr lang="fr-FR" dirty="0"/>
              <a:t>, présente mémoire alternance p2s </a:t>
            </a:r>
            <a:r>
              <a:rPr lang="fr-FR" dirty="0" err="1"/>
              <a:t>tp</a:t>
            </a:r>
            <a:r>
              <a:rPr lang="fr-FR" dirty="0"/>
              <a:t>. Sujet guide </a:t>
            </a:r>
            <a:r>
              <a:rPr lang="fr-FR" dirty="0" err="1"/>
              <a:t>scribbert</a:t>
            </a:r>
            <a:r>
              <a:rPr lang="fr-FR" dirty="0"/>
              <a:t>: rag langage naturel </a:t>
            </a:r>
            <a:r>
              <a:rPr lang="fr-FR" dirty="0" err="1"/>
              <a:t>into</a:t>
            </a:r>
            <a:r>
              <a:rPr lang="fr-FR" dirty="0"/>
              <a:t> docs. Question: pas comment construire, plutôt comment prouver fiable. </a:t>
            </a:r>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0" i="0" u="none" strike="noStrike" cap="none" dirty="0">
                <a:solidFill>
                  <a:schemeClr val="dk1"/>
                </a:solidFill>
                <a:effectLst/>
                <a:latin typeface="Calibri"/>
                <a:ea typeface="Calibri"/>
                <a:cs typeface="Calibri"/>
                <a:sym typeface="Calibri"/>
              </a:rPr>
              <a:t>Chers membres du jury, chers spectateurs. Je vous présente aujourd'hui mon mémoire de fin d'études, réalisé dans le cadre de mon alternance au département Prévention Santé-Sécurité de Bouygues Travaux Publics. Le gros sujet cette alternance, c'est ScribBERT : un assistant conversationnel RAG que j'ai développé pour permettre aux collaborateurs d'interroger en langage naturel les référentiels santé-sécurité internes du groupe. Mais la vraie question, et celle qui structure tout ce travail, n'est pas « comment construire un RAG », c'est plutôt « comment prouver qu'il est fiable ». </a:t>
            </a:r>
            <a:endParaRPr lang="fr-FR" dirty="0"/>
          </a:p>
          <a:p>
            <a:pPr marL="0" lvl="0" indent="0" algn="l" rtl="0">
              <a:spcBef>
                <a:spcPts val="0"/>
              </a:spcBef>
              <a:spcAft>
                <a:spcPts val="0"/>
              </a:spcAft>
              <a:buNone/>
            </a:pPr>
            <a:endParaRPr dirty="0"/>
          </a:p>
        </p:txBody>
      </p:sp>
      <p:sp>
        <p:nvSpPr>
          <p:cNvPr id="534" name="Google Shape;53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2" name="Google Shape;54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dirty="0"/>
              <a:t>P2s TP = +130 docs (proc </a:t>
            </a:r>
            <a:r>
              <a:rPr lang="fr-FR" dirty="0" err="1"/>
              <a:t>ref</a:t>
            </a:r>
            <a:r>
              <a:rPr lang="fr-FR" dirty="0"/>
              <a:t> </a:t>
            </a:r>
            <a:r>
              <a:rPr lang="fr-FR" dirty="0" err="1"/>
              <a:t>sdt</a:t>
            </a:r>
            <a:r>
              <a:rPr lang="fr-FR" dirty="0"/>
              <a:t>) sujets </a:t>
            </a:r>
            <a:r>
              <a:rPr lang="fr-FR" dirty="0" err="1"/>
              <a:t>crit</a:t>
            </a:r>
            <a:r>
              <a:rPr lang="fr-FR" dirty="0"/>
              <a:t>. </a:t>
            </a:r>
            <a:r>
              <a:rPr lang="fr-FR" dirty="0" err="1"/>
              <a:t>Moy</a:t>
            </a:r>
            <a:r>
              <a:rPr lang="fr-FR" dirty="0"/>
              <a:t> 2m30 </a:t>
            </a:r>
            <a:r>
              <a:rPr lang="fr-FR" dirty="0" err="1"/>
              <a:t>sharepoint</a:t>
            </a:r>
            <a:r>
              <a:rPr lang="fr-FR" dirty="0"/>
              <a:t>. 10m max. doc trouve -&gt; fouiller. Prob: recherches précèdent décisions.</a:t>
            </a:r>
          </a:p>
          <a:p>
            <a:pPr marL="0" lvl="0" indent="0" algn="l" rtl="0">
              <a:spcBef>
                <a:spcPts val="0"/>
              </a:spcBef>
              <a:spcAft>
                <a:spcPts val="0"/>
              </a:spcAft>
              <a:buNone/>
            </a:pPr>
            <a:r>
              <a:rPr lang="fr-FR" dirty="0"/>
              <a:t>Attention: </a:t>
            </a:r>
            <a:r>
              <a:rPr lang="fr-FR" dirty="0" err="1"/>
              <a:t>Scribbert</a:t>
            </a:r>
            <a:r>
              <a:rPr lang="fr-FR" dirty="0"/>
              <a:t> != dispositif de sécu (pas de pilotage, pas d’</a:t>
            </a:r>
            <a:r>
              <a:rPr lang="fr-FR" dirty="0" err="1"/>
              <a:t>arret</a:t>
            </a:r>
            <a:r>
              <a:rPr lang="fr-FR" dirty="0"/>
              <a:t>) outil doc pour alimenter les décisions = enjeu: </a:t>
            </a:r>
            <a:r>
              <a:rPr lang="fr-FR" dirty="0" err="1"/>
              <a:t>reponse</a:t>
            </a:r>
            <a:r>
              <a:rPr lang="fr-FR" dirty="0"/>
              <a:t> plausible mais fausse, obligation -&gt; reco = arbitrage incorrect. Trompe = pas grave. Ne pas savoir qu’il se trompe = grave.</a:t>
            </a: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Le département P2S de Bouygues TP, c’est plus de 130 documents (procédures, référentiels, standards, guides) sur des sujets critiques comme le travail en hauteur ou les espaces confinés. Nos statistiques internes montrent qu'un collaborateur passe en moyenne 2 minutes 30 sur notre </a:t>
            </a:r>
            <a:r>
              <a:rPr lang="fr-FR" sz="1200" b="0" i="0" u="none" strike="noStrike" cap="none" dirty="0" err="1">
                <a:solidFill>
                  <a:schemeClr val="dk1"/>
                </a:solidFill>
                <a:effectLst/>
                <a:latin typeface="Calibri"/>
                <a:ea typeface="Calibri"/>
                <a:cs typeface="Calibri"/>
                <a:sym typeface="Calibri"/>
              </a:rPr>
              <a:t>sharepoint</a:t>
            </a:r>
            <a:r>
              <a:rPr lang="fr-FR" sz="1200" b="0" i="0" u="none" strike="noStrike" cap="none" dirty="0">
                <a:solidFill>
                  <a:schemeClr val="dk1"/>
                </a:solidFill>
                <a:effectLst/>
                <a:latin typeface="Calibri"/>
                <a:ea typeface="Calibri"/>
                <a:cs typeface="Calibri"/>
                <a:sym typeface="Calibri"/>
              </a:rPr>
              <a:t> pour trouver le bon document, jusqu'à 10 minutes sur les cas complexes. Et une fois le bon document trouvé, il faut fouiller dans les pages pour trouver la bonne information. Le problème c’est que ces recherches précèdent souvent des décisions opérationnelles.</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Un point à poser d'entrée : ScribBERT n'est pas un dispositif de sécurité au sens technique. Il ne pilote pas un capteur, il ne déclenche pas d'arrêt d'urgence. C'est un outil documentaire qui alimente des décisions de prévention. Et c'est précisément ce qui fait l'enjeu : une réponse plausible mais fausse une obligation restituée comme une simple recommandation peut orienter à tort un arbitrage. Ce n'est pas grave qu'un outil se trompe si on le sait ; c'est grave si on ne peut pas le mesurer.</a:t>
            </a:r>
          </a:p>
          <a:p>
            <a:pPr marL="0" lvl="0" indent="0" algn="l" rtl="0">
              <a:spcBef>
                <a:spcPts val="0"/>
              </a:spcBef>
              <a:spcAft>
                <a:spcPts val="0"/>
              </a:spcAft>
              <a:buNone/>
            </a:pPr>
            <a:endParaRPr lang="fr-FR" dirty="0"/>
          </a:p>
        </p:txBody>
      </p:sp>
      <p:sp>
        <p:nvSpPr>
          <p:cNvPr id="543" name="Google Shape;54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2" name="Google Shape;56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err="1"/>
              <a:t>Pbtq</a:t>
            </a:r>
            <a:r>
              <a:rPr lang="fr-FR" dirty="0"/>
              <a:t> = </a:t>
            </a:r>
            <a:r>
              <a:rPr lang="fr-FR" sz="1200" b="0" i="0" u="none" strike="noStrike" cap="none" dirty="0">
                <a:solidFill>
                  <a:schemeClr val="dk1"/>
                </a:solidFill>
                <a:effectLst/>
                <a:latin typeface="Calibri"/>
                <a:ea typeface="Calibri"/>
                <a:cs typeface="Calibri"/>
                <a:sym typeface="Calibri"/>
              </a:rPr>
              <a:t>comment évaluer la cohérence et la fiabilité d'un système RAG . Thèse = fiabilité rag != score global qu’on additionne à la fin, faisceau 5 </a:t>
            </a:r>
            <a:r>
              <a:rPr lang="fr-FR" sz="1200" b="0" i="0" u="none" strike="noStrike" cap="none" dirty="0" err="1">
                <a:solidFill>
                  <a:schemeClr val="dk1"/>
                </a:solidFill>
                <a:effectLst/>
                <a:latin typeface="Calibri"/>
                <a:ea typeface="Calibri"/>
                <a:cs typeface="Calibri"/>
                <a:sym typeface="Calibri"/>
              </a:rPr>
              <a:t>dim</a:t>
            </a:r>
            <a:r>
              <a:rPr lang="fr-FR" sz="1200" b="0" i="0" u="none" strike="noStrike" cap="none" dirty="0">
                <a:solidFill>
                  <a:schemeClr val="dk1"/>
                </a:solidFill>
                <a:effectLst/>
                <a:latin typeface="Calibri"/>
                <a:ea typeface="Calibri"/>
                <a:cs typeface="Calibri"/>
                <a:sym typeface="Calibri"/>
              </a:rPr>
              <a:t> distinctes, mesure sep = diagnostiquer où la chaine échoue. Idée = montrer ces 5 </a:t>
            </a:r>
            <a:r>
              <a:rPr lang="fr-FR" sz="1200" b="0" i="0" u="none" strike="noStrike" cap="none" dirty="0" err="1">
                <a:solidFill>
                  <a:schemeClr val="dk1"/>
                </a:solidFill>
                <a:effectLst/>
                <a:latin typeface="Calibri"/>
                <a:ea typeface="Calibri"/>
                <a:cs typeface="Calibri"/>
                <a:sym typeface="Calibri"/>
              </a:rPr>
              <a:t>dim</a:t>
            </a:r>
            <a:r>
              <a:rPr lang="fr-FR" sz="1200" b="0" i="0" u="none" strike="noStrike" cap="none" dirty="0">
                <a:solidFill>
                  <a:schemeClr val="dk1"/>
                </a:solidFill>
                <a:effectLst/>
                <a:latin typeface="Calibri"/>
                <a:ea typeface="Calibri"/>
                <a:cs typeface="Calibri"/>
                <a:sym typeface="Calibri"/>
              </a:rPr>
              <a:t>, comment j’ai instrumenté, et ce que ca dit sur </a:t>
            </a:r>
            <a:r>
              <a:rPr lang="fr-FR" sz="1200" b="0" i="0" u="none" strike="noStrike" cap="none" dirty="0" err="1">
                <a:solidFill>
                  <a:schemeClr val="dk1"/>
                </a:solidFill>
                <a:effectLst/>
                <a:latin typeface="Calibri"/>
                <a:ea typeface="Calibri"/>
                <a:cs typeface="Calibri"/>
                <a:sym typeface="Calibri"/>
              </a:rPr>
              <a:t>scribbert</a:t>
            </a:r>
            <a:r>
              <a:rPr lang="fr-FR" sz="1200" b="0" i="0" u="none" strike="noStrike" cap="none" dirty="0">
                <a:solidFill>
                  <a:schemeClr val="dk1"/>
                </a:solidFill>
                <a:effectLst/>
                <a:latin typeface="Calibri"/>
                <a:ea typeface="Calibri"/>
                <a:cs typeface="Calibri"/>
                <a:sym typeface="Calibri"/>
              </a:rPr>
              <a:t>. D’abord, détaillons cette chaine qu’on appelle RAG</a:t>
            </a: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200"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0" i="0" u="none" strike="noStrike" cap="none" dirty="0">
                <a:solidFill>
                  <a:schemeClr val="dk1"/>
                </a:solidFill>
                <a:effectLst/>
                <a:latin typeface="Calibri"/>
                <a:ea typeface="Calibri"/>
                <a:cs typeface="Calibri"/>
                <a:sym typeface="Calibri"/>
              </a:rPr>
              <a:t>Ma problématique, c'est : comment évaluer la cohérence et la fiabilité d'un système RAG ? La thèse que je défends dans ce mémoire tient en une phrase : la fiabilité d'un RAG n'est pas un score global qu'on additionne à la fin, c'est un faisceau de cinq dimensions distinctes, qu'il faut mesurer séparément si on veut être capable de diagnostiquer où la chaîne échoue. Je vais vous montrer ces cinq dimensions, comment je les ai instrumentées, et ce qu'elles disent concrètement sur ScribBERT.</a:t>
            </a:r>
          </a:p>
        </p:txBody>
      </p:sp>
      <p:sp>
        <p:nvSpPr>
          <p:cNvPr id="563" name="Google Shape;563;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9" name="Google Shape;57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sz="1200" b="0" i="0" u="none" strike="noStrike" cap="none" dirty="0">
                <a:solidFill>
                  <a:schemeClr val="dk1"/>
                </a:solidFill>
                <a:effectLst/>
                <a:latin typeface="Calibri"/>
                <a:ea typeface="Calibri"/>
                <a:cs typeface="Calibri"/>
                <a:sym typeface="Calibri"/>
              </a:rPr>
              <a:t>Terme tech, </a:t>
            </a:r>
            <a:r>
              <a:rPr lang="fr-FR" sz="1200" b="0" i="0" u="none" strike="noStrike" cap="none" dirty="0" err="1">
                <a:solidFill>
                  <a:schemeClr val="dk1"/>
                </a:solidFill>
                <a:effectLst/>
                <a:latin typeface="Calibri"/>
                <a:ea typeface="Calibri"/>
                <a:cs typeface="Calibri"/>
                <a:sym typeface="Calibri"/>
              </a:rPr>
              <a:t>pref</a:t>
            </a:r>
            <a:r>
              <a:rPr lang="fr-FR" sz="1200" b="0" i="0" u="none" strike="noStrike" cap="none" dirty="0">
                <a:solidFill>
                  <a:schemeClr val="dk1"/>
                </a:solidFill>
                <a:effectLst/>
                <a:latin typeface="Calibri"/>
                <a:ea typeface="Calibri"/>
                <a:cs typeface="Calibri"/>
                <a:sym typeface="Calibri"/>
              </a:rPr>
              <a:t> assurer tous même endroit. Mot rapide sur RAG, intuitif.</a:t>
            </a:r>
          </a:p>
          <a:p>
            <a:r>
              <a:rPr lang="fr-FR" sz="1200" b="0" i="0" u="none" strike="noStrike" cap="none" dirty="0">
                <a:solidFill>
                  <a:schemeClr val="dk1"/>
                </a:solidFill>
                <a:effectLst/>
                <a:latin typeface="Calibri"/>
                <a:ea typeface="Calibri"/>
                <a:cs typeface="Calibri"/>
                <a:sym typeface="Calibri"/>
              </a:rPr>
              <a:t>LLM GTP = texte fluide sur tous sujets, mais invente (hallu) + pas de citation. Moteur de recherche doc = trouve doc mais l’utilisateur doit ouvrir lire synthétiser.</a:t>
            </a:r>
          </a:p>
          <a:p>
            <a:r>
              <a:rPr lang="fr-FR" sz="1200" b="0" i="0" u="none" strike="noStrike" cap="none" dirty="0">
                <a:solidFill>
                  <a:schemeClr val="dk1"/>
                </a:solidFill>
                <a:effectLst/>
                <a:latin typeface="Calibri"/>
                <a:ea typeface="Calibri"/>
                <a:cs typeface="Calibri"/>
                <a:sym typeface="Calibri"/>
              </a:rPr>
              <a:t>Rag = assemblage des deux. Étudiant m2IA hexagone = RAG. Cherche + pertinents, donne au LLM, rédige + citations. ANCRAGE DE LA GEN SUR DOC TRUSTES</a:t>
            </a:r>
          </a:p>
          <a:p>
            <a:r>
              <a:rPr lang="fr-FR" sz="1200" b="0" i="0" u="none" strike="noStrike" cap="none" dirty="0">
                <a:solidFill>
                  <a:schemeClr val="dk1"/>
                </a:solidFill>
                <a:effectLst/>
                <a:latin typeface="Calibri"/>
                <a:ea typeface="Calibri"/>
                <a:cs typeface="Calibri"/>
                <a:sym typeface="Calibri"/>
              </a:rPr>
              <a:t>Techniquement, cette chaîne se décompose en cinq étages, et c'est là que se cachent les vraies difficultés.</a:t>
            </a: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Un mot rapide sur ce qu'est concrètement un RAG, parce que le terme est technique et je préfère m'assurer que l'on parte tous du même endroit. L'idée est en fait très intuitive.</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Un modèle de langage seul, comme </a:t>
            </a:r>
            <a:r>
              <a:rPr lang="fr-FR" sz="1200" b="0" i="0" u="none" strike="noStrike" cap="none" dirty="0" err="1">
                <a:solidFill>
                  <a:schemeClr val="dk1"/>
                </a:solidFill>
                <a:effectLst/>
                <a:latin typeface="Calibri"/>
                <a:ea typeface="Calibri"/>
                <a:cs typeface="Calibri"/>
                <a:sym typeface="Calibri"/>
              </a:rPr>
              <a:t>ChatGPT</a:t>
            </a:r>
            <a:r>
              <a:rPr lang="fr-FR" sz="1200" b="0" i="0" u="none" strike="noStrike" cap="none" dirty="0">
                <a:solidFill>
                  <a:schemeClr val="dk1"/>
                </a:solidFill>
                <a:effectLst/>
                <a:latin typeface="Calibri"/>
                <a:ea typeface="Calibri"/>
                <a:cs typeface="Calibri"/>
                <a:sym typeface="Calibri"/>
              </a:rPr>
              <a:t>, peut produire un texte fluide sur à peu près n'importe quel sujet, mais il peut aussi inventer (c'est ce qu'on appelle une hallucination) et il ne cite pas ses sources. À l'inverse, un moteur de recherche documentaire classique vous trouve, comme son nom l’indique, des documents mais ne rédige rien : à vous de les ouvrir, de les lire, de synthétiser.</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Un RAG, c'est l'assemblage des deux. Pour reprendre une image concrète : imaginez un étudiant en Mastère 2 IA à l'École Hexagone. On lui pose une question, il ne répond pas de mémoire, il fait ses recherches, consulte ses sources, puis rédige sa réponse en les citant. C'est exactement ce que fait un RAG. Quand un utilisateur pose une question, le système commence par chercher dans un corpus documentaire les passages les plus pertinents, et les donne au modèle de langage, qui va rédiger la réponse à partir de ces passages, avec les citations qui vont avec. On ancre la génération sur des documents vérifiables.</a:t>
            </a:r>
          </a:p>
          <a:p>
            <a:endParaRPr lang="fr-FR" sz="1200" b="0" i="0" u="none" strike="noStrike" cap="none" dirty="0">
              <a:solidFill>
                <a:schemeClr val="dk1"/>
              </a:solidFill>
              <a:effectLst/>
              <a:latin typeface="Calibri"/>
              <a:ea typeface="Calibri"/>
              <a:cs typeface="Calibri"/>
              <a:sym typeface="Calibri"/>
            </a:endParaRPr>
          </a:p>
          <a:p>
            <a:r>
              <a:rPr lang="fr-FR" sz="1200" b="1" i="0" u="none" strike="noStrike" cap="none" dirty="0">
                <a:solidFill>
                  <a:schemeClr val="dk1"/>
                </a:solidFill>
                <a:effectLst/>
                <a:latin typeface="Calibri"/>
                <a:ea typeface="Calibri"/>
                <a:cs typeface="Calibri"/>
                <a:sym typeface="Calibri"/>
              </a:rPr>
              <a:t>**Transition**</a:t>
            </a:r>
            <a:r>
              <a:rPr lang="fr-FR" sz="1200" b="0" i="0" u="none" strike="noStrike" cap="none" dirty="0">
                <a:solidFill>
                  <a:schemeClr val="dk1"/>
                </a:solidFill>
                <a:effectLst/>
                <a:latin typeface="Calibri"/>
                <a:ea typeface="Calibri"/>
                <a:cs typeface="Calibri"/>
                <a:sym typeface="Calibri"/>
              </a:rPr>
              <a:t> : « Techniquement, cette chaîne se décompose en cinq étages, et c'est là que se cachent les vraies difficultés. »</a:t>
            </a:r>
          </a:p>
        </p:txBody>
      </p:sp>
      <p:sp>
        <p:nvSpPr>
          <p:cNvPr id="580" name="Google Shape;58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4" name="Google Shape;60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sz="1200" b="0" i="0" u="none" strike="noStrike" cap="none" dirty="0">
                <a:solidFill>
                  <a:schemeClr val="dk1"/>
                </a:solidFill>
                <a:effectLst/>
                <a:latin typeface="Calibri"/>
                <a:ea typeface="Calibri"/>
                <a:cs typeface="Calibri"/>
                <a:sym typeface="Calibri"/>
              </a:rPr>
              <a:t>RAG =  2 chaines distinctes. Point commun base vectorielle.</a:t>
            </a:r>
          </a:p>
          <a:p>
            <a:r>
              <a:rPr lang="fr-FR" sz="1200" b="0" i="0" u="none" strike="noStrike" cap="none" dirty="0">
                <a:solidFill>
                  <a:schemeClr val="dk1"/>
                </a:solidFill>
                <a:effectLst/>
                <a:latin typeface="Calibri"/>
                <a:ea typeface="Calibri"/>
                <a:cs typeface="Calibri"/>
                <a:sym typeface="Calibri"/>
              </a:rPr>
              <a:t>1: ingestion. Quand un doc est </a:t>
            </a:r>
            <a:r>
              <a:rPr lang="fr-FR" sz="1200" b="0" i="0" u="none" strike="noStrike" cap="none" dirty="0" err="1">
                <a:solidFill>
                  <a:schemeClr val="dk1"/>
                </a:solidFill>
                <a:effectLst/>
                <a:latin typeface="Calibri"/>
                <a:ea typeface="Calibri"/>
                <a:cs typeface="Calibri"/>
                <a:sym typeface="Calibri"/>
              </a:rPr>
              <a:t>add</a:t>
            </a:r>
            <a:r>
              <a:rPr lang="fr-FR" sz="1200" b="0" i="0" u="none" strike="noStrike" cap="none" dirty="0">
                <a:solidFill>
                  <a:schemeClr val="dk1"/>
                </a:solidFill>
                <a:effectLst/>
                <a:latin typeface="Calibri"/>
                <a:ea typeface="Calibri"/>
                <a:cs typeface="Calibri"/>
                <a:sym typeface="Calibri"/>
              </a:rPr>
              <a:t>. </a:t>
            </a:r>
            <a:r>
              <a:rPr lang="fr-FR" sz="1200" b="0" i="0" u="none" strike="noStrike" cap="none" dirty="0" err="1">
                <a:solidFill>
                  <a:schemeClr val="dk1"/>
                </a:solidFill>
                <a:effectLst/>
                <a:latin typeface="Calibri"/>
                <a:ea typeface="Calibri"/>
                <a:cs typeface="Calibri"/>
                <a:sym typeface="Calibri"/>
              </a:rPr>
              <a:t>Pdf</a:t>
            </a:r>
            <a:r>
              <a:rPr lang="fr-FR" sz="1200" b="0" i="0" u="none" strike="noStrike" cap="none" dirty="0">
                <a:solidFill>
                  <a:schemeClr val="dk1"/>
                </a:solidFill>
                <a:effectLst/>
                <a:latin typeface="Calibri"/>
                <a:ea typeface="Calibri"/>
                <a:cs typeface="Calibri"/>
                <a:sym typeface="Calibri"/>
              </a:rPr>
              <a:t> -&gt; découpe chunk -&gt; vecteur -&gt; </a:t>
            </a:r>
            <a:r>
              <a:rPr lang="fr-FR" sz="1200" b="0" i="0" u="none" strike="noStrike" cap="none" dirty="0" err="1">
                <a:solidFill>
                  <a:schemeClr val="dk1"/>
                </a:solidFill>
                <a:effectLst/>
                <a:latin typeface="Calibri"/>
                <a:ea typeface="Calibri"/>
                <a:cs typeface="Calibri"/>
                <a:sym typeface="Calibri"/>
              </a:rPr>
              <a:t>vectore</a:t>
            </a:r>
            <a:r>
              <a:rPr lang="fr-FR" sz="1200" b="0" i="0" u="none" strike="noStrike" cap="none" dirty="0">
                <a:solidFill>
                  <a:schemeClr val="dk1"/>
                </a:solidFill>
                <a:effectLst/>
                <a:latin typeface="Calibri"/>
                <a:ea typeface="Calibri"/>
                <a:cs typeface="Calibri"/>
                <a:sym typeface="Calibri"/>
              </a:rPr>
              <a:t> store. Erreur: </a:t>
            </a:r>
            <a:r>
              <a:rPr lang="fr-FR" sz="1200" b="0" i="0" u="none" strike="noStrike" cap="none" dirty="0" err="1">
                <a:solidFill>
                  <a:schemeClr val="dk1"/>
                </a:solidFill>
                <a:effectLst/>
                <a:latin typeface="Calibri"/>
                <a:ea typeface="Calibri"/>
                <a:cs typeface="Calibri"/>
                <a:sym typeface="Calibri"/>
              </a:rPr>
              <a:t>regle</a:t>
            </a:r>
            <a:r>
              <a:rPr lang="fr-FR" sz="1200" b="0" i="0" u="none" strike="noStrike" cap="none" dirty="0">
                <a:solidFill>
                  <a:schemeClr val="dk1"/>
                </a:solidFill>
                <a:effectLst/>
                <a:latin typeface="Calibri"/>
                <a:ea typeface="Calibri"/>
                <a:cs typeface="Calibri"/>
                <a:sym typeface="Calibri"/>
              </a:rPr>
              <a:t> </a:t>
            </a:r>
            <a:r>
              <a:rPr lang="fr-FR" sz="1200" b="0" i="0" u="none" strike="noStrike" cap="none" dirty="0" err="1">
                <a:solidFill>
                  <a:schemeClr val="dk1"/>
                </a:solidFill>
                <a:effectLst/>
                <a:latin typeface="Calibri"/>
                <a:ea typeface="Calibri"/>
                <a:cs typeface="Calibri"/>
                <a:sym typeface="Calibri"/>
              </a:rPr>
              <a:t>cut</a:t>
            </a:r>
            <a:r>
              <a:rPr lang="fr-FR" sz="1200" b="0" i="0" u="none" strike="noStrike" cap="none" dirty="0">
                <a:solidFill>
                  <a:schemeClr val="dk1"/>
                </a:solidFill>
                <a:effectLst/>
                <a:latin typeface="Calibri"/>
                <a:ea typeface="Calibri"/>
                <a:cs typeface="Calibri"/>
                <a:sym typeface="Calibri"/>
              </a:rPr>
              <a:t>, tableau perdu, terme métier mal capturé.</a:t>
            </a:r>
          </a:p>
          <a:p>
            <a:r>
              <a:rPr lang="fr-FR" sz="1200" b="0" i="0" u="none" strike="noStrike" cap="none" dirty="0">
                <a:solidFill>
                  <a:schemeClr val="dk1"/>
                </a:solidFill>
                <a:effectLst/>
                <a:latin typeface="Calibri"/>
                <a:ea typeface="Calibri"/>
                <a:cs typeface="Calibri"/>
                <a:sym typeface="Calibri"/>
              </a:rPr>
              <a:t>2: requête. Question -&gt; vecteur -&gt; interroge </a:t>
            </a:r>
            <a:r>
              <a:rPr lang="fr-FR" sz="1200" b="0" i="0" u="none" strike="noStrike" cap="none" dirty="0" err="1">
                <a:solidFill>
                  <a:schemeClr val="dk1"/>
                </a:solidFill>
                <a:effectLst/>
                <a:latin typeface="Calibri"/>
                <a:ea typeface="Calibri"/>
                <a:cs typeface="Calibri"/>
                <a:sym typeface="Calibri"/>
              </a:rPr>
              <a:t>vecStore</a:t>
            </a:r>
            <a:r>
              <a:rPr lang="fr-FR" sz="1200" b="0" i="0" u="none" strike="noStrike" cap="none" dirty="0">
                <a:solidFill>
                  <a:schemeClr val="dk1"/>
                </a:solidFill>
                <a:effectLst/>
                <a:latin typeface="Calibri"/>
                <a:ea typeface="Calibri"/>
                <a:cs typeface="Calibri"/>
                <a:sym typeface="Calibri"/>
              </a:rPr>
              <a:t> -&gt; </a:t>
            </a:r>
            <a:r>
              <a:rPr lang="fr-FR" sz="1200" b="0" i="0" u="none" strike="noStrike" cap="none" dirty="0" err="1">
                <a:solidFill>
                  <a:schemeClr val="dk1"/>
                </a:solidFill>
                <a:effectLst/>
                <a:latin typeface="Calibri"/>
                <a:ea typeface="Calibri"/>
                <a:cs typeface="Calibri"/>
                <a:sym typeface="Calibri"/>
              </a:rPr>
              <a:t>inject</a:t>
            </a:r>
            <a:r>
              <a:rPr lang="fr-FR" sz="1200" b="0" i="0" u="none" strike="noStrike" cap="none" dirty="0">
                <a:solidFill>
                  <a:schemeClr val="dk1"/>
                </a:solidFill>
                <a:effectLst/>
                <a:latin typeface="Calibri"/>
                <a:ea typeface="Calibri"/>
                <a:cs typeface="Calibri"/>
                <a:sym typeface="Calibri"/>
              </a:rPr>
              <a:t> prompt template -&gt; </a:t>
            </a:r>
            <a:r>
              <a:rPr lang="fr-FR" sz="1200" b="0" i="0" u="none" strike="noStrike" cap="none" dirty="0" err="1">
                <a:solidFill>
                  <a:schemeClr val="dk1"/>
                </a:solidFill>
                <a:effectLst/>
                <a:latin typeface="Calibri"/>
                <a:ea typeface="Calibri"/>
                <a:cs typeface="Calibri"/>
                <a:sym typeface="Calibri"/>
              </a:rPr>
              <a:t>llm</a:t>
            </a:r>
            <a:r>
              <a:rPr lang="fr-FR" sz="1200" b="0" i="0" u="none" strike="noStrike" cap="none" dirty="0">
                <a:solidFill>
                  <a:schemeClr val="dk1"/>
                </a:solidFill>
                <a:effectLst/>
                <a:latin typeface="Calibri"/>
                <a:ea typeface="Calibri"/>
                <a:cs typeface="Calibri"/>
                <a:sym typeface="Calibri"/>
              </a:rPr>
              <a:t>. Erreur: passage proche mais non applicable, extrapolation</a:t>
            </a:r>
          </a:p>
          <a:p>
            <a:r>
              <a:rPr lang="fr-FR" sz="1200" b="0" i="0" u="none" strike="noStrike" cap="none" dirty="0">
                <a:solidFill>
                  <a:schemeClr val="dk1"/>
                </a:solidFill>
                <a:effectLst/>
                <a:latin typeface="Calibri"/>
                <a:ea typeface="Calibri"/>
                <a:cs typeface="Calibri"/>
                <a:sym typeface="Calibri"/>
              </a:rPr>
              <a:t>Clé = chaque chaine = propres échecs invisibles depuis </a:t>
            </a:r>
            <a:r>
              <a:rPr lang="fr-FR" sz="1200" b="0" i="0" u="none" strike="noStrike" cap="none" dirty="0" err="1">
                <a:solidFill>
                  <a:schemeClr val="dk1"/>
                </a:solidFill>
                <a:effectLst/>
                <a:latin typeface="Calibri"/>
                <a:ea typeface="Calibri"/>
                <a:cs typeface="Calibri"/>
                <a:sym typeface="Calibri"/>
              </a:rPr>
              <a:t>reponse</a:t>
            </a:r>
            <a:r>
              <a:rPr lang="fr-FR" sz="1200" b="0" i="0" u="none" strike="noStrike" cap="none" dirty="0">
                <a:solidFill>
                  <a:schemeClr val="dk1"/>
                </a:solidFill>
                <a:effectLst/>
                <a:latin typeface="Calibri"/>
                <a:ea typeface="Calibri"/>
                <a:cs typeface="Calibri"/>
                <a:sym typeface="Calibri"/>
              </a:rPr>
              <a:t> finale. Good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 peut = rep fausse. =  </a:t>
            </a:r>
            <a:r>
              <a:rPr lang="fr-FR" sz="1200" b="0" i="0" u="none" strike="noStrike" cap="none" dirty="0" err="1">
                <a:solidFill>
                  <a:schemeClr val="dk1"/>
                </a:solidFill>
                <a:effectLst/>
                <a:latin typeface="Calibri"/>
                <a:ea typeface="Calibri"/>
                <a:cs typeface="Calibri"/>
                <a:sym typeface="Calibri"/>
              </a:rPr>
              <a:t>necessite</a:t>
            </a:r>
            <a:r>
              <a:rPr lang="fr-FR" sz="1200" b="0" i="0" u="none" strike="noStrike" cap="none" dirty="0">
                <a:solidFill>
                  <a:schemeClr val="dk1"/>
                </a:solidFill>
                <a:effectLst/>
                <a:latin typeface="Calibri"/>
                <a:ea typeface="Calibri"/>
                <a:cs typeface="Calibri"/>
                <a:sym typeface="Calibri"/>
              </a:rPr>
              <a:t> </a:t>
            </a:r>
            <a:r>
              <a:rPr lang="fr-FR" sz="1200" b="0" i="0" u="none" strike="noStrike" cap="none" dirty="0" err="1">
                <a:solidFill>
                  <a:schemeClr val="dk1"/>
                </a:solidFill>
                <a:effectLst/>
                <a:latin typeface="Calibri"/>
                <a:ea typeface="Calibri"/>
                <a:cs typeface="Calibri"/>
                <a:sym typeface="Calibri"/>
              </a:rPr>
              <a:t>eval</a:t>
            </a:r>
            <a:r>
              <a:rPr lang="fr-FR" sz="1200" b="0" i="0" u="none" strike="noStrike" cap="none" dirty="0">
                <a:solidFill>
                  <a:schemeClr val="dk1"/>
                </a:solidFill>
                <a:effectLst/>
                <a:latin typeface="Calibri"/>
                <a:ea typeface="Calibri"/>
                <a:cs typeface="Calibri"/>
                <a:sym typeface="Calibri"/>
              </a:rPr>
              <a:t> décomposable </a:t>
            </a:r>
            <a:r>
              <a:rPr lang="fr-FR" sz="1200" b="0" i="0" u="none" strike="noStrike" cap="none" dirty="0" err="1">
                <a:solidFill>
                  <a:schemeClr val="dk1"/>
                </a:solidFill>
                <a:effectLst/>
                <a:latin typeface="Calibri"/>
                <a:ea typeface="Calibri"/>
                <a:cs typeface="Calibri"/>
                <a:sym typeface="Calibri"/>
              </a:rPr>
              <a:t>multidim</a:t>
            </a: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1ere </a:t>
            </a:r>
            <a:r>
              <a:rPr lang="fr-FR" sz="1200" b="0" i="0" u="none" strike="noStrike" cap="none" dirty="0" err="1">
                <a:solidFill>
                  <a:schemeClr val="dk1"/>
                </a:solidFill>
                <a:effectLst/>
                <a:latin typeface="Calibri"/>
                <a:ea typeface="Calibri"/>
                <a:cs typeface="Calibri"/>
                <a:sym typeface="Calibri"/>
              </a:rPr>
              <a:t>dim</a:t>
            </a:r>
            <a:r>
              <a:rPr lang="fr-FR" sz="1200" b="0" i="0" u="none" strike="noStrike" cap="none" dirty="0">
                <a:solidFill>
                  <a:schemeClr val="dk1"/>
                </a:solidFill>
                <a:effectLst/>
                <a:latin typeface="Calibri"/>
                <a:ea typeface="Calibri"/>
                <a:cs typeface="Calibri"/>
                <a:sym typeface="Calibri"/>
              </a:rPr>
              <a:t> = </a:t>
            </a:r>
            <a:r>
              <a:rPr lang="fr-FR" sz="1200" b="0" i="0" u="none" strike="noStrike" cap="none" dirty="0" err="1">
                <a:solidFill>
                  <a:schemeClr val="dk1"/>
                </a:solidFill>
                <a:effectLst/>
                <a:latin typeface="Calibri"/>
                <a:ea typeface="Calibri"/>
                <a:cs typeface="Calibri"/>
                <a:sym typeface="Calibri"/>
              </a:rPr>
              <a:t>recuperation</a:t>
            </a:r>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Un RAG, c'est en réalité deux chaînes distinctes qui se rejoignent en un point commun : la base de données vectorielle.</a:t>
            </a:r>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La première, c'est la chaîne d'ingestion elle tourne en amont, lorsqu’un document est ajouté. On part d’un document PDF, on le découpe en </a:t>
            </a:r>
            <a:r>
              <a:rPr lang="fr-FR" sz="1200" b="0" i="0" u="none" strike="noStrike" cap="none" dirty="0" err="1">
                <a:solidFill>
                  <a:schemeClr val="dk1"/>
                </a:solidFill>
                <a:effectLst/>
                <a:latin typeface="Calibri"/>
                <a:ea typeface="Calibri"/>
                <a:cs typeface="Calibri"/>
                <a:sym typeface="Calibri"/>
              </a:rPr>
              <a:t>chunks</a:t>
            </a:r>
            <a:r>
              <a:rPr lang="fr-FR" sz="1200" b="0" i="0" u="none" strike="noStrike" cap="none" dirty="0">
                <a:solidFill>
                  <a:schemeClr val="dk1"/>
                </a:solidFill>
                <a:effectLst/>
                <a:latin typeface="Calibri"/>
                <a:ea typeface="Calibri"/>
                <a:cs typeface="Calibri"/>
                <a:sym typeface="Calibri"/>
              </a:rPr>
              <a:t>, on transforme chaque chunk en vecteur, et on l'envoie dans le </a:t>
            </a:r>
            <a:r>
              <a:rPr lang="fr-FR" sz="1200" b="0" i="0" u="none" strike="noStrike" cap="none" dirty="0" err="1">
                <a:solidFill>
                  <a:schemeClr val="dk1"/>
                </a:solidFill>
                <a:effectLst/>
                <a:latin typeface="Calibri"/>
                <a:ea typeface="Calibri"/>
                <a:cs typeface="Calibri"/>
                <a:sym typeface="Calibri"/>
              </a:rPr>
              <a:t>vector</a:t>
            </a:r>
            <a:r>
              <a:rPr lang="fr-FR" sz="1200" b="0" i="0" u="none" strike="noStrike" cap="none" dirty="0">
                <a:solidFill>
                  <a:schemeClr val="dk1"/>
                </a:solidFill>
                <a:effectLst/>
                <a:latin typeface="Calibri"/>
                <a:ea typeface="Calibri"/>
                <a:cs typeface="Calibri"/>
                <a:sym typeface="Calibri"/>
              </a:rPr>
              <a:t> store. C'est là que se cachent les premières sources d'erreur : une règle coupée en deux au </a:t>
            </a:r>
            <a:r>
              <a:rPr lang="fr-FR" sz="1200" b="0" i="0" u="none" strike="noStrike" cap="none" dirty="0" err="1">
                <a:solidFill>
                  <a:schemeClr val="dk1"/>
                </a:solidFill>
                <a:effectLst/>
                <a:latin typeface="Calibri"/>
                <a:ea typeface="Calibri"/>
                <a:cs typeface="Calibri"/>
                <a:sym typeface="Calibri"/>
              </a:rPr>
              <a:t>chunking</a:t>
            </a:r>
            <a:r>
              <a:rPr lang="fr-FR" sz="1200" b="0" i="0" u="none" strike="noStrike" cap="none" dirty="0">
                <a:solidFill>
                  <a:schemeClr val="dk1"/>
                </a:solidFill>
                <a:effectLst/>
                <a:latin typeface="Calibri"/>
                <a:ea typeface="Calibri"/>
                <a:cs typeface="Calibri"/>
                <a:sym typeface="Calibri"/>
              </a:rPr>
              <a:t>, un tableau perdu à l'extraction, un terme métier mal capturé par le modèle de vectorisation.</a:t>
            </a:r>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La deuxième, c'est la chaîne de requête. Qui comme son nom l’indique, s'exécute à chaque question. La question de l’utilisateur est vectorisée, on interroge le </a:t>
            </a:r>
            <a:r>
              <a:rPr lang="fr-FR" sz="1200" b="0" i="0" u="none" strike="noStrike" cap="none" dirty="0" err="1">
                <a:solidFill>
                  <a:schemeClr val="dk1"/>
                </a:solidFill>
                <a:effectLst/>
                <a:latin typeface="Calibri"/>
                <a:ea typeface="Calibri"/>
                <a:cs typeface="Calibri"/>
                <a:sym typeface="Calibri"/>
              </a:rPr>
              <a:t>vector</a:t>
            </a:r>
            <a:r>
              <a:rPr lang="fr-FR" sz="1200" b="0" i="0" u="none" strike="noStrike" cap="none" dirty="0">
                <a:solidFill>
                  <a:schemeClr val="dk1"/>
                </a:solidFill>
                <a:effectLst/>
                <a:latin typeface="Calibri"/>
                <a:ea typeface="Calibri"/>
                <a:cs typeface="Calibri"/>
                <a:sym typeface="Calibri"/>
              </a:rPr>
              <a:t> store pour récupérer les passages les plus proches, on les injecte dans un prompt template (une sorte de texte à trou), et on envoie le tout au modèle de langage qui rédige la réponse. Les défaillances ici sont différentes : un passage thématiquement proche mais non applicable remonté, ou une extrapolation du modèle à la génération.</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Le point clé, c'est que ces deux chaînes ont chacune leurs propres modes d'échec, souvent invisibles si on ne regarde que la réponse finale. Un excellent score de récupération reste parfaitement compatible avec une réponse fausse. C'est ce qui rend nécessaire une évaluation décomposable, dimension par dimension.</a:t>
            </a:r>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1" i="0" u="none" strike="noStrike" cap="none" dirty="0">
                <a:solidFill>
                  <a:schemeClr val="dk1"/>
                </a:solidFill>
                <a:effectLst/>
                <a:latin typeface="Calibri"/>
                <a:ea typeface="Calibri"/>
                <a:cs typeface="Calibri"/>
                <a:sym typeface="Calibri"/>
              </a:rPr>
              <a:t>**Transition**</a:t>
            </a:r>
            <a:r>
              <a:rPr lang="fr-FR" sz="1200" b="0" i="0" u="none" strike="noStrike" cap="none" dirty="0">
                <a:solidFill>
                  <a:schemeClr val="dk1"/>
                </a:solidFill>
                <a:effectLst/>
                <a:latin typeface="Calibri"/>
                <a:ea typeface="Calibri"/>
                <a:cs typeface="Calibri"/>
                <a:sym typeface="Calibri"/>
              </a:rPr>
              <a:t> : « La Première dimension, et la plus intuitive : la pertinence de récupération, du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 »</a:t>
            </a:r>
          </a:p>
        </p:txBody>
      </p:sp>
      <p:sp>
        <p:nvSpPr>
          <p:cNvPr id="605" name="Google Shape;60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6" name="Google Shape;61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sz="1200" b="0" i="0" u="none" strike="noStrike" cap="none" dirty="0" err="1">
                <a:solidFill>
                  <a:schemeClr val="dk1"/>
                </a:solidFill>
                <a:effectLst/>
                <a:latin typeface="Calibri"/>
                <a:ea typeface="Calibri"/>
                <a:cs typeface="Calibri"/>
                <a:sym typeface="Calibri"/>
              </a:rPr>
              <a:t>Preco</a:t>
            </a:r>
            <a:r>
              <a:rPr lang="fr-FR" sz="1200" b="0" i="0" u="none" strike="noStrike" cap="none" dirty="0">
                <a:solidFill>
                  <a:schemeClr val="dk1"/>
                </a:solidFill>
                <a:effectLst/>
                <a:latin typeface="Calibri"/>
                <a:ea typeface="Calibri"/>
                <a:cs typeface="Calibri"/>
                <a:sym typeface="Calibri"/>
              </a:rPr>
              <a:t> </a:t>
            </a:r>
            <a:r>
              <a:rPr lang="fr-FR" sz="1200" b="0" i="0" u="none" strike="noStrike" cap="none" dirty="0" err="1">
                <a:solidFill>
                  <a:schemeClr val="dk1"/>
                </a:solidFill>
                <a:effectLst/>
                <a:latin typeface="Calibri"/>
                <a:ea typeface="Calibri"/>
                <a:cs typeface="Calibri"/>
                <a:sym typeface="Calibri"/>
              </a:rPr>
              <a:t>vocab</a:t>
            </a:r>
            <a:r>
              <a:rPr lang="fr-FR" sz="1200" b="0" i="0" u="none" strike="noStrike" cap="none" dirty="0">
                <a:solidFill>
                  <a:schemeClr val="dk1"/>
                </a:solidFill>
                <a:effectLst/>
                <a:latin typeface="Calibri"/>
                <a:ea typeface="Calibri"/>
                <a:cs typeface="Calibri"/>
                <a:sym typeface="Calibri"/>
              </a:rPr>
              <a:t>: étages qu’on vient de voir = endroit erreur. Structure chaine. Maintenant 5 </a:t>
            </a:r>
            <a:r>
              <a:rPr lang="fr-FR" sz="1200" b="0" i="0" u="none" strike="noStrike" cap="none" dirty="0" err="1">
                <a:solidFill>
                  <a:schemeClr val="dk1"/>
                </a:solidFill>
                <a:effectLst/>
                <a:latin typeface="Calibri"/>
                <a:ea typeface="Calibri"/>
                <a:cs typeface="Calibri"/>
                <a:sym typeface="Calibri"/>
              </a:rPr>
              <a:t>dim</a:t>
            </a:r>
            <a:r>
              <a:rPr lang="fr-FR" sz="1200" b="0" i="0" u="none" strike="noStrike" cap="none" dirty="0">
                <a:solidFill>
                  <a:schemeClr val="dk1"/>
                </a:solidFill>
                <a:effectLst/>
                <a:latin typeface="Calibri"/>
                <a:ea typeface="Calibri"/>
                <a:cs typeface="Calibri"/>
                <a:sym typeface="Calibri"/>
              </a:rPr>
              <a:t>, ce qu’on mesure sur </a:t>
            </a:r>
            <a:r>
              <a:rPr lang="fr-FR" sz="1200" b="0" i="0" u="none" strike="noStrike" cap="none" dirty="0" err="1">
                <a:solidFill>
                  <a:schemeClr val="dk1"/>
                </a:solidFill>
                <a:effectLst/>
                <a:latin typeface="Calibri"/>
                <a:ea typeface="Calibri"/>
                <a:cs typeface="Calibri"/>
                <a:sym typeface="Calibri"/>
              </a:rPr>
              <a:t>sys</a:t>
            </a:r>
            <a:r>
              <a:rPr lang="fr-FR" sz="1200" b="0" i="0" u="none" strike="noStrike" cap="none" dirty="0">
                <a:solidFill>
                  <a:schemeClr val="dk1"/>
                </a:solidFill>
                <a:effectLst/>
                <a:latin typeface="Calibri"/>
                <a:ea typeface="Calibri"/>
                <a:cs typeface="Calibri"/>
                <a:sym typeface="Calibri"/>
              </a:rPr>
              <a:t>. 2 grilles différentes croisent. Croisement = analyse d’erreurs actionnable (fin de </a:t>
            </a:r>
            <a:r>
              <a:rPr lang="fr-FR" sz="1200" b="0" i="0" u="none" strike="noStrike" cap="none" dirty="0" err="1">
                <a:solidFill>
                  <a:schemeClr val="dk1"/>
                </a:solidFill>
                <a:effectLst/>
                <a:latin typeface="Calibri"/>
                <a:ea typeface="Calibri"/>
                <a:cs typeface="Calibri"/>
                <a:sym typeface="Calibri"/>
              </a:rPr>
              <a:t>pres</a:t>
            </a:r>
            <a:r>
              <a:rPr lang="fr-FR" sz="1200" b="0" i="0" u="none" strike="noStrike" cap="none" dirty="0">
                <a:solidFill>
                  <a:schemeClr val="dk1"/>
                </a:solidFill>
                <a:effectLst/>
                <a:latin typeface="Calibri"/>
                <a:ea typeface="Calibri"/>
                <a:cs typeface="Calibri"/>
                <a:sym typeface="Calibri"/>
              </a:rPr>
              <a:t>)</a:t>
            </a:r>
          </a:p>
          <a:p>
            <a:r>
              <a:rPr lang="fr-FR" sz="1200" b="0" i="0" u="none" strike="noStrike" cap="none" dirty="0">
                <a:solidFill>
                  <a:schemeClr val="dk1"/>
                </a:solidFill>
                <a:effectLst/>
                <a:latin typeface="Calibri"/>
                <a:ea typeface="Calibri"/>
                <a:cs typeface="Calibri"/>
                <a:sym typeface="Calibri"/>
              </a:rPr>
              <a:t>1</a:t>
            </a:r>
            <a:r>
              <a:rPr lang="fr-FR" sz="1200" b="0" i="0" u="none" strike="noStrike" cap="none" baseline="30000" dirty="0">
                <a:solidFill>
                  <a:schemeClr val="dk1"/>
                </a:solidFill>
                <a:effectLst/>
                <a:latin typeface="Calibri"/>
                <a:ea typeface="Calibri"/>
                <a:cs typeface="Calibri"/>
                <a:sym typeface="Calibri"/>
              </a:rPr>
              <a:t>e</a:t>
            </a:r>
            <a:r>
              <a:rPr lang="fr-FR" sz="1200" b="0" i="0" u="none" strike="noStrike" cap="none" dirty="0">
                <a:solidFill>
                  <a:schemeClr val="dk1"/>
                </a:solidFill>
                <a:effectLst/>
                <a:latin typeface="Calibri"/>
                <a:ea typeface="Calibri"/>
                <a:cs typeface="Calibri"/>
                <a:sym typeface="Calibri"/>
              </a:rPr>
              <a:t> </a:t>
            </a:r>
            <a:r>
              <a:rPr lang="fr-FR" sz="1200" b="0" i="0" u="none" strike="noStrike" cap="none" dirty="0" err="1">
                <a:solidFill>
                  <a:schemeClr val="dk1"/>
                </a:solidFill>
                <a:effectLst/>
                <a:latin typeface="Calibri"/>
                <a:ea typeface="Calibri"/>
                <a:cs typeface="Calibri"/>
                <a:sym typeface="Calibri"/>
              </a:rPr>
              <a:t>dim</a:t>
            </a:r>
            <a:r>
              <a:rPr lang="fr-FR" sz="1200" b="0" i="0" u="none" strike="noStrike" cap="none" dirty="0">
                <a:solidFill>
                  <a:schemeClr val="dk1"/>
                </a:solidFill>
                <a:effectLst/>
                <a:latin typeface="Calibri"/>
                <a:ea typeface="Calibri"/>
                <a:cs typeface="Calibri"/>
                <a:sym typeface="Calibri"/>
              </a:rPr>
              <a:t>: bon passage dans top-k? k int &gt;=0 </a:t>
            </a:r>
            <a:r>
              <a:rPr lang="fr-FR" sz="1200" b="0" i="0" u="none" strike="noStrike" cap="none" dirty="0" err="1">
                <a:solidFill>
                  <a:schemeClr val="dk1"/>
                </a:solidFill>
                <a:effectLst/>
                <a:latin typeface="Calibri"/>
                <a:ea typeface="Calibri"/>
                <a:cs typeface="Calibri"/>
                <a:sym typeface="Calibri"/>
              </a:rPr>
              <a:t>metriques</a:t>
            </a:r>
            <a:r>
              <a:rPr lang="fr-FR" sz="1200" b="0" i="0" u="none" strike="noStrike" cap="none" dirty="0">
                <a:solidFill>
                  <a:schemeClr val="dk1"/>
                </a:solidFill>
                <a:effectLst/>
                <a:latin typeface="Calibri"/>
                <a:ea typeface="Calibri"/>
                <a:cs typeface="Calibri"/>
                <a:sym typeface="Calibri"/>
              </a:rPr>
              <a:t> classiques recherche info adaptées à 50q. Type, difficulté, criticité, langue.</a:t>
            </a:r>
          </a:p>
          <a:p>
            <a:r>
              <a:rPr lang="fr-FR" sz="1200" b="0" i="0" u="none" strike="noStrike" cap="none" dirty="0">
                <a:solidFill>
                  <a:schemeClr val="dk1"/>
                </a:solidFill>
                <a:effectLst/>
                <a:latin typeface="Calibri"/>
                <a:ea typeface="Calibri"/>
                <a:cs typeface="Calibri"/>
                <a:sym typeface="Calibri"/>
              </a:rPr>
              <a:t>Plan factoriel: 16 mod, 9 chunk, 6 retriever = 864, 750. </a:t>
            </a:r>
            <a:r>
              <a:rPr lang="fr-FR" sz="1200" b="0" i="0" u="none" strike="noStrike" cap="none" dirty="0" err="1">
                <a:solidFill>
                  <a:schemeClr val="dk1"/>
                </a:solidFill>
                <a:effectLst/>
                <a:latin typeface="Calibri"/>
                <a:ea typeface="Calibri"/>
                <a:cs typeface="Calibri"/>
                <a:sym typeface="Calibri"/>
              </a:rPr>
              <a:t>Heatmap</a:t>
            </a:r>
            <a:r>
              <a:rPr lang="fr-FR" sz="1200" b="0" i="0" u="none" strike="noStrike" cap="none" dirty="0">
                <a:solidFill>
                  <a:schemeClr val="dk1"/>
                </a:solidFill>
                <a:effectLst/>
                <a:latin typeface="Calibri"/>
                <a:ea typeface="Calibri"/>
                <a:cs typeface="Calibri"/>
                <a:sym typeface="Calibri"/>
              </a:rPr>
              <a:t> scores </a:t>
            </a:r>
            <a:r>
              <a:rPr lang="fr-FR" sz="1200" b="0" i="0" u="none" strike="noStrike" cap="none" dirty="0" err="1">
                <a:solidFill>
                  <a:schemeClr val="dk1"/>
                </a:solidFill>
                <a:effectLst/>
                <a:latin typeface="Calibri"/>
                <a:ea typeface="Calibri"/>
                <a:cs typeface="Calibri"/>
                <a:sym typeface="Calibri"/>
              </a:rPr>
              <a:t>mrr</a:t>
            </a:r>
            <a:r>
              <a:rPr lang="fr-FR" sz="1200" b="0" i="0" u="none" strike="noStrike" cap="none" dirty="0">
                <a:solidFill>
                  <a:schemeClr val="dk1"/>
                </a:solidFill>
                <a:effectLst/>
                <a:latin typeface="Calibri"/>
                <a:ea typeface="Calibri"/>
                <a:cs typeface="Calibri"/>
                <a:sym typeface="Calibri"/>
              </a:rPr>
              <a:t> moyens. 1case = 1 modele-chunking-6retriever.</a:t>
            </a:r>
          </a:p>
          <a:p>
            <a:r>
              <a:rPr lang="fr-FR" sz="1200" b="0" i="0" u="none" strike="noStrike" cap="none" dirty="0">
                <a:solidFill>
                  <a:schemeClr val="dk1"/>
                </a:solidFill>
                <a:effectLst/>
                <a:latin typeface="Calibri"/>
                <a:ea typeface="Calibri"/>
                <a:cs typeface="Calibri"/>
                <a:sym typeface="Calibri"/>
              </a:rPr>
              <a:t>8 top bande 0,03 </a:t>
            </a:r>
            <a:r>
              <a:rPr lang="fr-FR" sz="1200" b="0" i="0" u="none" strike="noStrike" cap="none" dirty="0" err="1">
                <a:solidFill>
                  <a:schemeClr val="dk1"/>
                </a:solidFill>
                <a:effectLst/>
                <a:latin typeface="Calibri"/>
                <a:ea typeface="Calibri"/>
                <a:cs typeface="Calibri"/>
                <a:sym typeface="Calibri"/>
              </a:rPr>
              <a:t>mrr</a:t>
            </a:r>
            <a:r>
              <a:rPr lang="fr-FR" sz="1200" b="0" i="0" u="none" strike="noStrike" cap="none" dirty="0">
                <a:solidFill>
                  <a:schemeClr val="dk1"/>
                </a:solidFill>
                <a:effectLst/>
                <a:latin typeface="Calibri"/>
                <a:ea typeface="Calibri"/>
                <a:cs typeface="Calibri"/>
                <a:sym typeface="Calibri"/>
              </a:rPr>
              <a:t>. Pas de mod miracle -&gt; cout souveraineté latence</a:t>
            </a:r>
          </a:p>
          <a:p>
            <a:r>
              <a:rPr lang="fr-FR" sz="1200" b="0" i="0" u="none" strike="noStrike" cap="none" dirty="0">
                <a:solidFill>
                  <a:schemeClr val="dk1"/>
                </a:solidFill>
                <a:effectLst/>
                <a:latin typeface="Calibri"/>
                <a:ea typeface="Calibri"/>
                <a:cs typeface="Calibri"/>
                <a:sym typeface="Calibri"/>
              </a:rPr>
              <a:t>Top retriever </a:t>
            </a:r>
            <a:r>
              <a:rPr lang="fr-FR" sz="1200" b="0" i="0" u="none" strike="noStrike" cap="none" dirty="0" err="1">
                <a:solidFill>
                  <a:schemeClr val="dk1"/>
                </a:solidFill>
                <a:effectLst/>
                <a:latin typeface="Calibri"/>
                <a:ea typeface="Calibri"/>
                <a:cs typeface="Calibri"/>
                <a:sym typeface="Calibri"/>
              </a:rPr>
              <a:t>dep</a:t>
            </a:r>
            <a:r>
              <a:rPr lang="fr-FR" sz="1200" b="0" i="0" u="none" strike="noStrike" cap="none" dirty="0">
                <a:solidFill>
                  <a:schemeClr val="dk1"/>
                </a:solidFill>
                <a:effectLst/>
                <a:latin typeface="Calibri"/>
                <a:ea typeface="Calibri"/>
                <a:cs typeface="Calibri"/>
                <a:sym typeface="Calibri"/>
              </a:rPr>
              <a:t> </a:t>
            </a:r>
            <a:r>
              <a:rPr lang="fr-FR" sz="1200" b="0" i="0" u="none" strike="noStrike" cap="none" dirty="0" err="1">
                <a:solidFill>
                  <a:schemeClr val="dk1"/>
                </a:solidFill>
                <a:effectLst/>
                <a:latin typeface="Calibri"/>
                <a:ea typeface="Calibri"/>
                <a:cs typeface="Calibri"/>
                <a:sym typeface="Calibri"/>
              </a:rPr>
              <a:t>modele</a:t>
            </a:r>
            <a:r>
              <a:rPr lang="fr-FR" sz="1200" b="0" i="0" u="none" strike="noStrike" cap="none" dirty="0">
                <a:solidFill>
                  <a:schemeClr val="dk1"/>
                </a:solidFill>
                <a:effectLst/>
                <a:latin typeface="Calibri"/>
                <a:ea typeface="Calibri"/>
                <a:cs typeface="Calibri"/>
                <a:sym typeface="Calibri"/>
              </a:rPr>
              <a:t>. E3 </a:t>
            </a:r>
            <a:r>
              <a:rPr lang="fr-FR" sz="1200" b="0" i="0" u="none" strike="noStrike" cap="none" dirty="0" err="1">
                <a:solidFill>
                  <a:schemeClr val="dk1"/>
                </a:solidFill>
                <a:effectLst/>
                <a:latin typeface="Calibri"/>
                <a:ea typeface="Calibri"/>
                <a:cs typeface="Calibri"/>
                <a:sym typeface="Calibri"/>
              </a:rPr>
              <a:t>nomic</a:t>
            </a:r>
            <a:r>
              <a:rPr lang="fr-FR" sz="1200" b="0" i="0" u="none" strike="noStrike" cap="none" dirty="0">
                <a:solidFill>
                  <a:schemeClr val="dk1"/>
                </a:solidFill>
                <a:effectLst/>
                <a:latin typeface="Calibri"/>
                <a:ea typeface="Calibri"/>
                <a:cs typeface="Calibri"/>
                <a:sym typeface="Calibri"/>
              </a:rPr>
              <a:t> q3 = 1024 mieux discriminer. FR: </a:t>
            </a:r>
            <a:r>
              <a:rPr lang="fr-FR" sz="1200" b="0" i="0" u="none" strike="noStrike" cap="none" dirty="0" err="1">
                <a:solidFill>
                  <a:schemeClr val="dk1"/>
                </a:solidFill>
                <a:effectLst/>
                <a:latin typeface="Calibri"/>
                <a:ea typeface="Calibri"/>
                <a:cs typeface="Calibri"/>
                <a:sym typeface="Calibri"/>
              </a:rPr>
              <a:t>solon</a:t>
            </a:r>
            <a:r>
              <a:rPr lang="fr-FR" sz="1200" b="0" i="0" u="none" strike="noStrike" cap="none" dirty="0">
                <a:solidFill>
                  <a:schemeClr val="dk1"/>
                </a:solidFill>
                <a:effectLst/>
                <a:latin typeface="Calibri"/>
                <a:ea typeface="Calibri"/>
                <a:cs typeface="Calibri"/>
                <a:sym typeface="Calibri"/>
              </a:rPr>
              <a:t> camembert = </a:t>
            </a:r>
            <a:r>
              <a:rPr lang="fr-FR" sz="1200" b="0" i="0" u="none" strike="noStrike" cap="none" dirty="0" err="1">
                <a:solidFill>
                  <a:schemeClr val="dk1"/>
                </a:solidFill>
                <a:effectLst/>
                <a:latin typeface="Calibri"/>
                <a:ea typeface="Calibri"/>
                <a:cs typeface="Calibri"/>
                <a:sym typeface="Calibri"/>
              </a:rPr>
              <a:t>chunking</a:t>
            </a:r>
            <a:r>
              <a:rPr lang="fr-FR" sz="1200" b="0" i="0" u="none" strike="noStrike" cap="none" dirty="0">
                <a:solidFill>
                  <a:schemeClr val="dk1"/>
                </a:solidFill>
                <a:effectLst/>
                <a:latin typeface="Calibri"/>
                <a:ea typeface="Calibri"/>
                <a:cs typeface="Calibri"/>
                <a:sym typeface="Calibri"/>
              </a:rPr>
              <a:t> paragraphe = unité sémantique langue. Mod compacts </a:t>
            </a:r>
            <a:r>
              <a:rPr lang="fr-FR" sz="1200" b="0" i="0" u="none" strike="noStrike" cap="none" dirty="0" err="1">
                <a:solidFill>
                  <a:schemeClr val="dk1"/>
                </a:solidFill>
                <a:effectLst/>
                <a:latin typeface="Calibri"/>
                <a:ea typeface="Calibri"/>
                <a:cs typeface="Calibri"/>
                <a:sym typeface="Calibri"/>
              </a:rPr>
              <a:t>minilm</a:t>
            </a:r>
            <a:r>
              <a:rPr lang="fr-FR" sz="1200" b="0" i="0" u="none" strike="noStrike" cap="none" dirty="0">
                <a:solidFill>
                  <a:schemeClr val="dk1"/>
                </a:solidFill>
                <a:effectLst/>
                <a:latin typeface="Calibri"/>
                <a:ea typeface="Calibri"/>
                <a:cs typeface="Calibri"/>
                <a:sym typeface="Calibri"/>
              </a:rPr>
              <a:t> e5-small pénalisés par </a:t>
            </a:r>
            <a:r>
              <a:rPr lang="fr-FR" sz="1200" b="0" i="0" u="none" strike="noStrike" cap="none" dirty="0" err="1">
                <a:solidFill>
                  <a:schemeClr val="dk1"/>
                </a:solidFill>
                <a:effectLst/>
                <a:latin typeface="Calibri"/>
                <a:ea typeface="Calibri"/>
                <a:cs typeface="Calibri"/>
                <a:sym typeface="Calibri"/>
              </a:rPr>
              <a:t>chunks</a:t>
            </a:r>
            <a:r>
              <a:rPr lang="fr-FR" sz="1200" b="0" i="0" u="none" strike="noStrike" cap="none" dirty="0">
                <a:solidFill>
                  <a:schemeClr val="dk1"/>
                </a:solidFill>
                <a:effectLst/>
                <a:latin typeface="Calibri"/>
                <a:ea typeface="Calibri"/>
                <a:cs typeface="Calibri"/>
                <a:sym typeface="Calibri"/>
              </a:rPr>
              <a:t> long car max 512 </a:t>
            </a:r>
            <a:r>
              <a:rPr lang="fr-FR" sz="1200" b="0" i="0" u="none" strike="noStrike" cap="none" dirty="0" err="1">
                <a:solidFill>
                  <a:schemeClr val="dk1"/>
                </a:solidFill>
                <a:effectLst/>
                <a:latin typeface="Calibri"/>
                <a:ea typeface="Calibri"/>
                <a:cs typeface="Calibri"/>
                <a:sym typeface="Calibri"/>
              </a:rPr>
              <a:t>token</a:t>
            </a:r>
            <a:r>
              <a:rPr lang="fr-FR" sz="1200" b="0" i="0" u="none" strike="noStrike" cap="none" dirty="0">
                <a:solidFill>
                  <a:schemeClr val="dk1"/>
                </a:solidFill>
                <a:effectLst/>
                <a:latin typeface="Calibri"/>
                <a:ea typeface="Calibri"/>
                <a:cs typeface="Calibri"/>
                <a:sym typeface="Calibri"/>
              </a:rPr>
              <a:t>.</a:t>
            </a:r>
          </a:p>
          <a:p>
            <a:r>
              <a:rPr lang="fr-FR" sz="1200" b="0" i="0" u="none" strike="noStrike" cap="none" dirty="0">
                <a:solidFill>
                  <a:schemeClr val="dk1"/>
                </a:solidFill>
                <a:effectLst/>
                <a:latin typeface="Calibri"/>
                <a:ea typeface="Calibri"/>
                <a:cs typeface="Calibri"/>
                <a:sym typeface="Calibri"/>
              </a:rPr>
              <a:t>Pas de meilleur </a:t>
            </a:r>
            <a:r>
              <a:rPr lang="fr-FR" sz="1200" b="0" i="0" u="none" strike="noStrike" cap="none" dirty="0" err="1">
                <a:solidFill>
                  <a:schemeClr val="dk1"/>
                </a:solidFill>
                <a:effectLst/>
                <a:latin typeface="Calibri"/>
                <a:ea typeface="Calibri"/>
                <a:cs typeface="Calibri"/>
                <a:sym typeface="Calibri"/>
              </a:rPr>
              <a:t>chunking</a:t>
            </a:r>
            <a:r>
              <a:rPr lang="fr-FR" sz="1200" b="0" i="0" u="none" strike="noStrike" cap="none" dirty="0">
                <a:solidFill>
                  <a:schemeClr val="dk1"/>
                </a:solidFill>
                <a:effectLst/>
                <a:latin typeface="Calibri"/>
                <a:ea typeface="Calibri"/>
                <a:cs typeface="Calibri"/>
                <a:sym typeface="Calibri"/>
              </a:rPr>
              <a:t>, test avec </a:t>
            </a:r>
            <a:r>
              <a:rPr lang="fr-FR" sz="1200" b="0" i="0" u="none" strike="noStrike" cap="none" dirty="0" err="1">
                <a:solidFill>
                  <a:schemeClr val="dk1"/>
                </a:solidFill>
                <a:effectLst/>
                <a:latin typeface="Calibri"/>
                <a:ea typeface="Calibri"/>
                <a:cs typeface="Calibri"/>
                <a:sym typeface="Calibri"/>
              </a:rPr>
              <a:t>modele</a:t>
            </a:r>
            <a:r>
              <a:rPr lang="fr-FR" sz="1200" b="0" i="0" u="none" strike="noStrike" cap="none" dirty="0">
                <a:solidFill>
                  <a:schemeClr val="dk1"/>
                </a:solidFill>
                <a:effectLst/>
                <a:latin typeface="Calibri"/>
                <a:ea typeface="Calibri"/>
                <a:cs typeface="Calibri"/>
                <a:sym typeface="Calibri"/>
              </a:rPr>
              <a:t>.</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0" i="0" u="none" strike="noStrike" cap="none" dirty="0">
                <a:solidFill>
                  <a:schemeClr val="dk1"/>
                </a:solidFill>
                <a:effectLst/>
                <a:latin typeface="Calibri"/>
                <a:ea typeface="Calibri"/>
                <a:cs typeface="Calibri"/>
                <a:sym typeface="Calibri"/>
              </a:rPr>
              <a:t>bon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 nécessaire, pas suffisant. fidélité sources</a:t>
            </a: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Une précaution de vocabulaire avant d'aller plus loin. Ces étages que vous venez de voir, sont les endroits où peut naître l’erreur. C'est la structure de la chaîne. Les cinq dimensions que je vais présenter maintenant, c'est ce qu'on mesure sur le système. Ce sont deux grilles différentes, qui se croisent et c'est d’ailleurs précisément ce croisement qui va rendre l'analyse d'erreurs actionnable, en fin de présentation.</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Première dimension, donc : est-ce que le bon passage est bien dans le top-k renvoyé par la récupération ? K étant un nombre entier, supérieur ou égal à 0 (bien que 0 corresponde à l’absence de rag). On dispose ici de métriques classiques héritées de la recherche d'information: </a:t>
            </a:r>
            <a:r>
              <a:rPr lang="fr-FR" sz="1200" b="0" i="0" u="none" strike="noStrike" cap="none" dirty="0" err="1">
                <a:solidFill>
                  <a:schemeClr val="dk1"/>
                </a:solidFill>
                <a:effectLst/>
                <a:latin typeface="Calibri"/>
                <a:ea typeface="Calibri"/>
                <a:cs typeface="Calibri"/>
                <a:sym typeface="Calibri"/>
              </a:rPr>
              <a:t>Recall@k</a:t>
            </a:r>
            <a:r>
              <a:rPr lang="fr-FR" sz="1200" b="0" i="0" u="none" strike="noStrike" cap="none" dirty="0">
                <a:solidFill>
                  <a:schemeClr val="dk1"/>
                </a:solidFill>
                <a:effectLst/>
                <a:latin typeface="Calibri"/>
                <a:ea typeface="Calibri"/>
                <a:cs typeface="Calibri"/>
                <a:sym typeface="Calibri"/>
              </a:rPr>
              <a:t>, MRR, </a:t>
            </a:r>
            <a:r>
              <a:rPr lang="fr-FR" sz="1200" b="0" i="0" u="none" strike="noStrike" cap="none" dirty="0" err="1">
                <a:solidFill>
                  <a:schemeClr val="dk1"/>
                </a:solidFill>
                <a:effectLst/>
                <a:latin typeface="Calibri"/>
                <a:ea typeface="Calibri"/>
                <a:cs typeface="Calibri"/>
                <a:sym typeface="Calibri"/>
              </a:rPr>
              <a:t>nDCG</a:t>
            </a:r>
            <a:r>
              <a:rPr lang="fr-FR" sz="1200" b="0" i="0" u="none" strike="noStrike" cap="none" dirty="0">
                <a:solidFill>
                  <a:schemeClr val="dk1"/>
                </a:solidFill>
                <a:effectLst/>
                <a:latin typeface="Calibri"/>
                <a:ea typeface="Calibri"/>
                <a:cs typeface="Calibri"/>
                <a:sym typeface="Calibri"/>
              </a:rPr>
              <a:t>: que j'ai adaptées à un jeu de test que j'ai construit sur mesure : 50 questions annotées manuellement, stratifiées par type, difficulté, criticité métier et langue.</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J’ai lancé un plan factoriel complet : 16 modèles de vectorisation croisés avec 9 stratégies de </a:t>
            </a:r>
            <a:r>
              <a:rPr lang="fr-FR" sz="1200" b="0" i="0" u="none" strike="noStrike" cap="none" dirty="0" err="1">
                <a:solidFill>
                  <a:schemeClr val="dk1"/>
                </a:solidFill>
                <a:effectLst/>
                <a:latin typeface="Calibri"/>
                <a:ea typeface="Calibri"/>
                <a:cs typeface="Calibri"/>
                <a:sym typeface="Calibri"/>
              </a:rPr>
              <a:t>chunking</a:t>
            </a:r>
            <a:r>
              <a:rPr lang="fr-FR" sz="1200" b="0" i="0" u="none" strike="noStrike" cap="none" dirty="0">
                <a:solidFill>
                  <a:schemeClr val="dk1"/>
                </a:solidFill>
                <a:effectLst/>
                <a:latin typeface="Calibri"/>
                <a:ea typeface="Calibri"/>
                <a:cs typeface="Calibri"/>
                <a:sym typeface="Calibri"/>
              </a:rPr>
              <a:t> et 6 variantes de récupération. Ça fait 864 configurations, dont 750 exploitables. Ce que vous voyez à l'écran, c'est la </a:t>
            </a:r>
            <a:r>
              <a:rPr lang="fr-FR" sz="1200" b="0" i="0" u="none" strike="noStrike" cap="none" dirty="0" err="1">
                <a:solidFill>
                  <a:schemeClr val="dk1"/>
                </a:solidFill>
                <a:effectLst/>
                <a:latin typeface="Calibri"/>
                <a:ea typeface="Calibri"/>
                <a:cs typeface="Calibri"/>
                <a:sym typeface="Calibri"/>
              </a:rPr>
              <a:t>heatmap</a:t>
            </a:r>
            <a:r>
              <a:rPr lang="fr-FR" sz="1200" b="0" i="0" u="none" strike="noStrike" cap="none" dirty="0">
                <a:solidFill>
                  <a:schemeClr val="dk1"/>
                </a:solidFill>
                <a:effectLst/>
                <a:latin typeface="Calibri"/>
                <a:ea typeface="Calibri"/>
                <a:cs typeface="Calibri"/>
                <a:sym typeface="Calibri"/>
              </a:rPr>
              <a:t> des scores MRR moyens : chaque case est une combinaison modèle-</a:t>
            </a:r>
            <a:r>
              <a:rPr lang="fr-FR" sz="1200" b="0" i="0" u="none" strike="noStrike" cap="none" dirty="0" err="1">
                <a:solidFill>
                  <a:schemeClr val="dk1"/>
                </a:solidFill>
                <a:effectLst/>
                <a:latin typeface="Calibri"/>
                <a:ea typeface="Calibri"/>
                <a:cs typeface="Calibri"/>
                <a:sym typeface="Calibri"/>
              </a:rPr>
              <a:t>chunking</a:t>
            </a:r>
            <a:r>
              <a:rPr lang="fr-FR" sz="1200" b="0" i="0" u="none" strike="noStrike" cap="none" dirty="0">
                <a:solidFill>
                  <a:schemeClr val="dk1"/>
                </a:solidFill>
                <a:effectLst/>
                <a:latin typeface="Calibri"/>
                <a:ea typeface="Calibri"/>
                <a:cs typeface="Calibri"/>
                <a:sym typeface="Calibri"/>
              </a:rPr>
              <a:t>.</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Deux enseignements. D'abord, les huit meilleurs modèles se tiennent dans une bande de plus ou moins 3 centièmes de MRR : sur ce corpus, il n'y a pas de modèle miracle. Ada-002, embed-3-large, Nomic, Qwen3, Solon, E5, Jina : ils sont tous à une quasi-égalité statistique. Ce qui veut dire que le choix se fait sur les critères pratiques — latence, coût, souveraineté — pas sur la MRR seule.</a:t>
            </a:r>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Ensuite, deuxième enseignement plus contre-intuitif : le </a:t>
            </a:r>
            <a:r>
              <a:rPr lang="fr-FR" sz="1200" b="0" i="0" u="none" strike="noStrike" cap="none" dirty="0" err="1">
                <a:solidFill>
                  <a:schemeClr val="dk1"/>
                </a:solidFill>
                <a:effectLst/>
                <a:latin typeface="Calibri"/>
                <a:ea typeface="Calibri"/>
                <a:cs typeface="Calibri"/>
                <a:sym typeface="Calibri"/>
              </a:rPr>
              <a:t>chunking</a:t>
            </a:r>
            <a:r>
              <a:rPr lang="fr-FR" sz="1200" b="0" i="0" u="none" strike="noStrike" cap="none" dirty="0">
                <a:solidFill>
                  <a:schemeClr val="dk1"/>
                </a:solidFill>
                <a:effectLst/>
                <a:latin typeface="Calibri"/>
                <a:ea typeface="Calibri"/>
                <a:cs typeface="Calibri"/>
                <a:sym typeface="Calibri"/>
              </a:rPr>
              <a:t> optimal dépend du modèle. Les gros modèles avec grande fenêtre de contexte — embed-3-large, Nomic, Qwen3 — préfèrent des </a:t>
            </a:r>
            <a:r>
              <a:rPr lang="fr-FR" sz="1200" b="0" i="0" u="none" strike="noStrike" cap="none" dirty="0" err="1">
                <a:solidFill>
                  <a:schemeClr val="dk1"/>
                </a:solidFill>
                <a:effectLst/>
                <a:latin typeface="Calibri"/>
                <a:ea typeface="Calibri"/>
                <a:cs typeface="Calibri"/>
                <a:sym typeface="Calibri"/>
              </a:rPr>
              <a:t>chunks</a:t>
            </a:r>
            <a:r>
              <a:rPr lang="fr-FR" sz="1200" b="0" i="0" u="none" strike="noStrike" cap="none" dirty="0">
                <a:solidFill>
                  <a:schemeClr val="dk1"/>
                </a:solidFill>
                <a:effectLst/>
                <a:latin typeface="Calibri"/>
                <a:ea typeface="Calibri"/>
                <a:cs typeface="Calibri"/>
                <a:sym typeface="Calibri"/>
              </a:rPr>
              <a:t> de 1024 tokens : ils exploitent le contexte long pour mieux discriminer. Les modèles francophones spécialisés — Solon, </a:t>
            </a:r>
            <a:r>
              <a:rPr lang="fr-FR" sz="1200" b="0" i="0" u="none" strike="noStrike" cap="none" dirty="0" err="1">
                <a:solidFill>
                  <a:schemeClr val="dk1"/>
                </a:solidFill>
                <a:effectLst/>
                <a:latin typeface="Calibri"/>
                <a:ea typeface="Calibri"/>
                <a:cs typeface="Calibri"/>
                <a:sym typeface="Calibri"/>
              </a:rPr>
              <a:t>CamemBERT</a:t>
            </a:r>
            <a:r>
              <a:rPr lang="fr-FR" sz="1200" b="0" i="0" u="none" strike="noStrike" cap="none" dirty="0">
                <a:solidFill>
                  <a:schemeClr val="dk1"/>
                </a:solidFill>
                <a:effectLst/>
                <a:latin typeface="Calibri"/>
                <a:ea typeface="Calibri"/>
                <a:cs typeface="Calibri"/>
                <a:sym typeface="Calibri"/>
              </a:rPr>
              <a:t>-large — préfèrent le </a:t>
            </a:r>
            <a:r>
              <a:rPr lang="fr-FR" sz="1200" b="0" i="0" u="none" strike="noStrike" cap="none" dirty="0" err="1">
                <a:solidFill>
                  <a:schemeClr val="dk1"/>
                </a:solidFill>
                <a:effectLst/>
                <a:latin typeface="Calibri"/>
                <a:ea typeface="Calibri"/>
                <a:cs typeface="Calibri"/>
                <a:sym typeface="Calibri"/>
              </a:rPr>
              <a:t>chunking</a:t>
            </a:r>
            <a:r>
              <a:rPr lang="fr-FR" sz="1200" b="0" i="0" u="none" strike="noStrike" cap="none" dirty="0">
                <a:solidFill>
                  <a:schemeClr val="dk1"/>
                </a:solidFill>
                <a:effectLst/>
                <a:latin typeface="Calibri"/>
                <a:ea typeface="Calibri"/>
                <a:cs typeface="Calibri"/>
                <a:sym typeface="Calibri"/>
              </a:rPr>
              <a:t> par paragraphe, qui respecte les unités sémantiques naturelles de la langue. Les modèles compacts — MiniLM-L6, multilingual-e5-small — sont pénalisés par les </a:t>
            </a:r>
            <a:r>
              <a:rPr lang="fr-FR" sz="1200" b="0" i="0" u="none" strike="noStrike" cap="none" dirty="0" err="1">
                <a:solidFill>
                  <a:schemeClr val="dk1"/>
                </a:solidFill>
                <a:effectLst/>
                <a:latin typeface="Calibri"/>
                <a:ea typeface="Calibri"/>
                <a:cs typeface="Calibri"/>
                <a:sym typeface="Calibri"/>
              </a:rPr>
              <a:t>chunks</a:t>
            </a:r>
            <a:r>
              <a:rPr lang="fr-FR" sz="1200" b="0" i="0" u="none" strike="noStrike" cap="none" dirty="0">
                <a:solidFill>
                  <a:schemeClr val="dk1"/>
                </a:solidFill>
                <a:effectLst/>
                <a:latin typeface="Calibri"/>
                <a:ea typeface="Calibri"/>
                <a:cs typeface="Calibri"/>
                <a:sym typeface="Calibri"/>
              </a:rPr>
              <a:t> longs : leur fenêtre de 512 tokens sature, et la représentation se dégrade. Autrement dit, on ne peut pas recommander « le meilleur </a:t>
            </a:r>
            <a:r>
              <a:rPr lang="fr-FR" sz="1200" b="0" i="0" u="none" strike="noStrike" cap="none" dirty="0" err="1">
                <a:solidFill>
                  <a:schemeClr val="dk1"/>
                </a:solidFill>
                <a:effectLst/>
                <a:latin typeface="Calibri"/>
                <a:ea typeface="Calibri"/>
                <a:cs typeface="Calibri"/>
                <a:sym typeface="Calibri"/>
              </a:rPr>
              <a:t>chunking</a:t>
            </a:r>
            <a:r>
              <a:rPr lang="fr-FR" sz="1200" b="0" i="0" u="none" strike="noStrike" cap="none" dirty="0">
                <a:solidFill>
                  <a:schemeClr val="dk1"/>
                </a:solidFill>
                <a:effectLst/>
                <a:latin typeface="Calibri"/>
                <a:ea typeface="Calibri"/>
                <a:cs typeface="Calibri"/>
                <a:sym typeface="Calibri"/>
              </a:rPr>
              <a:t> » dans l'abstrait — il faut le tester conjointement avec le modèle. C'est un vrai résultat, et c'est ce qui a justifié de garder tout le plan factoriel plutôt que de figer une stratégie a priori.</a:t>
            </a:r>
          </a:p>
          <a:p>
            <a:endParaRPr lang="fr-FR" sz="1200" b="0" i="0" u="none" strike="noStrike" cap="none" dirty="0">
              <a:solidFill>
                <a:schemeClr val="dk1"/>
              </a:solidFill>
              <a:effectLst/>
              <a:latin typeface="Calibri"/>
              <a:ea typeface="Calibri"/>
              <a:cs typeface="Calibri"/>
              <a:sym typeface="Calibri"/>
            </a:endParaRP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0" i="0" u="none" strike="noStrike" cap="none" dirty="0">
                <a:solidFill>
                  <a:schemeClr val="dk1"/>
                </a:solidFill>
                <a:effectLst/>
                <a:latin typeface="Calibri"/>
                <a:ea typeface="Calibri"/>
                <a:cs typeface="Calibri"/>
                <a:sym typeface="Calibri"/>
              </a:rPr>
              <a:t>Un bon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 est nécessaire, mais pas suffisant. Deuxième dimension : la fidélité aux sources.</a:t>
            </a:r>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endParaRPr dirty="0"/>
          </a:p>
        </p:txBody>
      </p:sp>
      <p:sp>
        <p:nvSpPr>
          <p:cNvPr id="617" name="Google Shape;61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0" name="Google Shape;64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sz="1200" dirty="0"/>
              <a:t>2e </a:t>
            </a:r>
            <a:r>
              <a:rPr lang="fr-FR" sz="1200" dirty="0" err="1"/>
              <a:t>dim</a:t>
            </a:r>
            <a:r>
              <a:rPr lang="fr-FR" sz="1200" dirty="0"/>
              <a:t> = fidélité aux sources (+ critique p2s). Question : plus bon passage dans contexte mais </a:t>
            </a:r>
            <a:r>
              <a:rPr lang="fr-FR" sz="1200" dirty="0" err="1"/>
              <a:t>reponse</a:t>
            </a:r>
            <a:r>
              <a:rPr lang="fr-FR" sz="1200" dirty="0"/>
              <a:t> fidèle aux docs? rajout, extrapolation, inversion modalité.</a:t>
            </a:r>
          </a:p>
          <a:p>
            <a:r>
              <a:rPr lang="fr-FR" sz="1200" dirty="0"/>
              <a:t>Mesure = RAGAS (découpe en </a:t>
            </a:r>
            <a:r>
              <a:rPr lang="fr-FR" sz="1200" dirty="0" err="1"/>
              <a:t>prop</a:t>
            </a:r>
            <a:r>
              <a:rPr lang="fr-FR" sz="1200" dirty="0"/>
              <a:t>. Atomiques vs contexte + LLM-juge). Éval sur 5 </a:t>
            </a:r>
            <a:r>
              <a:rPr lang="fr-FR" sz="1200" dirty="0" err="1"/>
              <a:t>configs</a:t>
            </a:r>
            <a:r>
              <a:rPr lang="fr-FR" sz="1200" dirty="0"/>
              <a:t> (3 Azure GPT-3.5 / 2 Mistral-7B local).</a:t>
            </a:r>
          </a:p>
          <a:p>
            <a:r>
              <a:rPr lang="fr-FR" sz="1200" dirty="0"/>
              <a:t>3 </a:t>
            </a:r>
            <a:r>
              <a:rPr lang="fr-FR" sz="1200" dirty="0" err="1"/>
              <a:t>obs</a:t>
            </a:r>
            <a:r>
              <a:rPr lang="fr-FR" sz="1200" dirty="0"/>
              <a:t> :</a:t>
            </a:r>
          </a:p>
          <a:p>
            <a:r>
              <a:rPr lang="fr-FR" sz="1200" dirty="0"/>
              <a:t>1: Hybride (dense + BM25 RRF) domine les 4 axes (0,77 </a:t>
            </a:r>
            <a:r>
              <a:rPr lang="fr-FR" sz="1200" dirty="0" err="1"/>
              <a:t>faithfulness</a:t>
            </a:r>
            <a:r>
              <a:rPr lang="fr-FR" sz="1200" dirty="0"/>
              <a:t>, top </a:t>
            </a:r>
            <a:r>
              <a:rPr lang="fr-FR" sz="1200" dirty="0" err="1"/>
              <a:t>relevancy</a:t>
            </a:r>
            <a:r>
              <a:rPr lang="fr-FR" sz="1200" dirty="0"/>
              <a:t> &amp; </a:t>
            </a:r>
            <a:r>
              <a:rPr lang="fr-FR" sz="1200" dirty="0" err="1"/>
              <a:t>precision</a:t>
            </a:r>
            <a:r>
              <a:rPr lang="fr-FR" sz="1200" dirty="0"/>
              <a:t>). </a:t>
            </a:r>
            <a:r>
              <a:rPr lang="fr-FR" sz="1200" dirty="0" err="1"/>
              <a:t>Retri</a:t>
            </a:r>
            <a:r>
              <a:rPr lang="fr-FR" sz="1200" dirty="0"/>
              <a:t> + précis = </a:t>
            </a:r>
            <a:r>
              <a:rPr lang="fr-FR" sz="1200" dirty="0" err="1"/>
              <a:t>géné</a:t>
            </a:r>
            <a:r>
              <a:rPr lang="fr-FR" sz="1200" dirty="0"/>
              <a:t> + fidèle.</a:t>
            </a:r>
          </a:p>
          <a:p>
            <a:r>
              <a:rPr lang="fr-FR" sz="1200" dirty="0"/>
              <a:t>2: GPT-3.5 plafonne à ~0,77. Cible 0,90 -&gt; modèles récents (GPT-4o, Claude Sonnet, Mistral Large) + consignes citation stricts.</a:t>
            </a:r>
          </a:p>
          <a:p>
            <a:r>
              <a:rPr lang="fr-FR" sz="1200" dirty="0"/>
              <a:t>3: Mistral-7B local = retrait perf (0,68 </a:t>
            </a:r>
            <a:r>
              <a:rPr lang="fr-FR" sz="1200" dirty="0" err="1"/>
              <a:t>faith</a:t>
            </a:r>
            <a:r>
              <a:rPr lang="fr-FR" sz="1200" dirty="0"/>
              <a:t>) + latence (36s vs 5s Azure). Non viable temps réel, mais voie de repli souverain (chantiers isolés, nucléaire, militaire).</a:t>
            </a:r>
          </a:p>
          <a:p>
            <a:r>
              <a:rPr lang="fr-FR" sz="1200" dirty="0"/>
              <a:t>3e </a:t>
            </a:r>
            <a:r>
              <a:rPr lang="fr-FR" sz="1200" dirty="0" err="1"/>
              <a:t>dim</a:t>
            </a:r>
            <a:r>
              <a:rPr lang="fr-FR" sz="1200" dirty="0"/>
              <a:t> = pertinence de la réponse (ce que </a:t>
            </a:r>
            <a:r>
              <a:rPr lang="fr-FR" sz="1200" dirty="0" err="1"/>
              <a:t>dim</a:t>
            </a:r>
            <a:r>
              <a:rPr lang="fr-FR" sz="1200" dirty="0"/>
              <a:t> 1 et 2 ne voient pas).</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br>
              <a:rPr lang="fr-FR" sz="1200" b="0" i="0" u="none" strike="noStrike" cap="none" dirty="0">
                <a:solidFill>
                  <a:schemeClr val="dk1"/>
                </a:solidFill>
                <a:effectLst/>
                <a:latin typeface="Calibri"/>
                <a:ea typeface="Calibri"/>
                <a:cs typeface="Calibri"/>
                <a:sym typeface="Calibri"/>
              </a:rPr>
            </a:br>
            <a:r>
              <a:rPr lang="fr-FR" sz="1200" b="0" i="0" u="none" strike="noStrike" cap="none" dirty="0">
                <a:solidFill>
                  <a:schemeClr val="dk1"/>
                </a:solidFill>
                <a:effectLst/>
                <a:latin typeface="Calibri"/>
                <a:ea typeface="Calibri"/>
                <a:cs typeface="Calibri"/>
                <a:sym typeface="Calibri"/>
              </a:rPr>
              <a:t>Deuxième dimension, et sans doute la plus critique pour un usage santé-sécurité : la fidélité aux sources. La question n'est plus « le bon passage est-il dans le contexte » mais « la réponse générée reste-t-elle vraiment fidèle à ce que disent ces passages, ou est-ce que le modèle a rajouté, extrapolé, inversé une modalité ? »</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Pour la mesurer automatiquement, j'ai utilisé le </a:t>
            </a:r>
            <a:r>
              <a:rPr lang="fr-FR" sz="1200" b="0" i="0" u="none" strike="noStrike" cap="none" dirty="0" err="1">
                <a:solidFill>
                  <a:schemeClr val="dk1"/>
                </a:solidFill>
                <a:effectLst/>
                <a:latin typeface="Calibri"/>
                <a:ea typeface="Calibri"/>
                <a:cs typeface="Calibri"/>
                <a:sym typeface="Calibri"/>
              </a:rPr>
              <a:t>framework</a:t>
            </a:r>
            <a:r>
              <a:rPr lang="fr-FR" sz="1200" b="0" i="0" u="none" strike="noStrike" cap="none" dirty="0">
                <a:solidFill>
                  <a:schemeClr val="dk1"/>
                </a:solidFill>
                <a:effectLst/>
                <a:latin typeface="Calibri"/>
                <a:ea typeface="Calibri"/>
                <a:cs typeface="Calibri"/>
                <a:sym typeface="Calibri"/>
              </a:rPr>
              <a:t> RAGAS, qui décompose la réponse en propositions atomiques et vérifie chacune contre le contexte à l'aide d'un LLM-juge. Sur cinq configurations sélectionnées — trois côté Azure avec GPT-3.5, deux côté Mistral-7B local — vous voyez le profil complet à l'écran.</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Trois observations. Premièrement, la configuration hybride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 — dense plus BM25 avec fusion RRF — domine sur les quatre axes simultanément : 0,77 de </a:t>
            </a:r>
            <a:r>
              <a:rPr lang="fr-FR" sz="1200" b="0" i="0" u="none" strike="noStrike" cap="none" dirty="0" err="1">
                <a:solidFill>
                  <a:schemeClr val="dk1"/>
                </a:solidFill>
                <a:effectLst/>
                <a:latin typeface="Calibri"/>
                <a:ea typeface="Calibri"/>
                <a:cs typeface="Calibri"/>
                <a:sym typeface="Calibri"/>
              </a:rPr>
              <a:t>faithfulness</a:t>
            </a:r>
            <a:r>
              <a:rPr lang="fr-FR" sz="1200" b="0" i="0" u="none" strike="noStrike" cap="none" dirty="0">
                <a:solidFill>
                  <a:schemeClr val="dk1"/>
                </a:solidFill>
                <a:effectLst/>
                <a:latin typeface="Calibri"/>
                <a:ea typeface="Calibri"/>
                <a:cs typeface="Calibri"/>
                <a:sym typeface="Calibri"/>
              </a:rPr>
              <a:t>, meilleure </a:t>
            </a:r>
            <a:r>
              <a:rPr lang="fr-FR" sz="1200" b="0" i="0" u="none" strike="noStrike" cap="none" dirty="0" err="1">
                <a:solidFill>
                  <a:schemeClr val="dk1"/>
                </a:solidFill>
                <a:effectLst/>
                <a:latin typeface="Calibri"/>
                <a:ea typeface="Calibri"/>
                <a:cs typeface="Calibri"/>
                <a:sym typeface="Calibri"/>
              </a:rPr>
              <a:t>answer</a:t>
            </a:r>
            <a:r>
              <a:rPr lang="fr-FR" sz="1200" b="0" i="0" u="none" strike="noStrike" cap="none" dirty="0">
                <a:solidFill>
                  <a:schemeClr val="dk1"/>
                </a:solidFill>
                <a:effectLst/>
                <a:latin typeface="Calibri"/>
                <a:ea typeface="Calibri"/>
                <a:cs typeface="Calibri"/>
                <a:sym typeface="Calibri"/>
              </a:rPr>
              <a:t> </a:t>
            </a:r>
            <a:r>
              <a:rPr lang="fr-FR" sz="1200" b="0" i="0" u="none" strike="noStrike" cap="none" dirty="0" err="1">
                <a:solidFill>
                  <a:schemeClr val="dk1"/>
                </a:solidFill>
                <a:effectLst/>
                <a:latin typeface="Calibri"/>
                <a:ea typeface="Calibri"/>
                <a:cs typeface="Calibri"/>
                <a:sym typeface="Calibri"/>
              </a:rPr>
              <a:t>relevancy</a:t>
            </a:r>
            <a:r>
              <a:rPr lang="fr-FR" sz="1200" b="0" i="0" u="none" strike="noStrike" cap="none" dirty="0">
                <a:solidFill>
                  <a:schemeClr val="dk1"/>
                </a:solidFill>
                <a:effectLst/>
                <a:latin typeface="Calibri"/>
                <a:ea typeface="Calibri"/>
                <a:cs typeface="Calibri"/>
                <a:sym typeface="Calibri"/>
              </a:rPr>
              <a:t>, meilleure </a:t>
            </a:r>
            <a:r>
              <a:rPr lang="fr-FR" sz="1200" b="0" i="0" u="none" strike="noStrike" cap="none" dirty="0" err="1">
                <a:solidFill>
                  <a:schemeClr val="dk1"/>
                </a:solidFill>
                <a:effectLst/>
                <a:latin typeface="Calibri"/>
                <a:ea typeface="Calibri"/>
                <a:cs typeface="Calibri"/>
                <a:sym typeface="Calibri"/>
              </a:rPr>
              <a:t>context</a:t>
            </a:r>
            <a:r>
              <a:rPr lang="fr-FR" sz="1200" b="0" i="0" u="none" strike="noStrike" cap="none" dirty="0">
                <a:solidFill>
                  <a:schemeClr val="dk1"/>
                </a:solidFill>
                <a:effectLst/>
                <a:latin typeface="Calibri"/>
                <a:ea typeface="Calibri"/>
                <a:cs typeface="Calibri"/>
                <a:sym typeface="Calibri"/>
              </a:rPr>
              <a:t> </a:t>
            </a:r>
            <a:r>
              <a:rPr lang="fr-FR" sz="1200" b="0" i="0" u="none" strike="noStrike" cap="none" dirty="0" err="1">
                <a:solidFill>
                  <a:schemeClr val="dk1"/>
                </a:solidFill>
                <a:effectLst/>
                <a:latin typeface="Calibri"/>
                <a:ea typeface="Calibri"/>
                <a:cs typeface="Calibri"/>
                <a:sym typeface="Calibri"/>
              </a:rPr>
              <a:t>precision</a:t>
            </a:r>
            <a:r>
              <a:rPr lang="fr-FR" sz="1200" b="0" i="0" u="none" strike="noStrike" cap="none" dirty="0">
                <a:solidFill>
                  <a:schemeClr val="dk1"/>
                </a:solidFill>
                <a:effectLst/>
                <a:latin typeface="Calibri"/>
                <a:ea typeface="Calibri"/>
                <a:cs typeface="Calibri"/>
                <a:sym typeface="Calibri"/>
              </a:rPr>
              <a:t>. Ça confirme, côté génération, ce qu'on avait déjà vu côté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 : une récupération plus précise se traduit par une génération plus fidèle. </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Deuxièmement, GPT-3.5 plafonne à environ 0,77 de </a:t>
            </a:r>
            <a:r>
              <a:rPr lang="fr-FR" sz="1200" b="0" i="0" u="none" strike="noStrike" cap="none" dirty="0" err="1">
                <a:solidFill>
                  <a:schemeClr val="dk1"/>
                </a:solidFill>
                <a:effectLst/>
                <a:latin typeface="Calibri"/>
                <a:ea typeface="Calibri"/>
                <a:cs typeface="Calibri"/>
                <a:sym typeface="Calibri"/>
              </a:rPr>
              <a:t>faithfulness</a:t>
            </a:r>
            <a:r>
              <a:rPr lang="fr-FR" sz="1200" b="0" i="0" u="none" strike="noStrike" cap="none" dirty="0">
                <a:solidFill>
                  <a:schemeClr val="dk1"/>
                </a:solidFill>
                <a:effectLst/>
                <a:latin typeface="Calibri"/>
                <a:ea typeface="Calibri"/>
                <a:cs typeface="Calibri"/>
                <a:sym typeface="Calibri"/>
              </a:rPr>
              <a:t>. Pour aller vers 0,90, cible des </a:t>
            </a:r>
            <a:r>
              <a:rPr lang="fr-FR" sz="1200" b="0" i="0" u="none" strike="noStrike" cap="none" dirty="0" err="1">
                <a:solidFill>
                  <a:schemeClr val="dk1"/>
                </a:solidFill>
                <a:effectLst/>
                <a:latin typeface="Calibri"/>
                <a:ea typeface="Calibri"/>
                <a:cs typeface="Calibri"/>
                <a:sym typeface="Calibri"/>
              </a:rPr>
              <a:t>frameworks</a:t>
            </a:r>
            <a:r>
              <a:rPr lang="fr-FR" sz="1200" b="0" i="0" u="none" strike="noStrike" cap="none" dirty="0">
                <a:solidFill>
                  <a:schemeClr val="dk1"/>
                </a:solidFill>
                <a:effectLst/>
                <a:latin typeface="Calibri"/>
                <a:ea typeface="Calibri"/>
                <a:cs typeface="Calibri"/>
                <a:sym typeface="Calibri"/>
              </a:rPr>
              <a:t> matures, il faudra passer à un modèle plus récent — GPT-4o, Claude Sonnet, Mistral Large — et durcir la consigne de citation.</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Troisième point, plus délicat : Mistral-7B en local. En performance pure, il est en retrait — 0,68 de </a:t>
            </a:r>
            <a:r>
              <a:rPr lang="fr-FR" sz="1200" b="0" i="0" u="none" strike="noStrike" cap="none" dirty="0" err="1">
                <a:solidFill>
                  <a:schemeClr val="dk1"/>
                </a:solidFill>
                <a:effectLst/>
                <a:latin typeface="Calibri"/>
                <a:ea typeface="Calibri"/>
                <a:cs typeface="Calibri"/>
                <a:sym typeface="Calibri"/>
              </a:rPr>
              <a:t>faithfulness</a:t>
            </a:r>
            <a:r>
              <a:rPr lang="fr-FR" sz="1200" b="0" i="0" u="none" strike="noStrike" cap="none" dirty="0">
                <a:solidFill>
                  <a:schemeClr val="dk1"/>
                </a:solidFill>
                <a:effectLst/>
                <a:latin typeface="Calibri"/>
                <a:ea typeface="Calibri"/>
                <a:cs typeface="Calibri"/>
                <a:sym typeface="Calibri"/>
              </a:rPr>
              <a:t> dans sa meilleure configuration. Mais surtout, en latence, on est à 36 secondes par question contre 5 secondes pour Azure. Pas viable pour du temps réel. Il reste néanmoins pertinent comme voie de repli souverain, pour les chantiers en environnement isolé — nucléaire, militaire — où on ne peut pas sortir d'Internet.</a:t>
            </a:r>
          </a:p>
          <a:p>
            <a:endParaRPr lang="fr-FR" sz="1200" b="0" i="0" u="none" strike="noStrike" cap="none" dirty="0">
              <a:solidFill>
                <a:schemeClr val="dk1"/>
              </a:solidFill>
              <a:effectLst/>
              <a:latin typeface="Calibri"/>
              <a:ea typeface="Calibri"/>
              <a:cs typeface="Calibri"/>
              <a:sym typeface="Calibri"/>
            </a:endParaRPr>
          </a:p>
          <a:p>
            <a:r>
              <a:rPr lang="fr-FR" sz="1200" b="1" i="0" u="none" strike="noStrike" cap="none" dirty="0">
                <a:solidFill>
                  <a:schemeClr val="dk1"/>
                </a:solidFill>
                <a:effectLst/>
                <a:latin typeface="Calibri"/>
                <a:ea typeface="Calibri"/>
                <a:cs typeface="Calibri"/>
                <a:sym typeface="Calibri"/>
              </a:rPr>
              <a:t>**Transition**</a:t>
            </a:r>
            <a:r>
              <a:rPr lang="fr-FR" sz="1200" b="0" i="0" u="none" strike="noStrike" cap="none" dirty="0">
                <a:solidFill>
                  <a:schemeClr val="dk1"/>
                </a:solidFill>
                <a:effectLst/>
                <a:latin typeface="Calibri"/>
                <a:ea typeface="Calibri"/>
                <a:cs typeface="Calibri"/>
                <a:sym typeface="Calibri"/>
              </a:rPr>
              <a:t> : « Troisième dimension, qui capture ce qu'aucune des deux premières ne voit : la pertinence de la réponse elle-même. »</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p:txBody>
      </p:sp>
      <p:sp>
        <p:nvSpPr>
          <p:cNvPr id="641" name="Google Shape;64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3f54c2447b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6" name="Google Shape;656;g3f54c2447b2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fr-FR" dirty="0"/>
              <a:t>3e </a:t>
            </a:r>
            <a:r>
              <a:rPr lang="fr-FR" dirty="0" err="1"/>
              <a:t>dim</a:t>
            </a:r>
            <a:r>
              <a:rPr lang="fr-FR" dirty="0"/>
              <a:t> = pertinence réponse (traite vraiment la question? complétude, sans dériver). </a:t>
            </a:r>
            <a:r>
              <a:rPr lang="fr-FR" dirty="0" err="1"/>
              <a:t>Reponse</a:t>
            </a:r>
            <a:r>
              <a:rPr lang="fr-FR" dirty="0"/>
              <a:t> fidèle aux sources != réponse pertinente.</a:t>
            </a:r>
          </a:p>
          <a:p>
            <a:r>
              <a:rPr lang="fr-FR" dirty="0"/>
              <a:t>Mesure = </a:t>
            </a:r>
            <a:r>
              <a:rPr lang="fr-FR" dirty="0" err="1"/>
              <a:t>Answer</a:t>
            </a:r>
            <a:r>
              <a:rPr lang="fr-FR" dirty="0"/>
              <a:t> </a:t>
            </a:r>
            <a:r>
              <a:rPr lang="fr-FR" dirty="0" err="1"/>
              <a:t>relevancy</a:t>
            </a:r>
            <a:r>
              <a:rPr lang="fr-FR" dirty="0"/>
              <a:t> (RAGAS) x stratification par type de question. (colonne orange)</a:t>
            </a:r>
          </a:p>
          <a:p>
            <a:r>
              <a:rPr lang="fr-FR" dirty="0"/>
              <a:t>Graphe = Factuelles &amp; procédurales = top. 2 décrochages :</a:t>
            </a:r>
          </a:p>
          <a:p>
            <a:r>
              <a:rPr lang="fr-FR" dirty="0"/>
              <a:t>Conditionnelles (« que faire si… ») : attrape la règle générale, rate parfois l'exception.</a:t>
            </a:r>
          </a:p>
          <a:p>
            <a:r>
              <a:rPr lang="fr-FR" dirty="0"/>
              <a:t>Comparatives (« différence A vs B ») : top-5 dominé par l'entité la + représentée dans le corpus.</a:t>
            </a:r>
          </a:p>
          <a:p>
            <a:r>
              <a:rPr lang="fr-FR" dirty="0"/>
              <a:t>Solution = Gap analysis ScribBERT : 2 sous-ensembles de docs -&gt; requêtes séparées -&gt; écarts visibles. Usages : comparatives + ouverture chantiers (référentiels internes vs réglementations locales).</a:t>
            </a:r>
          </a:p>
          <a:p>
            <a:r>
              <a:rPr lang="fr-FR" dirty="0"/>
              <a:t>4e </a:t>
            </a:r>
            <a:r>
              <a:rPr lang="fr-FR" dirty="0" err="1"/>
              <a:t>dim</a:t>
            </a:r>
            <a:r>
              <a:rPr lang="fr-FR" dirty="0"/>
              <a:t> = stabilité (souvent oubliée des </a:t>
            </a:r>
            <a:r>
              <a:rPr lang="fr-FR" dirty="0" err="1"/>
              <a:t>frameworks</a:t>
            </a:r>
            <a:r>
              <a:rPr lang="fr-FR" dirty="0"/>
              <a:t> existants).</a:t>
            </a: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Troisième dimension : est-ce que la réponse traite vraiment la question posée, avec la bonne complétude, sans dériver ? Une réponse peut être parfaitement fidèle à ses sources et complètement à côté de la question. On mesure ça avec l'</a:t>
            </a:r>
            <a:r>
              <a:rPr lang="fr-FR" sz="1200" b="0" i="0" u="none" strike="noStrike" cap="none" dirty="0" err="1">
                <a:solidFill>
                  <a:schemeClr val="dk1"/>
                </a:solidFill>
                <a:effectLst/>
                <a:latin typeface="Calibri"/>
                <a:ea typeface="Calibri"/>
                <a:cs typeface="Calibri"/>
                <a:sym typeface="Calibri"/>
              </a:rPr>
              <a:t>answer</a:t>
            </a:r>
            <a:r>
              <a:rPr lang="fr-FR" sz="1200" b="0" i="0" u="none" strike="noStrike" cap="none" dirty="0">
                <a:solidFill>
                  <a:schemeClr val="dk1"/>
                </a:solidFill>
                <a:effectLst/>
                <a:latin typeface="Calibri"/>
                <a:ea typeface="Calibri"/>
                <a:cs typeface="Calibri"/>
                <a:sym typeface="Calibri"/>
              </a:rPr>
              <a:t> </a:t>
            </a:r>
            <a:r>
              <a:rPr lang="fr-FR" sz="1200" b="0" i="0" u="none" strike="noStrike" cap="none" dirty="0" err="1">
                <a:solidFill>
                  <a:schemeClr val="dk1"/>
                </a:solidFill>
                <a:effectLst/>
                <a:latin typeface="Calibri"/>
                <a:ea typeface="Calibri"/>
                <a:cs typeface="Calibri"/>
                <a:sym typeface="Calibri"/>
              </a:rPr>
              <a:t>relevancy</a:t>
            </a:r>
            <a:r>
              <a:rPr lang="fr-FR" sz="1200" b="0" i="0" u="none" strike="noStrike" cap="none" dirty="0">
                <a:solidFill>
                  <a:schemeClr val="dk1"/>
                </a:solidFill>
                <a:effectLst/>
                <a:latin typeface="Calibri"/>
                <a:ea typeface="Calibri"/>
                <a:cs typeface="Calibri"/>
                <a:sym typeface="Calibri"/>
              </a:rPr>
              <a:t> de RAGAS, croisée avec la stratification par type de question.</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Le graphe à l'écran montre les scores RAGAS par type. Les questions factuelles et procédurales performent très bien. Deux catégories décrochent : les conditionnelles — les fameuses « que faire si… » — parce que le système attrape la règle générale mais rate parfois l'exception ; et les comparatives — « quelle différence entre A et B » — parce que le top-5 se fait souvent dominer par l'entité la plus représentée dans le corpus.</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C'est justement pour ce type de questions comparatives que j'ai développé une fonctionnalité de gap analysis dans ScribBERT : l'utilisateur sélectionne deux sous-ensembles de documents, la même requête est exécutée sur chacun, et les écarts sont visibles directement. Au-delà du cas comparatif, cette fonctionnalité a aussi vocation à accélérer l'ouverture de chantiers dans un nouveau pays, en identifiant les écarts entre nos référentiels internes et les réglementations locales applicables.</a:t>
            </a:r>
          </a:p>
          <a:p>
            <a:endParaRPr lang="fr-FR" sz="1200"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1" i="0" u="none" strike="noStrike" cap="none" dirty="0">
                <a:solidFill>
                  <a:schemeClr val="dk1"/>
                </a:solidFill>
                <a:effectLst/>
                <a:latin typeface="Calibri"/>
                <a:ea typeface="Calibri"/>
                <a:cs typeface="Calibri"/>
                <a:sym typeface="Calibri"/>
              </a:rPr>
              <a:t>**Transition**</a:t>
            </a:r>
            <a:r>
              <a:rPr lang="fr-FR" sz="1200" b="0" i="0" u="none" strike="noStrike" cap="none" dirty="0">
                <a:solidFill>
                  <a:schemeClr val="dk1"/>
                </a:solidFill>
                <a:effectLst/>
                <a:latin typeface="Calibri"/>
                <a:ea typeface="Calibri"/>
                <a:cs typeface="Calibri"/>
                <a:sym typeface="Calibri"/>
              </a:rPr>
              <a:t> : « Quatrième dimension, celle qui est le plus souvent oubliée par les </a:t>
            </a:r>
            <a:r>
              <a:rPr lang="fr-FR" sz="1200" b="0" i="0" u="none" strike="noStrike" cap="none" dirty="0" err="1">
                <a:solidFill>
                  <a:schemeClr val="dk1"/>
                </a:solidFill>
                <a:effectLst/>
                <a:latin typeface="Calibri"/>
                <a:ea typeface="Calibri"/>
                <a:cs typeface="Calibri"/>
                <a:sym typeface="Calibri"/>
              </a:rPr>
              <a:t>frameworks</a:t>
            </a:r>
            <a:r>
              <a:rPr lang="fr-FR" sz="1200" b="0" i="0" u="none" strike="noStrike" cap="none" dirty="0">
                <a:solidFill>
                  <a:schemeClr val="dk1"/>
                </a:solidFill>
                <a:effectLst/>
                <a:latin typeface="Calibri"/>
                <a:ea typeface="Calibri"/>
                <a:cs typeface="Calibri"/>
                <a:sym typeface="Calibri"/>
              </a:rPr>
              <a:t> existants : la stabilité. »</a:t>
            </a:r>
          </a:p>
        </p:txBody>
      </p:sp>
      <p:sp>
        <p:nvSpPr>
          <p:cNvPr id="657" name="Google Shape;657;g3f54c2447b2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3f54c2447b2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0" name="Google Shape;670;g3f54c2447b2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fr-FR" dirty="0"/>
              <a:t>4e </a:t>
            </a:r>
            <a:r>
              <a:rPr lang="fr-FR" dirty="0" err="1"/>
              <a:t>dim</a:t>
            </a:r>
            <a:r>
              <a:rPr lang="fr-FR" dirty="0"/>
              <a:t> = stabilité (souvent traitée comme simple effet de bord) une exécution = un score. </a:t>
            </a:r>
          </a:p>
          <a:p>
            <a:endParaRPr lang="fr-FR" dirty="0"/>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0" i="0" u="none" strike="noStrike" cap="none" dirty="0">
                <a:solidFill>
                  <a:schemeClr val="dk1"/>
                </a:solidFill>
                <a:effectLst/>
                <a:latin typeface="Calibri"/>
                <a:ea typeface="Calibri"/>
                <a:cs typeface="Calibri"/>
                <a:sym typeface="Calibri"/>
              </a:rPr>
              <a:t>bonne réponse un jour et médiocre le lendemain, même question = bon une fois, mais n’est pas fiable. usage santé-sécurité, variabilité partie intégrante de fiabilité perçue.</a:t>
            </a:r>
          </a:p>
          <a:p>
            <a:r>
              <a:rPr lang="fr-FR" dirty="0"/>
              <a:t>Protocole dédié : 10 runs/question (</a:t>
            </a:r>
            <a:r>
              <a:rPr lang="fr-FR" dirty="0" err="1"/>
              <a:t>seed</a:t>
            </a:r>
            <a:r>
              <a:rPr lang="fr-FR" dirty="0"/>
              <a:t> constante) + paraphrases. 4 indicateurs : stabilité </a:t>
            </a:r>
            <a:r>
              <a:rPr lang="fr-FR" dirty="0" err="1"/>
              <a:t>retrieval</a:t>
            </a:r>
            <a:r>
              <a:rPr lang="fr-FR" dirty="0"/>
              <a:t>, citations, sémantique réponse, robustesse paraphrases.</a:t>
            </a:r>
          </a:p>
          <a:p>
            <a:r>
              <a:rPr lang="fr-FR" dirty="0"/>
              <a:t>Résultat central :</a:t>
            </a:r>
          </a:p>
          <a:p>
            <a:r>
              <a:rPr lang="fr-FR" dirty="0"/>
              <a:t>0,94 inter-runs vs 0,77 robustesse paraphrases (17 pts d'écart).</a:t>
            </a:r>
          </a:p>
          <a:p>
            <a:r>
              <a:rPr lang="fr-FR" dirty="0"/>
              <a:t>Stable à question exacte, mais varie si reformulation.</a:t>
            </a:r>
          </a:p>
          <a:p>
            <a:r>
              <a:rPr lang="fr-FR" dirty="0"/>
              <a:t>Levier prioritaire prod : normalisation de requête en amont du </a:t>
            </a:r>
            <a:r>
              <a:rPr lang="fr-FR" dirty="0" err="1"/>
              <a:t>retrieval</a:t>
            </a:r>
            <a:r>
              <a:rPr lang="fr-FR" dirty="0"/>
              <a:t>. Invisible via éval ponctuelle.</a:t>
            </a:r>
          </a:p>
          <a:p>
            <a:r>
              <a:rPr lang="fr-FR" dirty="0"/>
              <a:t>5e </a:t>
            </a:r>
            <a:r>
              <a:rPr lang="fr-FR" dirty="0" err="1"/>
              <a:t>dim</a:t>
            </a:r>
            <a:r>
              <a:rPr lang="fr-FR" dirty="0"/>
              <a:t> = traçabilité (lien avec la conformité).</a:t>
            </a: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La plupart des </a:t>
            </a:r>
            <a:r>
              <a:rPr lang="fr-FR" sz="1200" b="0" i="0" u="none" strike="noStrike" cap="none" dirty="0" err="1">
                <a:solidFill>
                  <a:schemeClr val="dk1"/>
                </a:solidFill>
                <a:effectLst/>
                <a:latin typeface="Calibri"/>
                <a:ea typeface="Calibri"/>
                <a:cs typeface="Calibri"/>
                <a:sym typeface="Calibri"/>
              </a:rPr>
              <a:t>frameworks</a:t>
            </a:r>
            <a:r>
              <a:rPr lang="fr-FR" sz="1200" b="0" i="0" u="none" strike="noStrike" cap="none" dirty="0">
                <a:solidFill>
                  <a:schemeClr val="dk1"/>
                </a:solidFill>
                <a:effectLst/>
                <a:latin typeface="Calibri"/>
                <a:ea typeface="Calibri"/>
                <a:cs typeface="Calibri"/>
                <a:sym typeface="Calibri"/>
              </a:rPr>
              <a:t> d'évaluation la traitent comme un effet de bord : on lance une exécution, on prend le score. Mais un système qui donne une bonne réponse un jour et une réponse médiocre le lendemain sur la même question a certes été bon une fois, mais n’est pas fiable. Pour un usage santé-sécurité, la variabilité fait partie intégrante de la fiabilité perçue.</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J’ai donc construit un protocole dédié : pour chaque question, dix exécutions à </a:t>
            </a:r>
            <a:r>
              <a:rPr lang="fr-FR" sz="1200" b="0" i="0" u="none" strike="noStrike" cap="none" dirty="0" err="1">
                <a:solidFill>
                  <a:schemeClr val="dk1"/>
                </a:solidFill>
                <a:effectLst/>
                <a:latin typeface="Calibri"/>
                <a:ea typeface="Calibri"/>
                <a:cs typeface="Calibri"/>
                <a:sym typeface="Calibri"/>
              </a:rPr>
              <a:t>seed</a:t>
            </a:r>
            <a:r>
              <a:rPr lang="fr-FR" sz="1200" b="0" i="0" u="none" strike="noStrike" cap="none" dirty="0">
                <a:solidFill>
                  <a:schemeClr val="dk1"/>
                </a:solidFill>
                <a:effectLst/>
                <a:latin typeface="Calibri"/>
                <a:ea typeface="Calibri"/>
                <a:cs typeface="Calibri"/>
                <a:sym typeface="Calibri"/>
              </a:rPr>
              <a:t> constante, plus les paraphrases annotées dans le jeu de test. Quatre indicateurs mesurés : stabilité du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 stabilité des citations, stabilité sémantique de la réponse, et robustesse aux paraphrases.</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Le résultat central est à droite en gros : 0,94 de stabilité inter-runs, mais seulement 0,77 de robustesse aux paraphrases. Dix-sept points d'écart. Autrement dit : ScribBERT est stable quand on lui repose exactement la même question, mais dès que l'utilisateur reformule — ce qui est le comportement naturel — la réponse peut sensiblement varier. C’est selon moi un des indicateurs prioritaires à améliorer pour la mise en production, probablement via une étape de normalisation de requête en amont du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 Et c'est un résultat qu'aucune évaluation ponctuelle n'aurait pu remonter.</a:t>
            </a:r>
          </a:p>
          <a:p>
            <a:endParaRPr lang="fr-FR" sz="1200" b="0" i="0" u="none" strike="noStrike" cap="none" dirty="0">
              <a:solidFill>
                <a:schemeClr val="dk1"/>
              </a:solidFill>
              <a:effectLst/>
              <a:latin typeface="Calibri"/>
              <a:ea typeface="Calibri"/>
              <a:cs typeface="Calibri"/>
              <a:sym typeface="Calibri"/>
            </a:endParaRP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1" i="0" u="none" strike="noStrike" cap="none" dirty="0">
                <a:solidFill>
                  <a:schemeClr val="dk1"/>
                </a:solidFill>
                <a:effectLst/>
                <a:latin typeface="Calibri"/>
                <a:ea typeface="Calibri"/>
                <a:cs typeface="Calibri"/>
                <a:sym typeface="Calibri"/>
              </a:rPr>
              <a:t>**Transition**</a:t>
            </a:r>
            <a:r>
              <a:rPr lang="fr-FR" sz="1200" b="0" i="0" u="none" strike="noStrike" cap="none" dirty="0">
                <a:solidFill>
                  <a:schemeClr val="dk1"/>
                </a:solidFill>
                <a:effectLst/>
                <a:latin typeface="Calibri"/>
                <a:ea typeface="Calibri"/>
                <a:cs typeface="Calibri"/>
                <a:sym typeface="Calibri"/>
              </a:rPr>
              <a:t> : « Cinquième et dernière dimension, celle qui fait le lien avec les enjeux de conformité : la traçabilité. »</a:t>
            </a:r>
          </a:p>
          <a:p>
            <a:pPr marL="0" lvl="0" indent="0" algn="l" rtl="0">
              <a:spcBef>
                <a:spcPts val="0"/>
              </a:spcBef>
              <a:spcAft>
                <a:spcPts val="0"/>
              </a:spcAft>
              <a:buNone/>
            </a:pPr>
            <a:endParaRPr dirty="0"/>
          </a:p>
        </p:txBody>
      </p:sp>
      <p:sp>
        <p:nvSpPr>
          <p:cNvPr id="671" name="Google Shape;671;g3f54c2447b2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3f54c2447b2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3" name="Google Shape;693;g3f54c2447b2_0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fr-FR" dirty="0"/>
              <a:t>5e </a:t>
            </a:r>
            <a:r>
              <a:rPr lang="fr-FR" dirty="0" err="1"/>
              <a:t>dim</a:t>
            </a:r>
            <a:r>
              <a:rPr lang="fr-FR" dirty="0"/>
              <a:t> = traçabilité (d'où vient la réponse). Prérequis non négociable en P2S + AI </a:t>
            </a:r>
            <a:r>
              <a:rPr lang="fr-FR" dirty="0" err="1"/>
              <a:t>Act</a:t>
            </a:r>
            <a:r>
              <a:rPr lang="fr-FR" dirty="0"/>
              <a:t> européen.</a:t>
            </a:r>
          </a:p>
          <a:p>
            <a:r>
              <a:rPr lang="fr-FR" dirty="0"/>
              <a:t>Dans ScribBERT : chaque affirmation -&gt; doc d'origine + page. Clic sur citation = ouverture PDF à la bonne page. Réponse auditable = facteur clé d'acceptabilité (retours utilisateurs).</a:t>
            </a:r>
          </a:p>
          <a:p>
            <a:r>
              <a:rPr lang="fr-FR" dirty="0"/>
              <a:t>Pas de métrique quantitative pure. </a:t>
            </a:r>
          </a:p>
          <a:p>
            <a:r>
              <a:rPr lang="fr-FR" dirty="0"/>
              <a:t>Prompt système = Pas de réponse sans source. Refus contrôlé si aucun chunk pertinent.</a:t>
            </a:r>
          </a:p>
          <a:p>
            <a:r>
              <a:rPr lang="fr-FR" dirty="0"/>
              <a:t>Avertissement permanent (responsabilité de vérification à l'utilisateur).</a:t>
            </a:r>
          </a:p>
          <a:p>
            <a:r>
              <a:rPr lang="fr-FR" b="1" dirty="0"/>
              <a:t>Transition</a:t>
            </a:r>
            <a:r>
              <a:rPr lang="fr-FR" dirty="0"/>
              <a:t> : « Ces cinq dimensions, prises ensemble, permettent quelque chose que les scores globaux ne permettent pas : diagnostiquer où la chaîne échoue. »</a:t>
            </a: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 Une réponse ne suffit pas ; il faut pouvoir prouver d'où elle vient. Dans un contexte santé-sécurité, et d’autant plus avec l'entrée en application progressive de l'AI </a:t>
            </a:r>
            <a:r>
              <a:rPr lang="fr-FR" sz="1200" b="0" i="0" u="none" strike="noStrike" cap="none" dirty="0" err="1">
                <a:solidFill>
                  <a:schemeClr val="dk1"/>
                </a:solidFill>
                <a:effectLst/>
                <a:latin typeface="Calibri"/>
                <a:ea typeface="Calibri"/>
                <a:cs typeface="Calibri"/>
                <a:sym typeface="Calibri"/>
              </a:rPr>
              <a:t>Act</a:t>
            </a:r>
            <a:r>
              <a:rPr lang="fr-FR" sz="1200" b="0" i="0" u="none" strike="noStrike" cap="none" dirty="0">
                <a:solidFill>
                  <a:schemeClr val="dk1"/>
                </a:solidFill>
                <a:effectLst/>
                <a:latin typeface="Calibri"/>
                <a:ea typeface="Calibri"/>
                <a:cs typeface="Calibri"/>
                <a:sym typeface="Calibri"/>
              </a:rPr>
              <a:t> européen, c'est un prérequis non négociable.</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Concrètement, dans ScribBERT — dont vous voyez d’ailleurs à l'écran une capture d’écran — chaque affirmation est rattachée aux documents d'origine et aux pages utilisées pour construire la réponse. L'utilisateur clique sur la citation, le PDF s'ouvre à la bonne page. Rien de spectaculaire techniquement, mais c'est spécifiquement cette chaîne complète qui rend la réponse auditable, et d’ailleurs, des discussions que j’ai pu avoir avec des utilisateurs tests, la présence systématique des sources vérifiables est un facteur très important dans l’acceptabilité de la solution.</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Cette dimension n'est pas capturée par des métriques quantitatives : on la mesure par la complétude et la correction des citations, et surtout par un design volontariste — pas de réponse sans source, refus contrôlé si aucun chunk pertinent, avertissement permanent rappelant que l'utilisateur reste responsable de la vérification.</a:t>
            </a:r>
          </a:p>
          <a:p>
            <a:endParaRPr lang="fr-FR" sz="1200" b="0" i="0" u="none" strike="noStrike" cap="none" dirty="0">
              <a:solidFill>
                <a:schemeClr val="dk1"/>
              </a:solidFill>
              <a:effectLst/>
              <a:latin typeface="Calibri"/>
              <a:ea typeface="Calibri"/>
              <a:cs typeface="Calibri"/>
              <a:sym typeface="Calibri"/>
            </a:endParaRPr>
          </a:p>
          <a:p>
            <a:r>
              <a:rPr lang="fr-FR" sz="1200" b="1" i="0" u="none" strike="noStrike" cap="none" dirty="0">
                <a:solidFill>
                  <a:schemeClr val="dk1"/>
                </a:solidFill>
                <a:effectLst/>
                <a:latin typeface="Calibri"/>
                <a:ea typeface="Calibri"/>
                <a:cs typeface="Calibri"/>
                <a:sym typeface="Calibri"/>
              </a:rPr>
              <a:t>**Transition**</a:t>
            </a:r>
            <a:r>
              <a:rPr lang="fr-FR" sz="1200" b="0" i="0" u="none" strike="noStrike" cap="none" dirty="0">
                <a:solidFill>
                  <a:schemeClr val="dk1"/>
                </a:solidFill>
                <a:effectLst/>
                <a:latin typeface="Calibri"/>
                <a:ea typeface="Calibri"/>
                <a:cs typeface="Calibri"/>
                <a:sym typeface="Calibri"/>
              </a:rPr>
              <a:t> : « Ces cinq dimensions, prises ensemble, permettent quelque chose que les scores globaux ne permettent pas : diagnostiquer où la chaîne échoue. »</a:t>
            </a:r>
          </a:p>
        </p:txBody>
      </p:sp>
      <p:sp>
        <p:nvSpPr>
          <p:cNvPr id="694" name="Google Shape;694;g3f54c2447b2_0_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g3f54c2447b2_0_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0" name="Google Shape;710;g3f54c2447b2_0_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fr-FR" sz="1200" b="0" i="0" u="none" strike="noStrike" cap="none" dirty="0">
                <a:solidFill>
                  <a:schemeClr val="dk1"/>
                </a:solidFill>
                <a:effectLst/>
                <a:latin typeface="Calibri"/>
                <a:ea typeface="Calibri"/>
                <a:cs typeface="Calibri"/>
                <a:sym typeface="Calibri"/>
              </a:rPr>
              <a:t>ici 5 </a:t>
            </a:r>
            <a:r>
              <a:rPr lang="fr-FR" sz="1200" b="0" i="0" u="none" strike="noStrike" cap="none" dirty="0" err="1">
                <a:solidFill>
                  <a:schemeClr val="dk1"/>
                </a:solidFill>
                <a:effectLst/>
                <a:latin typeface="Calibri"/>
                <a:ea typeface="Calibri"/>
                <a:cs typeface="Calibri"/>
                <a:sym typeface="Calibri"/>
              </a:rPr>
              <a:t>dim</a:t>
            </a:r>
            <a:r>
              <a:rPr lang="fr-FR" sz="1200" b="0" i="0" u="none" strike="noStrike" cap="none" dirty="0">
                <a:solidFill>
                  <a:schemeClr val="dk1"/>
                </a:solidFill>
                <a:effectLst/>
                <a:latin typeface="Calibri"/>
                <a:ea typeface="Calibri"/>
                <a:cs typeface="Calibri"/>
                <a:sym typeface="Calibri"/>
              </a:rPr>
              <a:t> devient utile. Sur configuration de référence, classé chaque erreur (jeu de test) en huit catégories, à l'aide de seuils simples sur les scores RAGAS. Résultat=graphe à l'écran.</a:t>
            </a:r>
          </a:p>
          <a:p>
            <a:r>
              <a:rPr lang="fr-FR" sz="1200" b="0" i="0" u="none" strike="noStrike" cap="none" dirty="0">
                <a:solidFill>
                  <a:schemeClr val="dk1"/>
                </a:solidFill>
                <a:effectLst/>
                <a:latin typeface="Calibri"/>
                <a:ea typeface="Calibri"/>
                <a:cs typeface="Calibri"/>
                <a:sym typeface="Calibri"/>
              </a:rPr>
              <a:t>bénéfice pas seulement descriptif, actionnable. : chaque catégorie d'erreur remonte une dimension défaillante -&gt; action correctrice précise. détailler quelques-unes.</a:t>
            </a:r>
          </a:p>
          <a:p>
            <a:r>
              <a:rPr lang="fr-FR" dirty="0"/>
              <a:t>Échec </a:t>
            </a:r>
            <a:r>
              <a:rPr lang="fr-FR" dirty="0" err="1"/>
              <a:t>retri</a:t>
            </a:r>
            <a:r>
              <a:rPr lang="fr-FR" dirty="0"/>
              <a:t> (Dim 1, chunk pas remonté) -&gt; Query rewriting.</a:t>
            </a:r>
          </a:p>
          <a:p>
            <a:r>
              <a:rPr lang="fr-FR" dirty="0"/>
              <a:t>Bruit </a:t>
            </a:r>
            <a:r>
              <a:rPr lang="fr-FR" dirty="0" err="1"/>
              <a:t>retri</a:t>
            </a:r>
            <a:r>
              <a:rPr lang="fr-FR" dirty="0"/>
              <a:t> (Dim 1, chunk noyé) -&gt; Cross-encoder / </a:t>
            </a:r>
            <a:r>
              <a:rPr lang="fr-FR" dirty="0" err="1"/>
              <a:t>reranking</a:t>
            </a:r>
            <a:r>
              <a:rPr lang="fr-FR" dirty="0"/>
              <a:t>.</a:t>
            </a:r>
          </a:p>
          <a:p>
            <a:r>
              <a:rPr lang="fr-FR" dirty="0"/>
              <a:t>Hallucination factuelle (Dim 2, extrapolation) -&gt; Prompt strict + refus contrôlé.</a:t>
            </a:r>
          </a:p>
          <a:p>
            <a:r>
              <a:rPr lang="fr-FR" dirty="0"/>
              <a:t>Omission d'exception (Dim 3, règle sans le cas particulier) -&gt; Parent-document </a:t>
            </a:r>
            <a:r>
              <a:rPr lang="fr-FR" dirty="0" err="1"/>
              <a:t>retrieval</a:t>
            </a:r>
            <a:r>
              <a:rPr lang="fr-FR" dirty="0"/>
              <a:t>.</a:t>
            </a:r>
          </a:p>
          <a:p>
            <a:r>
              <a:rPr lang="fr-FR" dirty="0"/>
              <a:t>Contradiction silencieuse (Dim 2, contredit la source) -&gt; Garde-fou applicatif (vérification généré vs </a:t>
            </a:r>
            <a:r>
              <a:rPr lang="fr-FR" dirty="0" err="1"/>
              <a:t>chunks</a:t>
            </a:r>
            <a:r>
              <a:rPr lang="fr-FR" dirty="0"/>
              <a:t>).</a:t>
            </a:r>
          </a:p>
          <a:p>
            <a:r>
              <a:rPr lang="fr-FR" dirty="0"/>
              <a:t>Refus à tort / Hors-périmètre accepté (Dim 5, seuil conservateur/permissif) -&gt; Calibration fine du seuil.</a:t>
            </a:r>
          </a:p>
          <a:p>
            <a:r>
              <a:rPr lang="fr-FR" dirty="0"/>
              <a:t>Inversion modalité (Dim 3, obligation vs reco) -&gt; Prompt structuré (modalité déontique).</a:t>
            </a:r>
          </a:p>
          <a:p>
            <a:r>
              <a:rPr lang="fr-FR" dirty="0"/>
              <a:t>Note méthode : comptage non-exclusif (cumul possible par question -&gt; somme &gt; 50).</a:t>
            </a:r>
          </a:p>
          <a:p>
            <a:r>
              <a:rPr lang="fr-FR" dirty="0"/>
              <a:t>Diagnostic ScribBERT : ~1/4 des questions touchées par le </a:t>
            </a:r>
            <a:r>
              <a:rPr lang="fr-FR" dirty="0" err="1"/>
              <a:t>retrieval</a:t>
            </a:r>
            <a:r>
              <a:rPr lang="fr-FR" dirty="0"/>
              <a:t> -&gt; priorités N°1 = hybridation + </a:t>
            </a:r>
            <a:r>
              <a:rPr lang="fr-FR" dirty="0" err="1"/>
              <a:t>reranking</a:t>
            </a:r>
            <a:r>
              <a:rPr lang="fr-FR" dirty="0"/>
              <a:t>.</a:t>
            </a:r>
          </a:p>
          <a:p>
            <a:r>
              <a:rPr lang="fr-FR" b="1" dirty="0"/>
              <a:t>Transition</a:t>
            </a:r>
            <a:r>
              <a:rPr lang="fr-FR" dirty="0"/>
              <a:t> : « Concrètement, qu'est-ce que ce diagnostic change pour ScribBERT ? »</a:t>
            </a: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C'est ici que le cadre à cinq dimensions devient vraiment utile. Sur la configuration de référence, j'ai classé chaque erreur du jeu de test dans une typologie en huit catégories, à l'aide de seuils simples sur les scores RAGAS. Le résultat, c'est le graphe à l'écran.</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Le bénéfice n'est pas seulement descriptif, il est actionnable : chaque catégorie d'erreur remonte à une dimension défaillante, et donc à une action correctrice précise. Je vais en détailler quelques-unes.</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L'échec de récupération et le bruit de récupération — les deux premières lignes du tableau — touchent tous les deux la dimension 1. La distinction est importante : l'échec signifie que le bon chunk n'a pas été remonté du tout, d'où le recours au </a:t>
            </a:r>
            <a:r>
              <a:rPr lang="fr-FR" sz="1200" b="0" i="0" u="none" strike="noStrike" cap="none" dirty="0" err="1">
                <a:solidFill>
                  <a:schemeClr val="dk1"/>
                </a:solidFill>
                <a:effectLst/>
                <a:latin typeface="Calibri"/>
                <a:ea typeface="Calibri"/>
                <a:cs typeface="Calibri"/>
                <a:sym typeface="Calibri"/>
              </a:rPr>
              <a:t>query</a:t>
            </a:r>
            <a:r>
              <a:rPr lang="fr-FR" sz="1200" b="0" i="0" u="none" strike="noStrike" cap="none" dirty="0">
                <a:solidFill>
                  <a:schemeClr val="dk1"/>
                </a:solidFill>
                <a:effectLst/>
                <a:latin typeface="Calibri"/>
                <a:ea typeface="Calibri"/>
                <a:cs typeface="Calibri"/>
                <a:sym typeface="Calibri"/>
              </a:rPr>
              <a:t> rewriting pour reformuler automatiquement la question avant la recherche ; le bruit signifie que le bon chunk est là mais noyé dans des résultats non pertinents, d'où le cross-encoder, qui relit et </a:t>
            </a:r>
            <a:r>
              <a:rPr lang="fr-FR" sz="1200" b="0" i="0" u="none" strike="noStrike" cap="none" dirty="0" err="1">
                <a:solidFill>
                  <a:schemeClr val="dk1"/>
                </a:solidFill>
                <a:effectLst/>
                <a:latin typeface="Calibri"/>
                <a:ea typeface="Calibri"/>
                <a:cs typeface="Calibri"/>
                <a:sym typeface="Calibri"/>
              </a:rPr>
              <a:t>reordonne</a:t>
            </a:r>
            <a:r>
              <a:rPr lang="fr-FR" sz="1200" b="0" i="0" u="none" strike="noStrike" cap="none" dirty="0">
                <a:solidFill>
                  <a:schemeClr val="dk1"/>
                </a:solidFill>
                <a:effectLst/>
                <a:latin typeface="Calibri"/>
                <a:ea typeface="Calibri"/>
                <a:cs typeface="Calibri"/>
                <a:sym typeface="Calibri"/>
              </a:rPr>
              <a:t> les candidats en contexte.</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L'hallucination factuelle relève de la dimension 2 : le modèle a bien récupéré le contexte mais en a outrepassé les limites à la génération. L'action correctrice est un prompt plus contraignant, avec une instruction explicite de refus si aucun élément du contexte ne supporte l'affirmation — c'est ce qu'on appelle un refus contrôlé.</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L'omission d'exception pointe vers la dimension 3 : la réponse est correcte dans ses grandes lignes mais incomplète sur un cas particulier. Ici, le problème vient du </a:t>
            </a:r>
            <a:r>
              <a:rPr lang="fr-FR" sz="1200" b="0" i="0" u="none" strike="noStrike" cap="none" dirty="0" err="1">
                <a:solidFill>
                  <a:schemeClr val="dk1"/>
                </a:solidFill>
                <a:effectLst/>
                <a:latin typeface="Calibri"/>
                <a:ea typeface="Calibri"/>
                <a:cs typeface="Calibri"/>
                <a:sym typeface="Calibri"/>
              </a:rPr>
              <a:t>chunking</a:t>
            </a:r>
            <a:r>
              <a:rPr lang="fr-FR" sz="1200" b="0" i="0" u="none" strike="noStrike" cap="none" dirty="0">
                <a:solidFill>
                  <a:schemeClr val="dk1"/>
                </a:solidFill>
                <a:effectLst/>
                <a:latin typeface="Calibri"/>
                <a:ea typeface="Calibri"/>
                <a:cs typeface="Calibri"/>
                <a:sym typeface="Calibri"/>
              </a:rPr>
              <a:t> — l'exception figure dans un passage parent non remonté. La solution est le parent-document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 : on remonte le chunk pertinent mais on injecte aussi son contexte paragraphe parent.</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La contradiction silencieuse — cas le plus préoccupant — est aussi une défaillance de la dimension 2 : le modèle produit une réponse fluide qui contredit le document source sans le signaler. Le garde-fou applicatif consiste à comparer systématiquement la réponse générée aux </a:t>
            </a:r>
            <a:r>
              <a:rPr lang="fr-FR" sz="1200" b="0" i="0" u="none" strike="noStrike" cap="none" dirty="0" err="1">
                <a:solidFill>
                  <a:schemeClr val="dk1"/>
                </a:solidFill>
                <a:effectLst/>
                <a:latin typeface="Calibri"/>
                <a:ea typeface="Calibri"/>
                <a:cs typeface="Calibri"/>
                <a:sym typeface="Calibri"/>
              </a:rPr>
              <a:t>chunks</a:t>
            </a:r>
            <a:r>
              <a:rPr lang="fr-FR" sz="1200" b="0" i="0" u="none" strike="noStrike" cap="none" dirty="0">
                <a:solidFill>
                  <a:schemeClr val="dk1"/>
                </a:solidFill>
                <a:effectLst/>
                <a:latin typeface="Calibri"/>
                <a:ea typeface="Calibri"/>
                <a:cs typeface="Calibri"/>
                <a:sym typeface="Calibri"/>
              </a:rPr>
              <a:t> injectés, et à bloquer ou annoter les divergences.</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Refus à tort et hors-périmètre accepté sont les deux faces opposées du même problème de seuillage en dimension 5 : soit le système refuse une question légitime parce que le seuil de pertinence est trop conservateur, soit il accepte une question hors-corpus parce que le seuil est trop permissif. Dans les deux cas, la réponse est une calibration fine du seuil sur données annotées.</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Enfin, l'inversion de modalité — confondre une obligation et une recommandation — est une erreur de dimension 3 que l'on corrige par un prompt structuré qui demande explicitement au modèle d'identifier et de restituer la modalité déontique du texte source avant de formuler sa réponse.</a:t>
            </a:r>
          </a:p>
          <a:p>
            <a:endParaRPr lang="fr-FR" sz="1200" b="0" i="0" u="none" strike="noStrike" cap="none" dirty="0">
              <a:solidFill>
                <a:schemeClr val="dk1"/>
              </a:solidFill>
              <a:effectLst/>
              <a:latin typeface="Calibri"/>
              <a:ea typeface="Calibri"/>
              <a:cs typeface="Calibri"/>
              <a:sym typeface="Calibri"/>
            </a:endParaRP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0" i="0" u="none" strike="noStrike" cap="none" dirty="0">
                <a:solidFill>
                  <a:schemeClr val="dk1"/>
                </a:solidFill>
                <a:effectLst/>
                <a:latin typeface="Calibri"/>
                <a:ea typeface="Calibri"/>
                <a:cs typeface="Calibri"/>
                <a:sym typeface="Calibri"/>
              </a:rPr>
              <a:t>Un point de méthode que vous noterez sur la figure : ce comptage est </a:t>
            </a:r>
            <a:r>
              <a:rPr lang="fr-FR" sz="1200" b="1" i="0" u="none" strike="noStrike" cap="none" dirty="0">
                <a:solidFill>
                  <a:schemeClr val="dk1"/>
                </a:solidFill>
                <a:effectLst/>
                <a:latin typeface="Calibri"/>
                <a:ea typeface="Calibri"/>
                <a:cs typeface="Calibri"/>
                <a:sym typeface="Calibri"/>
              </a:rPr>
              <a:t>**non-exclusif**</a:t>
            </a:r>
            <a:r>
              <a:rPr lang="fr-FR" sz="1200" b="0" i="0" u="none" strike="noStrike" cap="none" dirty="0">
                <a:solidFill>
                  <a:schemeClr val="dk1"/>
                </a:solidFill>
                <a:effectLst/>
                <a:latin typeface="Calibri"/>
                <a:ea typeface="Calibri"/>
                <a:cs typeface="Calibri"/>
                <a:sym typeface="Calibri"/>
              </a:rPr>
              <a:t> — une même question peut tomber dans plusieurs catégories simultanément. Une question avec `</a:t>
            </a:r>
            <a:r>
              <a:rPr lang="fr-FR" sz="1200" b="0" i="0" u="none" strike="noStrike" cap="none" dirty="0" err="1">
                <a:solidFill>
                  <a:schemeClr val="dk1"/>
                </a:solidFill>
                <a:effectLst/>
                <a:latin typeface="Calibri"/>
                <a:ea typeface="Calibri"/>
                <a:cs typeface="Calibri"/>
                <a:sym typeface="Calibri"/>
              </a:rPr>
              <a:t>ctx_recall</a:t>
            </a:r>
            <a:r>
              <a:rPr lang="fr-FR" sz="1200" b="0" i="0" u="none" strike="noStrike" cap="none" dirty="0">
                <a:solidFill>
                  <a:schemeClr val="dk1"/>
                </a:solidFill>
                <a:effectLst/>
                <a:latin typeface="Calibri"/>
                <a:ea typeface="Calibri"/>
                <a:cs typeface="Calibri"/>
                <a:sym typeface="Calibri"/>
              </a:rPr>
              <a:t> &lt; 0,30` </a:t>
            </a:r>
            <a:r>
              <a:rPr lang="fr-FR" sz="1200" b="0" i="1" u="none" strike="noStrike" cap="none" dirty="0">
                <a:solidFill>
                  <a:schemeClr val="dk1"/>
                </a:solidFill>
                <a:effectLst/>
                <a:latin typeface="Calibri"/>
                <a:ea typeface="Calibri"/>
                <a:cs typeface="Calibri"/>
                <a:sym typeface="Calibri"/>
              </a:rPr>
              <a:t>*et*</a:t>
            </a:r>
            <a:r>
              <a:rPr lang="fr-FR" sz="1200" b="0" i="0" u="none" strike="noStrike" cap="none" dirty="0">
                <a:solidFill>
                  <a:schemeClr val="dk1"/>
                </a:solidFill>
                <a:effectLst/>
                <a:latin typeface="Calibri"/>
                <a:ea typeface="Calibri"/>
                <a:cs typeface="Calibri"/>
                <a:sym typeface="Calibri"/>
              </a:rPr>
              <a:t> `</a:t>
            </a:r>
            <a:r>
              <a:rPr lang="fr-FR" sz="1200" b="0" i="0" u="none" strike="noStrike" cap="none" dirty="0" err="1">
                <a:solidFill>
                  <a:schemeClr val="dk1"/>
                </a:solidFill>
                <a:effectLst/>
                <a:latin typeface="Calibri"/>
                <a:ea typeface="Calibri"/>
                <a:cs typeface="Calibri"/>
                <a:sym typeface="Calibri"/>
              </a:rPr>
              <a:t>ctx_precision</a:t>
            </a:r>
            <a:r>
              <a:rPr lang="fr-FR" sz="1200" b="0" i="0" u="none" strike="noStrike" cap="none" dirty="0">
                <a:solidFill>
                  <a:schemeClr val="dk1"/>
                </a:solidFill>
                <a:effectLst/>
                <a:latin typeface="Calibri"/>
                <a:ea typeface="Calibri"/>
                <a:cs typeface="Calibri"/>
                <a:sym typeface="Calibri"/>
              </a:rPr>
              <a:t> &lt; 0,30` est comptée à la fois dans « échec récupération » et dans « bruit récupération ». La somme des barres dépasse donc logiquement 50 ; c'est d'ailleurs explicitement indiqué sur l'axe X. Ce qui importe, c'est la cardinalité par catégorie, pas leur somme.</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Sur ScribBERT, ce diagnostic donne des priorités très claires : environ un quart des questions sont concernées par un problème de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 ce qui fait de l'hybridation et du </a:t>
            </a:r>
            <a:r>
              <a:rPr lang="fr-FR" sz="1200" b="0" i="0" u="none" strike="noStrike" cap="none" dirty="0" err="1">
                <a:solidFill>
                  <a:schemeClr val="dk1"/>
                </a:solidFill>
                <a:effectLst/>
                <a:latin typeface="Calibri"/>
                <a:ea typeface="Calibri"/>
                <a:cs typeface="Calibri"/>
                <a:sym typeface="Calibri"/>
              </a:rPr>
              <a:t>reranking</a:t>
            </a:r>
            <a:r>
              <a:rPr lang="fr-FR" sz="1200" b="0" i="0" u="none" strike="noStrike" cap="none" dirty="0">
                <a:solidFill>
                  <a:schemeClr val="dk1"/>
                </a:solidFill>
                <a:effectLst/>
                <a:latin typeface="Calibri"/>
                <a:ea typeface="Calibri"/>
                <a:cs typeface="Calibri"/>
                <a:sym typeface="Calibri"/>
              </a:rPr>
              <a:t> les leviers numéro un pour la prochaine itération.</a:t>
            </a:r>
          </a:p>
          <a:p>
            <a:endParaRPr lang="fr-FR" sz="1200" b="0" i="0" u="none" strike="noStrike" cap="none" dirty="0">
              <a:solidFill>
                <a:schemeClr val="dk1"/>
              </a:solidFill>
              <a:effectLst/>
              <a:latin typeface="Calibri"/>
              <a:ea typeface="Calibri"/>
              <a:cs typeface="Calibri"/>
              <a:sym typeface="Calibri"/>
            </a:endParaRPr>
          </a:p>
          <a:p>
            <a:r>
              <a:rPr lang="fr-FR" sz="1200" b="1" i="0" u="none" strike="noStrike" cap="none" dirty="0">
                <a:solidFill>
                  <a:schemeClr val="dk1"/>
                </a:solidFill>
                <a:effectLst/>
                <a:latin typeface="Calibri"/>
                <a:ea typeface="Calibri"/>
                <a:cs typeface="Calibri"/>
                <a:sym typeface="Calibri"/>
              </a:rPr>
              <a:t>**Transition**</a:t>
            </a:r>
            <a:r>
              <a:rPr lang="fr-FR" sz="1200" b="0" i="0" u="none" strike="noStrike" cap="none" dirty="0">
                <a:solidFill>
                  <a:schemeClr val="dk1"/>
                </a:solidFill>
                <a:effectLst/>
                <a:latin typeface="Calibri"/>
                <a:ea typeface="Calibri"/>
                <a:cs typeface="Calibri"/>
                <a:sym typeface="Calibri"/>
              </a:rPr>
              <a:t> : « Concrètement, qu'est-ce que ce diagnostic change pour ScribBERT ? »</a:t>
            </a:r>
          </a:p>
        </p:txBody>
      </p:sp>
      <p:sp>
        <p:nvSpPr>
          <p:cNvPr id="711" name="Google Shape;711;g3f54c2447b2_0_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3f54c2447b2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9" name="Google Shape;749;g3f54c2447b2_0_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fr-FR" sz="1200" b="0" i="0" u="none" strike="noStrike" cap="none" dirty="0">
                <a:solidFill>
                  <a:schemeClr val="dk1"/>
                </a:solidFill>
                <a:effectLst/>
                <a:latin typeface="Calibri"/>
                <a:ea typeface="Calibri"/>
                <a:cs typeface="Calibri"/>
                <a:sym typeface="Calibri"/>
              </a:rPr>
              <a:t>Protocole –&gt; pas seulement noter, décider quoi améliorer et ordre. Trajectoire </a:t>
            </a:r>
            <a:r>
              <a:rPr lang="fr-FR" sz="1200" b="0" i="0" u="none" strike="noStrike" cap="none" dirty="0" err="1">
                <a:solidFill>
                  <a:schemeClr val="dk1"/>
                </a:solidFill>
                <a:effectLst/>
                <a:latin typeface="Calibri"/>
                <a:ea typeface="Calibri"/>
                <a:cs typeface="Calibri"/>
                <a:sym typeface="Calibri"/>
              </a:rPr>
              <a:t>scribbert</a:t>
            </a: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POC actuel, dense ada002 gpt3.5 tourne en prod interne p2s mi-2025. priorités hybridation, </a:t>
            </a:r>
            <a:r>
              <a:rPr lang="fr-FR" sz="1200" b="0" i="0" u="none" strike="noStrike" cap="none" dirty="0" err="1">
                <a:solidFill>
                  <a:schemeClr val="dk1"/>
                </a:solidFill>
                <a:effectLst/>
                <a:latin typeface="Calibri"/>
                <a:ea typeface="Calibri"/>
                <a:cs typeface="Calibri"/>
                <a:sym typeface="Calibri"/>
              </a:rPr>
              <a:t>reranker</a:t>
            </a:r>
            <a:r>
              <a:rPr lang="fr-FR" sz="1200" b="0" i="0" u="none" strike="noStrike" cap="none" dirty="0">
                <a:solidFill>
                  <a:schemeClr val="dk1"/>
                </a:solidFill>
                <a:effectLst/>
                <a:latin typeface="Calibri"/>
                <a:ea typeface="Calibri"/>
                <a:cs typeface="Calibri"/>
                <a:sym typeface="Calibri"/>
              </a:rPr>
              <a:t> cross-encoder, chaine </a:t>
            </a:r>
            <a:r>
              <a:rPr lang="fr-FR" sz="1200" b="0" i="0" u="none" strike="noStrike" cap="none" dirty="0" err="1">
                <a:solidFill>
                  <a:schemeClr val="dk1"/>
                </a:solidFill>
                <a:effectLst/>
                <a:latin typeface="Calibri"/>
                <a:ea typeface="Calibri"/>
                <a:cs typeface="Calibri"/>
                <a:sym typeface="Calibri"/>
              </a:rPr>
              <a:t>img</a:t>
            </a:r>
            <a:r>
              <a:rPr lang="fr-FR" sz="1200" b="0" i="0" u="none" strike="noStrike" cap="none" dirty="0">
                <a:solidFill>
                  <a:schemeClr val="dk1"/>
                </a:solidFill>
                <a:effectLst/>
                <a:latin typeface="Calibri"/>
                <a:ea typeface="Calibri"/>
                <a:cs typeface="Calibri"/>
                <a:sym typeface="Calibri"/>
              </a:rPr>
              <a:t>-to-</a:t>
            </a:r>
            <a:r>
              <a:rPr lang="fr-FR" sz="1200" b="0" i="0" u="none" strike="noStrike" cap="none" dirty="0" err="1">
                <a:solidFill>
                  <a:schemeClr val="dk1"/>
                </a:solidFill>
                <a:effectLst/>
                <a:latin typeface="Calibri"/>
                <a:ea typeface="Calibri"/>
                <a:cs typeface="Calibri"/>
                <a:sym typeface="Calibri"/>
              </a:rPr>
              <a:t>text</a:t>
            </a:r>
            <a:r>
              <a:rPr lang="fr-FR" sz="1200" b="0" i="0" u="none" strike="noStrike" cap="none" dirty="0">
                <a:solidFill>
                  <a:schemeClr val="dk1"/>
                </a:solidFill>
                <a:effectLst/>
                <a:latin typeface="Calibri"/>
                <a:ea typeface="Calibri"/>
                <a:cs typeface="Calibri"/>
                <a:sym typeface="Calibri"/>
              </a:rPr>
              <a:t> / VLM pour schémas et images, perdus à l’ingestion. </a:t>
            </a:r>
          </a:p>
          <a:p>
            <a:r>
              <a:rPr lang="fr-FR" sz="1200" b="0" i="0" u="none" strike="noStrike" cap="none" dirty="0">
                <a:solidFill>
                  <a:schemeClr val="dk1"/>
                </a:solidFill>
                <a:effectLst/>
                <a:latin typeface="Calibri"/>
                <a:ea typeface="Calibri"/>
                <a:cs typeface="Calibri"/>
                <a:sym typeface="Calibri"/>
              </a:rPr>
              <a:t>Annonce </a:t>
            </a:r>
            <a:r>
              <a:rPr lang="fr-FR" sz="1200" b="0" i="0" u="none" strike="noStrike" cap="none" dirty="0" err="1">
                <a:solidFill>
                  <a:schemeClr val="dk1"/>
                </a:solidFill>
                <a:effectLst/>
                <a:latin typeface="Calibri"/>
                <a:ea typeface="Calibri"/>
                <a:cs typeface="Calibri"/>
                <a:sym typeface="Calibri"/>
              </a:rPr>
              <a:t>ajd</a:t>
            </a:r>
            <a:r>
              <a:rPr lang="fr-FR" sz="1200" b="0" i="0" u="none" strike="noStrike" cap="none" dirty="0">
                <a:solidFill>
                  <a:schemeClr val="dk1"/>
                </a:solidFill>
                <a:effectLst/>
                <a:latin typeface="Calibri"/>
                <a:ea typeface="Calibri"/>
                <a:cs typeface="Calibri"/>
                <a:sym typeface="Calibri"/>
              </a:rPr>
              <a:t>, meilleure validation possible du travail accompli, projet validé 29mai pour prod groupe </a:t>
            </a:r>
            <a:r>
              <a:rPr lang="fr-FR" sz="1200" b="0" i="0" u="none" strike="noStrike" cap="none" dirty="0" err="1">
                <a:solidFill>
                  <a:schemeClr val="dk1"/>
                </a:solidFill>
                <a:effectLst/>
                <a:latin typeface="Calibri"/>
                <a:ea typeface="Calibri"/>
                <a:cs typeface="Calibri"/>
                <a:sym typeface="Calibri"/>
              </a:rPr>
              <a:t>bycn</a:t>
            </a:r>
            <a:r>
              <a:rPr lang="fr-FR" sz="1200" b="0" i="0" u="none" strike="noStrike" cap="none" dirty="0">
                <a:solidFill>
                  <a:schemeClr val="dk1"/>
                </a:solidFill>
                <a:effectLst/>
                <a:latin typeface="Calibri"/>
                <a:ea typeface="Calibri"/>
                <a:cs typeface="Calibri"/>
                <a:sym typeface="Calibri"/>
              </a:rPr>
              <a:t>. Extension aux filiales (colas </a:t>
            </a:r>
            <a:r>
              <a:rPr lang="fr-FR" sz="1200" b="0" i="0" u="none" strike="noStrike" cap="none" dirty="0" err="1">
                <a:solidFill>
                  <a:schemeClr val="dk1"/>
                </a:solidFill>
                <a:effectLst/>
                <a:latin typeface="Calibri"/>
                <a:ea typeface="Calibri"/>
                <a:cs typeface="Calibri"/>
                <a:sym typeface="Calibri"/>
              </a:rPr>
              <a:t>equans</a:t>
            </a:r>
            <a:r>
              <a:rPr lang="fr-FR" sz="1200" b="0" i="0" u="none" strike="noStrike" cap="none" dirty="0">
                <a:solidFill>
                  <a:schemeClr val="dk1"/>
                </a:solidFill>
                <a:effectLst/>
                <a:latin typeface="Calibri"/>
                <a:ea typeface="Calibri"/>
                <a:cs typeface="Calibri"/>
                <a:sym typeface="Calibri"/>
              </a:rPr>
              <a:t>), internationalisation multilinguisme </a:t>
            </a:r>
            <a:r>
              <a:rPr lang="fr-FR" sz="1200" b="0" i="0" u="none" strike="noStrike" cap="none" dirty="0" err="1">
                <a:solidFill>
                  <a:schemeClr val="dk1"/>
                </a:solidFill>
                <a:effectLst/>
                <a:latin typeface="Calibri"/>
                <a:ea typeface="Calibri"/>
                <a:cs typeface="Calibri"/>
                <a:sym typeface="Calibri"/>
              </a:rPr>
              <a:t>elargi</a:t>
            </a:r>
            <a:r>
              <a:rPr lang="fr-FR" sz="1200" b="0" i="0" u="none" strike="noStrike" cap="none" dirty="0">
                <a:solidFill>
                  <a:schemeClr val="dk1"/>
                </a:solidFill>
                <a:effectLst/>
                <a:latin typeface="Calibri"/>
                <a:ea typeface="Calibri"/>
                <a:cs typeface="Calibri"/>
                <a:sym typeface="Calibri"/>
              </a:rPr>
              <a:t>. Mise en place gouvernance IA </a:t>
            </a:r>
            <a:r>
              <a:rPr lang="fr-FR" sz="1200" b="0" i="0" u="none" strike="noStrike" cap="none" dirty="0" err="1">
                <a:solidFill>
                  <a:schemeClr val="dk1"/>
                </a:solidFill>
                <a:effectLst/>
                <a:latin typeface="Calibri"/>
                <a:ea typeface="Calibri"/>
                <a:cs typeface="Calibri"/>
                <a:sym typeface="Calibri"/>
              </a:rPr>
              <a:t>Act</a:t>
            </a:r>
            <a:r>
              <a:rPr lang="fr-FR" sz="1200" b="0" i="0" u="none" strike="noStrike" cap="none" dirty="0">
                <a:solidFill>
                  <a:schemeClr val="dk1"/>
                </a:solidFill>
                <a:effectLst/>
                <a:latin typeface="Calibri"/>
                <a:ea typeface="Calibri"/>
                <a:cs typeface="Calibri"/>
                <a:sym typeface="Calibri"/>
              </a:rPr>
              <a:t>. Cadre développé sera réutilisé</a:t>
            </a: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Le protocole d'évaluation ne sert pas juste à noter un système : il sert à décider quoi améliorer et dans quel ordre. Sur ScribBERT, la trajectoire est celle que vous voyez à l'écran.</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Le POC actuel — dense pur, ada-002, GPT-3.5 — tourne en production interne au département P2S depuis mi-2025. Les priorités court terme identifiées par le diagnostic sont l'hybridation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 l'ajout d'un </a:t>
            </a:r>
            <a:r>
              <a:rPr lang="fr-FR" sz="1200" b="0" i="0" u="none" strike="noStrike" cap="none" dirty="0" err="1">
                <a:solidFill>
                  <a:schemeClr val="dk1"/>
                </a:solidFill>
                <a:effectLst/>
                <a:latin typeface="Calibri"/>
                <a:ea typeface="Calibri"/>
                <a:cs typeface="Calibri"/>
                <a:sym typeface="Calibri"/>
              </a:rPr>
              <a:t>reranker</a:t>
            </a:r>
            <a:r>
              <a:rPr lang="fr-FR" sz="1200" b="0" i="0" u="none" strike="noStrike" cap="none" dirty="0">
                <a:solidFill>
                  <a:schemeClr val="dk1"/>
                </a:solidFill>
                <a:effectLst/>
                <a:latin typeface="Calibri"/>
                <a:ea typeface="Calibri"/>
                <a:cs typeface="Calibri"/>
                <a:sym typeface="Calibri"/>
              </a:rPr>
              <a:t> cross-encoder, et une chaîne image-to-</a:t>
            </a:r>
            <a:r>
              <a:rPr lang="fr-FR" sz="1200" b="0" i="0" u="none" strike="noStrike" cap="none" dirty="0" err="1">
                <a:solidFill>
                  <a:schemeClr val="dk1"/>
                </a:solidFill>
                <a:effectLst/>
                <a:latin typeface="Calibri"/>
                <a:ea typeface="Calibri"/>
                <a:cs typeface="Calibri"/>
                <a:sym typeface="Calibri"/>
              </a:rPr>
              <a:t>text</a:t>
            </a:r>
            <a:r>
              <a:rPr lang="fr-FR" sz="1200" b="0" i="0" u="none" strike="noStrike" cap="none" dirty="0">
                <a:solidFill>
                  <a:schemeClr val="dk1"/>
                </a:solidFill>
                <a:effectLst/>
                <a:latin typeface="Calibri"/>
                <a:ea typeface="Calibri"/>
                <a:cs typeface="Calibri"/>
                <a:sym typeface="Calibri"/>
              </a:rPr>
              <a:t> pour les tableaux et schémas, qui sont aujourd'hui perdus lors de l'ingestion. Chacune de ces briques est justifiée par un résultat précis du benchmark, pas par une intuition.</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L'annonce que je peux faire aujourd'hui, et qui est pour moi la meilleure validation possible de ce travail : le projet vient d'être validé pour un passage en industrialisation à l'échelle du groupe Bouygues Construction. Ça veut dire une extension aux filiales, l'intégration des référentiels clients internationaux, un multilinguisme élargi, et surtout la mise en place d'une gouvernance conforme aux exigences AI </a:t>
            </a:r>
            <a:r>
              <a:rPr lang="fr-FR" sz="1200" b="0" i="0" u="none" strike="noStrike" cap="none" dirty="0" err="1">
                <a:solidFill>
                  <a:schemeClr val="dk1"/>
                </a:solidFill>
                <a:effectLst/>
                <a:latin typeface="Calibri"/>
                <a:ea typeface="Calibri"/>
                <a:cs typeface="Calibri"/>
                <a:sym typeface="Calibri"/>
              </a:rPr>
              <a:t>Act</a:t>
            </a:r>
            <a:r>
              <a:rPr lang="fr-FR" sz="1200" b="0" i="0" u="none" strike="noStrike" cap="none" dirty="0">
                <a:solidFill>
                  <a:schemeClr val="dk1"/>
                </a:solidFill>
                <a:effectLst/>
                <a:latin typeface="Calibri"/>
                <a:ea typeface="Calibri"/>
                <a:cs typeface="Calibri"/>
                <a:sym typeface="Calibri"/>
              </a:rPr>
              <a:t>. Le cadre d'évaluation développé dans ce mémoire va être directement réutilisé pour piloter cette montée en charge.</a:t>
            </a:r>
          </a:p>
          <a:p>
            <a:pPr marL="0" lvl="0" indent="0" algn="l" rtl="0">
              <a:spcBef>
                <a:spcPts val="0"/>
              </a:spcBef>
              <a:spcAft>
                <a:spcPts val="0"/>
              </a:spcAft>
              <a:buNone/>
            </a:pPr>
            <a:endParaRPr dirty="0"/>
          </a:p>
        </p:txBody>
      </p:sp>
      <p:sp>
        <p:nvSpPr>
          <p:cNvPr id="750" name="Google Shape;750;g3f54c2447b2_0_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3f54c2447b2_0_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g3f54c2447b2_0_1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fr-FR" sz="1200" b="0" i="0" u="none" strike="noStrike" cap="none" dirty="0">
                <a:solidFill>
                  <a:schemeClr val="dk1"/>
                </a:solidFill>
                <a:effectLst/>
                <a:latin typeface="Calibri"/>
                <a:ea typeface="Calibri"/>
                <a:cs typeface="Calibri"/>
                <a:sym typeface="Calibri"/>
              </a:rPr>
              <a:t>Je veux être honnête sur ce que ce travail ne fait pas. Le jeu de test est limité à 50 questions annotées — c'est cohérent pour une phase exploratoire, mais en-dessous des 150 à 300 questions qu'il faudrait pour des comparaisons statistiquement décisives. La campagne de stabilité n'a porté que sur une seule configuration ; il faudra la répliquer sur les meilleures variantes identifiées. Et la validation humaine reste ciblée : elle doit être élargie avant le passage en production.</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Côté perspectives, quatre pistes ressortent : un fine-tuning d'</a:t>
            </a:r>
            <a:r>
              <a:rPr lang="fr-FR" sz="1200" b="0" i="0" u="none" strike="noStrike" cap="none" dirty="0" err="1">
                <a:solidFill>
                  <a:schemeClr val="dk1"/>
                </a:solidFill>
                <a:effectLst/>
                <a:latin typeface="Calibri"/>
                <a:ea typeface="Calibri"/>
                <a:cs typeface="Calibri"/>
                <a:sym typeface="Calibri"/>
              </a:rPr>
              <a:t>embedding</a:t>
            </a:r>
            <a:r>
              <a:rPr lang="fr-FR" sz="1200" b="0" i="0" u="none" strike="noStrike" cap="none" dirty="0">
                <a:solidFill>
                  <a:schemeClr val="dk1"/>
                </a:solidFill>
                <a:effectLst/>
                <a:latin typeface="Calibri"/>
                <a:ea typeface="Calibri"/>
                <a:cs typeface="Calibri"/>
                <a:sym typeface="Calibri"/>
              </a:rPr>
              <a:t> sur le corpus santé-sécurité pour combler l'absence de modèle spécialisé BTP, une variante </a:t>
            </a:r>
            <a:r>
              <a:rPr lang="fr-FR" sz="1200" b="0" i="0" u="none" strike="noStrike" cap="none" dirty="0" err="1">
                <a:solidFill>
                  <a:schemeClr val="dk1"/>
                </a:solidFill>
                <a:effectLst/>
                <a:latin typeface="Calibri"/>
                <a:ea typeface="Calibri"/>
                <a:cs typeface="Calibri"/>
                <a:sym typeface="Calibri"/>
              </a:rPr>
              <a:t>GraphRAG</a:t>
            </a:r>
            <a:r>
              <a:rPr lang="fr-FR" sz="1200" b="0" i="0" u="none" strike="noStrike" cap="none" dirty="0">
                <a:solidFill>
                  <a:schemeClr val="dk1"/>
                </a:solidFill>
                <a:effectLst/>
                <a:latin typeface="Calibri"/>
                <a:ea typeface="Calibri"/>
                <a:cs typeface="Calibri"/>
                <a:sym typeface="Calibri"/>
              </a:rPr>
              <a:t> pour les questions à raisonnement multi-saut, une extension multimodale pour intégrer les schémas et photos de chantier, et une architecture </a:t>
            </a:r>
            <a:r>
              <a:rPr lang="fr-FR" sz="1200" b="0" i="0" u="none" strike="noStrike" cap="none" dirty="0" err="1">
                <a:solidFill>
                  <a:schemeClr val="dk1"/>
                </a:solidFill>
                <a:effectLst/>
                <a:latin typeface="Calibri"/>
                <a:ea typeface="Calibri"/>
                <a:cs typeface="Calibri"/>
                <a:sym typeface="Calibri"/>
              </a:rPr>
              <a:t>agentic</a:t>
            </a:r>
            <a:r>
              <a:rPr lang="fr-FR" sz="1200" b="0" i="0" u="none" strike="noStrike" cap="none" dirty="0">
                <a:solidFill>
                  <a:schemeClr val="dk1"/>
                </a:solidFill>
                <a:effectLst/>
                <a:latin typeface="Calibri"/>
                <a:ea typeface="Calibri"/>
                <a:cs typeface="Calibri"/>
                <a:sym typeface="Calibri"/>
              </a:rPr>
              <a:t> pour décomposer automatiquement les questions complexes.</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Un dernier point : le cadre méthodologique proposé ne dépend pas du corpus santé-sécurité. Il est </a:t>
            </a:r>
            <a:r>
              <a:rPr lang="fr-FR" sz="1200" b="0" i="0" u="none" strike="noStrike" cap="none" dirty="0" err="1">
                <a:solidFill>
                  <a:schemeClr val="dk1"/>
                </a:solidFill>
                <a:effectLst/>
                <a:latin typeface="Calibri"/>
                <a:ea typeface="Calibri"/>
                <a:cs typeface="Calibri"/>
                <a:sym typeface="Calibri"/>
              </a:rPr>
              <a:t>réinstanciable</a:t>
            </a:r>
            <a:r>
              <a:rPr lang="fr-FR" sz="1200" b="0" i="0" u="none" strike="noStrike" cap="none" dirty="0">
                <a:solidFill>
                  <a:schemeClr val="dk1"/>
                </a:solidFill>
                <a:effectLst/>
                <a:latin typeface="Calibri"/>
                <a:ea typeface="Calibri"/>
                <a:cs typeface="Calibri"/>
                <a:sym typeface="Calibri"/>
              </a:rPr>
              <a:t> sur d'autres domaines documentaires — juridique, ressources humaines, finance. C'est un des apports que je revendique de ce travail.</a:t>
            </a:r>
          </a:p>
          <a:p>
            <a:pPr marL="0" lvl="0" indent="0" algn="l" rtl="0">
              <a:spcBef>
                <a:spcPts val="0"/>
              </a:spcBef>
              <a:spcAft>
                <a:spcPts val="0"/>
              </a:spcAft>
              <a:buNone/>
            </a:pPr>
            <a:endParaRPr dirty="0"/>
          </a:p>
        </p:txBody>
      </p:sp>
      <p:sp>
        <p:nvSpPr>
          <p:cNvPr id="775" name="Google Shape;775;g3f54c2447b2_0_1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3f54c2447b2_0_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g3f54c2447b2_0_1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fr-FR" sz="1200" b="0" i="0" u="none" strike="noStrike" cap="none" dirty="0">
                <a:solidFill>
                  <a:schemeClr val="dk1"/>
                </a:solidFill>
                <a:effectLst/>
                <a:latin typeface="Calibri"/>
                <a:ea typeface="Calibri"/>
                <a:cs typeface="Calibri"/>
                <a:sym typeface="Calibri"/>
              </a:rPr>
              <a:t>La boucle est bouclée, Je referme là où j'ai commencé. La fiabilité d'un système RAG en contexte critique ne se résume pas à un score qu'on appose après coup, c'est une propriété systémique qu'il faut décomposer, instrumenter, éprouver et gouverner — au même titre que n'importe quel autre indicateur de performance industrielle. Ce mémoire aura cherché à en faire la démonstration sur un cas concret ; le passage à l'échelle groupe qui vient d'être validé en sera, je l'espère, la confirmation la plus utile.</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Je vous remercie pour votre attention, et je suis désormais à votre disposition pour vos questions.</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endParaRPr dirty="0"/>
          </a:p>
        </p:txBody>
      </p:sp>
      <p:sp>
        <p:nvSpPr>
          <p:cNvPr id="788" name="Google Shape;788;g3f54c2447b2_0_1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ark blue cover">
  <p:cSld name="Dark blue cover">
    <p:bg>
      <p:bgPr>
        <a:solidFill>
          <a:schemeClr val="dk2"/>
        </a:solidFill>
        <a:effectLst/>
      </p:bgPr>
    </p:bg>
    <p:spTree>
      <p:nvGrpSpPr>
        <p:cNvPr id="1" name="Shape 13"/>
        <p:cNvGrpSpPr/>
        <p:nvPr/>
      </p:nvGrpSpPr>
      <p:grpSpPr>
        <a:xfrm>
          <a:off x="0" y="0"/>
          <a:ext cx="0" cy="0"/>
          <a:chOff x="0" y="0"/>
          <a:chExt cx="0" cy="0"/>
        </a:xfrm>
      </p:grpSpPr>
      <p:sp>
        <p:nvSpPr>
          <p:cNvPr id="14" name="Google Shape;14;p2"/>
          <p:cNvSpPr/>
          <p:nvPr/>
        </p:nvSpPr>
        <p:spPr>
          <a:xfrm rot="10800000">
            <a:off x="-183642" y="866551"/>
            <a:ext cx="6287928" cy="5122718"/>
          </a:xfrm>
          <a:custGeom>
            <a:avLst/>
            <a:gdLst/>
            <a:ahLst/>
            <a:cxnLst/>
            <a:rect l="l" t="t" r="r" b="b"/>
            <a:pathLst>
              <a:path w="6210300" h="5059474" extrusionOk="0">
                <a:moveTo>
                  <a:pt x="2519243" y="0"/>
                </a:moveTo>
                <a:lnTo>
                  <a:pt x="6210300" y="0"/>
                </a:lnTo>
                <a:lnTo>
                  <a:pt x="6210300" y="1766943"/>
                </a:lnTo>
                <a:lnTo>
                  <a:pt x="2474520" y="1766943"/>
                </a:lnTo>
                <a:cubicBezTo>
                  <a:pt x="2055022" y="1766943"/>
                  <a:pt x="1714849" y="2108490"/>
                  <a:pt x="1714849" y="2529738"/>
                </a:cubicBezTo>
                <a:cubicBezTo>
                  <a:pt x="1714849" y="2950986"/>
                  <a:pt x="2055022" y="3292531"/>
                  <a:pt x="2474520" y="3292531"/>
                </a:cubicBezTo>
                <a:lnTo>
                  <a:pt x="6210300" y="3292531"/>
                </a:lnTo>
                <a:lnTo>
                  <a:pt x="6210300" y="5059474"/>
                </a:lnTo>
                <a:lnTo>
                  <a:pt x="2519243" y="5059474"/>
                </a:lnTo>
                <a:cubicBezTo>
                  <a:pt x="1127826" y="5059474"/>
                  <a:pt x="0" y="3926902"/>
                  <a:pt x="0" y="2529738"/>
                </a:cubicBezTo>
                <a:cubicBezTo>
                  <a:pt x="0" y="1132573"/>
                  <a:pt x="1127950" y="0"/>
                  <a:pt x="2519243" y="0"/>
                </a:cubicBezTo>
                <a:close/>
              </a:path>
            </a:pathLst>
          </a:custGeom>
          <a:noFill/>
          <a:ln w="60950" cap="flat" cmpd="sng">
            <a:solidFill>
              <a:srgbClr val="E75113"/>
            </a:solidFill>
            <a:prstDash val="solid"/>
            <a:miter lim="8000"/>
            <a:headEnd type="none" w="sm" len="sm"/>
            <a:tailEnd type="none" w="sm" len="sm"/>
          </a:ln>
        </p:spPr>
        <p:txBody>
          <a:bodyPr spcFirstLastPara="1" wrap="square" lIns="91417" tIns="45708" rIns="91417" bIns="45708" anchor="ctr" anchorCtr="0">
            <a:noAutofit/>
          </a:bodyPr>
          <a:lstStyle/>
          <a:p>
            <a:pPr marL="0" marR="0" lvl="0" indent="0" algn="l" rtl="0">
              <a:spcBef>
                <a:spcPts val="0"/>
              </a:spcBef>
              <a:spcAft>
                <a:spcPts val="0"/>
              </a:spcAft>
              <a:buNone/>
            </a:pPr>
            <a:endParaRPr sz="1833">
              <a:solidFill>
                <a:schemeClr val="dk1"/>
              </a:solidFill>
              <a:latin typeface="Avenir"/>
              <a:ea typeface="Avenir"/>
              <a:cs typeface="Avenir"/>
              <a:sym typeface="Avenir"/>
            </a:endParaRPr>
          </a:p>
        </p:txBody>
      </p:sp>
      <p:sp>
        <p:nvSpPr>
          <p:cNvPr id="15" name="Google Shape;15;p2"/>
          <p:cNvSpPr txBox="1">
            <a:spLocks noGrp="1"/>
          </p:cNvSpPr>
          <p:nvPr>
            <p:ph type="title"/>
          </p:nvPr>
        </p:nvSpPr>
        <p:spPr>
          <a:xfrm>
            <a:off x="6739971" y="2325910"/>
            <a:ext cx="4752000" cy="12310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lt1"/>
              </a:buClr>
              <a:buSzPts val="4800"/>
              <a:buFont typeface="Avenir"/>
              <a:buNone/>
              <a:defRPr sz="4000">
                <a:solidFill>
                  <a:schemeClr val="lt1"/>
                </a:solidFill>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16" name="Google Shape;16;p2"/>
          <p:cNvSpPr txBox="1">
            <a:spLocks noGrp="1"/>
          </p:cNvSpPr>
          <p:nvPr>
            <p:ph type="body" idx="1"/>
          </p:nvPr>
        </p:nvSpPr>
        <p:spPr>
          <a:xfrm>
            <a:off x="6739971" y="3762693"/>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 name="Google Shape;17;p2"/>
          <p:cNvSpPr txBox="1">
            <a:spLocks noGrp="1"/>
          </p:cNvSpPr>
          <p:nvPr>
            <p:ph type="body" idx="2"/>
          </p:nvPr>
        </p:nvSpPr>
        <p:spPr>
          <a:xfrm>
            <a:off x="6744675" y="4140819"/>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Tree>
    <p:extLst>
      <p:ext uri="{BB962C8B-B14F-4D97-AF65-F5344CB8AC3E}">
        <p14:creationId xmlns:p14="http://schemas.microsoft.com/office/powerpoint/2010/main" val="3426041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xt + 1 picture">
  <p:cSld name="Text + 1 picture">
    <p:bg>
      <p:bgPr>
        <a:solidFill>
          <a:schemeClr val="lt1"/>
        </a:solidFill>
        <a:effectLst/>
      </p:bgPr>
    </p:bg>
    <p:spTree>
      <p:nvGrpSpPr>
        <p:cNvPr id="1" name="Shape 18"/>
        <p:cNvGrpSpPr/>
        <p:nvPr/>
      </p:nvGrpSpPr>
      <p:grpSpPr>
        <a:xfrm>
          <a:off x="0" y="0"/>
          <a:ext cx="0" cy="0"/>
          <a:chOff x="0" y="0"/>
          <a:chExt cx="0" cy="0"/>
        </a:xfrm>
      </p:grpSpPr>
      <p:sp>
        <p:nvSpPr>
          <p:cNvPr id="19" name="Google Shape;19;p3"/>
          <p:cNvSpPr>
            <a:spLocks noGrp="1"/>
          </p:cNvSpPr>
          <p:nvPr>
            <p:ph type="pic" idx="2"/>
          </p:nvPr>
        </p:nvSpPr>
        <p:spPr>
          <a:xfrm>
            <a:off x="8323383" y="0"/>
            <a:ext cx="3868500" cy="6858000"/>
          </a:xfrm>
          <a:prstGeom prst="rect">
            <a:avLst/>
          </a:prstGeom>
          <a:solidFill>
            <a:srgbClr val="F2F2F2"/>
          </a:solidFill>
          <a:ln>
            <a:noFill/>
          </a:ln>
        </p:spPr>
      </p:sp>
      <p:sp>
        <p:nvSpPr>
          <p:cNvPr id="20" name="Google Shape;20;p3"/>
          <p:cNvSpPr/>
          <p:nvPr/>
        </p:nvSpPr>
        <p:spPr>
          <a:xfrm>
            <a:off x="695325"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1" name="Google Shape;21;p3"/>
          <p:cNvSpPr txBox="1">
            <a:spLocks noGrp="1"/>
          </p:cNvSpPr>
          <p:nvPr>
            <p:ph type="body" idx="1"/>
          </p:nvPr>
        </p:nvSpPr>
        <p:spPr>
          <a:xfrm>
            <a:off x="695326" y="1599687"/>
            <a:ext cx="6798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2" name="Google Shape;22;p3"/>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3" name="Google Shape;23;p3"/>
          <p:cNvSpPr txBox="1">
            <a:spLocks noGrp="1"/>
          </p:cNvSpPr>
          <p:nvPr>
            <p:ph type="body" idx="3"/>
          </p:nvPr>
        </p:nvSpPr>
        <p:spPr>
          <a:xfrm>
            <a:off x="695325" y="2379541"/>
            <a:ext cx="6798000" cy="3521000"/>
          </a:xfrm>
          <a:prstGeom prst="rect">
            <a:avLst/>
          </a:prstGeom>
          <a:noFill/>
          <a:ln>
            <a:noFill/>
          </a:ln>
        </p:spPr>
        <p:txBody>
          <a:bodyPr spcFirstLastPara="1" wrap="square" lIns="0" tIns="0" rIns="0" bIns="0" anchor="t" anchorCtr="0">
            <a:normAutofit/>
          </a:bodyPr>
          <a:lstStyle>
            <a:lvl1pPr marL="380985" lvl="0" indent="-328070" algn="l">
              <a:lnSpc>
                <a:spcPct val="120000"/>
              </a:lnSpc>
              <a:spcBef>
                <a:spcPts val="0"/>
              </a:spcBef>
              <a:spcAft>
                <a:spcPts val="0"/>
              </a:spcAft>
              <a:buSzPts val="2600"/>
              <a:buChar cha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4" name="Google Shape;24;p3"/>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25" name="Google Shape;25;p3"/>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26" name="Google Shape;26;p3"/>
          <p:cNvSpPr txBox="1">
            <a:spLocks noGrp="1"/>
          </p:cNvSpPr>
          <p:nvPr>
            <p:ph type="body" idx="4"/>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7" name="Google Shape;27;p3"/>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877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imple">
  <p:cSld name="Simple">
    <p:bg>
      <p:bgPr>
        <a:solidFill>
          <a:schemeClr val="lt1"/>
        </a:solidFill>
        <a:effectLst/>
      </p:bgPr>
    </p:bg>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30" name="Google Shape;30;p4"/>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1" name="Google Shape;31;p4"/>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2" name="Google Shape;32;p4"/>
          <p:cNvSpPr txBox="1">
            <a:spLocks noGrp="1"/>
          </p:cNvSpPr>
          <p:nvPr>
            <p:ph type="body" idx="1"/>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cxnSp>
        <p:nvCxnSpPr>
          <p:cNvPr id="33" name="Google Shape;33;p4"/>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34" name="Google Shape;34;p4"/>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34238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ver photo 1">
  <p:cSld name="Cover photo 1">
    <p:bg>
      <p:bgPr>
        <a:blipFill>
          <a:blip r:embed="rId2">
            <a:alphaModFix/>
          </a:blip>
          <a:stretch>
            <a:fillRect/>
          </a:stretch>
        </a:blipFill>
        <a:effectLst/>
      </p:bgPr>
    </p:bg>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6739971" y="2325910"/>
            <a:ext cx="4752000" cy="12310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4800"/>
              <a:buFont typeface="Avenir"/>
              <a:buNone/>
              <a:defRPr sz="4000"/>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41" name="Google Shape;41;p6"/>
          <p:cNvSpPr txBox="1">
            <a:spLocks noGrp="1"/>
          </p:cNvSpPr>
          <p:nvPr>
            <p:ph type="body" idx="1"/>
          </p:nvPr>
        </p:nvSpPr>
        <p:spPr>
          <a:xfrm>
            <a:off x="6739971" y="3762693"/>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2" name="Google Shape;42;p6"/>
          <p:cNvSpPr txBox="1">
            <a:spLocks noGrp="1"/>
          </p:cNvSpPr>
          <p:nvPr>
            <p:ph type="body" idx="2"/>
          </p:nvPr>
        </p:nvSpPr>
        <p:spPr>
          <a:xfrm>
            <a:off x="6744675" y="4140819"/>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Tree>
    <p:extLst>
      <p:ext uri="{BB962C8B-B14F-4D97-AF65-F5344CB8AC3E}">
        <p14:creationId xmlns:p14="http://schemas.microsoft.com/office/powerpoint/2010/main" val="889869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ver photo 2">
  <p:cSld name="Cover photo 2">
    <p:bg>
      <p:bgPr>
        <a:blipFill>
          <a:blip r:embed="rId2">
            <a:alphaModFix/>
          </a:blip>
          <a:stretch>
            <a:fillRect/>
          </a:stretch>
        </a:blipFill>
        <a:effectLst/>
      </p:bgPr>
    </p:bg>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6739971" y="2325910"/>
            <a:ext cx="4752000" cy="12310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4800"/>
              <a:buFont typeface="Avenir"/>
              <a:buNone/>
              <a:defRPr sz="4000"/>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45" name="Google Shape;45;p7"/>
          <p:cNvSpPr txBox="1">
            <a:spLocks noGrp="1"/>
          </p:cNvSpPr>
          <p:nvPr>
            <p:ph type="body" idx="1"/>
          </p:nvPr>
        </p:nvSpPr>
        <p:spPr>
          <a:xfrm>
            <a:off x="6739971" y="3762693"/>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6" name="Google Shape;46;p7"/>
          <p:cNvSpPr txBox="1">
            <a:spLocks noGrp="1"/>
          </p:cNvSpPr>
          <p:nvPr>
            <p:ph type="body" idx="2"/>
          </p:nvPr>
        </p:nvSpPr>
        <p:spPr>
          <a:xfrm>
            <a:off x="6744675" y="4140819"/>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Tree>
    <p:extLst>
      <p:ext uri="{BB962C8B-B14F-4D97-AF65-F5344CB8AC3E}">
        <p14:creationId xmlns:p14="http://schemas.microsoft.com/office/powerpoint/2010/main" val="3738496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ver photo 3">
  <p:cSld name="Cover photo 3">
    <p:bg>
      <p:bgPr>
        <a:blipFill>
          <a:blip r:embed="rId2">
            <a:alphaModFix/>
          </a:blip>
          <a:stretch>
            <a:fillRect/>
          </a:stretch>
        </a:blipFill>
        <a:effectLst/>
      </p:bgPr>
    </p:bg>
    <p:spTree>
      <p:nvGrpSpPr>
        <p:cNvPr id="1" name="Shape 47"/>
        <p:cNvGrpSpPr/>
        <p:nvPr/>
      </p:nvGrpSpPr>
      <p:grpSpPr>
        <a:xfrm>
          <a:off x="0" y="0"/>
          <a:ext cx="0" cy="0"/>
          <a:chOff x="0" y="0"/>
          <a:chExt cx="0" cy="0"/>
        </a:xfrm>
      </p:grpSpPr>
      <p:sp>
        <p:nvSpPr>
          <p:cNvPr id="48" name="Google Shape;48;p8"/>
          <p:cNvSpPr txBox="1">
            <a:spLocks noGrp="1"/>
          </p:cNvSpPr>
          <p:nvPr>
            <p:ph type="title"/>
          </p:nvPr>
        </p:nvSpPr>
        <p:spPr>
          <a:xfrm>
            <a:off x="6739971" y="2325910"/>
            <a:ext cx="4752000" cy="12310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4800"/>
              <a:buFont typeface="Avenir"/>
              <a:buNone/>
              <a:defRPr sz="4000"/>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49" name="Google Shape;49;p8"/>
          <p:cNvSpPr txBox="1">
            <a:spLocks noGrp="1"/>
          </p:cNvSpPr>
          <p:nvPr>
            <p:ph type="body" idx="1"/>
          </p:nvPr>
        </p:nvSpPr>
        <p:spPr>
          <a:xfrm>
            <a:off x="6739971" y="3762693"/>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50" name="Google Shape;50;p8"/>
          <p:cNvSpPr txBox="1">
            <a:spLocks noGrp="1"/>
          </p:cNvSpPr>
          <p:nvPr>
            <p:ph type="body" idx="2"/>
          </p:nvPr>
        </p:nvSpPr>
        <p:spPr>
          <a:xfrm>
            <a:off x="6744675" y="4140819"/>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Tree>
    <p:extLst>
      <p:ext uri="{BB962C8B-B14F-4D97-AF65-F5344CB8AC3E}">
        <p14:creationId xmlns:p14="http://schemas.microsoft.com/office/powerpoint/2010/main" val="3527248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hite cover">
  <p:cSld name="White cover">
    <p:spTree>
      <p:nvGrpSpPr>
        <p:cNvPr id="1" name="Shape 51"/>
        <p:cNvGrpSpPr/>
        <p:nvPr/>
      </p:nvGrpSpPr>
      <p:grpSpPr>
        <a:xfrm>
          <a:off x="0" y="0"/>
          <a:ext cx="0" cy="0"/>
          <a:chOff x="0" y="0"/>
          <a:chExt cx="0" cy="0"/>
        </a:xfrm>
      </p:grpSpPr>
      <p:sp>
        <p:nvSpPr>
          <p:cNvPr id="52" name="Google Shape;52;p9"/>
          <p:cNvSpPr/>
          <p:nvPr/>
        </p:nvSpPr>
        <p:spPr>
          <a:xfrm rot="10800000">
            <a:off x="-183642" y="866551"/>
            <a:ext cx="6287928" cy="5122718"/>
          </a:xfrm>
          <a:custGeom>
            <a:avLst/>
            <a:gdLst/>
            <a:ahLst/>
            <a:cxnLst/>
            <a:rect l="l" t="t" r="r" b="b"/>
            <a:pathLst>
              <a:path w="6210300" h="5059474" extrusionOk="0">
                <a:moveTo>
                  <a:pt x="2519243" y="0"/>
                </a:moveTo>
                <a:lnTo>
                  <a:pt x="6210300" y="0"/>
                </a:lnTo>
                <a:lnTo>
                  <a:pt x="6210300" y="1766943"/>
                </a:lnTo>
                <a:lnTo>
                  <a:pt x="2474520" y="1766943"/>
                </a:lnTo>
                <a:cubicBezTo>
                  <a:pt x="2055022" y="1766943"/>
                  <a:pt x="1714849" y="2108490"/>
                  <a:pt x="1714849" y="2529738"/>
                </a:cubicBezTo>
                <a:cubicBezTo>
                  <a:pt x="1714849" y="2950986"/>
                  <a:pt x="2055022" y="3292531"/>
                  <a:pt x="2474520" y="3292531"/>
                </a:cubicBezTo>
                <a:lnTo>
                  <a:pt x="6210300" y="3292531"/>
                </a:lnTo>
                <a:lnTo>
                  <a:pt x="6210300" y="5059474"/>
                </a:lnTo>
                <a:lnTo>
                  <a:pt x="2519243" y="5059474"/>
                </a:lnTo>
                <a:cubicBezTo>
                  <a:pt x="1127826" y="5059474"/>
                  <a:pt x="0" y="3926902"/>
                  <a:pt x="0" y="2529738"/>
                </a:cubicBezTo>
                <a:cubicBezTo>
                  <a:pt x="0" y="1132573"/>
                  <a:pt x="1127950" y="0"/>
                  <a:pt x="2519243" y="0"/>
                </a:cubicBezTo>
                <a:close/>
              </a:path>
            </a:pathLst>
          </a:custGeom>
          <a:noFill/>
          <a:ln w="60950" cap="flat" cmpd="sng">
            <a:solidFill>
              <a:srgbClr val="E75113"/>
            </a:solidFill>
            <a:prstDash val="solid"/>
            <a:miter lim="8000"/>
            <a:headEnd type="none" w="sm" len="sm"/>
            <a:tailEnd type="none" w="sm" len="sm"/>
          </a:ln>
        </p:spPr>
        <p:txBody>
          <a:bodyPr spcFirstLastPara="1" wrap="square" lIns="91417" tIns="45708" rIns="91417" bIns="45708" anchor="ctr" anchorCtr="0">
            <a:noAutofit/>
          </a:bodyPr>
          <a:lstStyle/>
          <a:p>
            <a:pPr marL="0" marR="0" lvl="0" indent="0" algn="l" rtl="0">
              <a:spcBef>
                <a:spcPts val="0"/>
              </a:spcBef>
              <a:spcAft>
                <a:spcPts val="0"/>
              </a:spcAft>
              <a:buNone/>
            </a:pPr>
            <a:endParaRPr sz="1833">
              <a:solidFill>
                <a:schemeClr val="dk1"/>
              </a:solidFill>
              <a:latin typeface="Avenir"/>
              <a:ea typeface="Avenir"/>
              <a:cs typeface="Avenir"/>
              <a:sym typeface="Avenir"/>
            </a:endParaRPr>
          </a:p>
        </p:txBody>
      </p:sp>
      <p:sp>
        <p:nvSpPr>
          <p:cNvPr id="53" name="Google Shape;53;p9"/>
          <p:cNvSpPr txBox="1">
            <a:spLocks noGrp="1"/>
          </p:cNvSpPr>
          <p:nvPr>
            <p:ph type="title"/>
          </p:nvPr>
        </p:nvSpPr>
        <p:spPr>
          <a:xfrm>
            <a:off x="6739971" y="2325910"/>
            <a:ext cx="4752000" cy="12310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4800"/>
              <a:buFont typeface="Avenir"/>
              <a:buNone/>
              <a:defRPr sz="4000"/>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54" name="Google Shape;54;p9"/>
          <p:cNvSpPr txBox="1">
            <a:spLocks noGrp="1"/>
          </p:cNvSpPr>
          <p:nvPr>
            <p:ph type="body" idx="1"/>
          </p:nvPr>
        </p:nvSpPr>
        <p:spPr>
          <a:xfrm>
            <a:off x="6739971" y="3762693"/>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55" name="Google Shape;55;p9"/>
          <p:cNvSpPr txBox="1">
            <a:spLocks noGrp="1"/>
          </p:cNvSpPr>
          <p:nvPr>
            <p:ph type="body" idx="2"/>
          </p:nvPr>
        </p:nvSpPr>
        <p:spPr>
          <a:xfrm>
            <a:off x="6744675" y="4140819"/>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Tree>
    <p:extLst>
      <p:ext uri="{BB962C8B-B14F-4D97-AF65-F5344CB8AC3E}">
        <p14:creationId xmlns:p14="http://schemas.microsoft.com/office/powerpoint/2010/main" val="3709606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ummary">
  <p:cSld name="Summary">
    <p:bg>
      <p:bgPr>
        <a:solidFill>
          <a:schemeClr val="lt1"/>
        </a:solidFill>
        <a:effectLst/>
      </p:bgPr>
    </p:bg>
    <p:spTree>
      <p:nvGrpSpPr>
        <p:cNvPr id="1" name="Shape 56"/>
        <p:cNvGrpSpPr/>
        <p:nvPr/>
      </p:nvGrpSpPr>
      <p:grpSpPr>
        <a:xfrm>
          <a:off x="0" y="0"/>
          <a:ext cx="0" cy="0"/>
          <a:chOff x="0" y="0"/>
          <a:chExt cx="0" cy="0"/>
        </a:xfrm>
      </p:grpSpPr>
      <p:sp>
        <p:nvSpPr>
          <p:cNvPr id="57" name="Google Shape;57;p10"/>
          <p:cNvSpPr/>
          <p:nvPr/>
        </p:nvSpPr>
        <p:spPr>
          <a:xfrm rot="5400000">
            <a:off x="5704863" y="616553"/>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58" name="Google Shape;58;p10"/>
          <p:cNvSpPr txBox="1">
            <a:spLocks noGrp="1"/>
          </p:cNvSpPr>
          <p:nvPr>
            <p:ph type="body" idx="1"/>
          </p:nvPr>
        </p:nvSpPr>
        <p:spPr>
          <a:xfrm>
            <a:off x="1510118" y="1626269"/>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59" name="Google Shape;59;p10"/>
          <p:cNvSpPr txBox="1">
            <a:spLocks noGrp="1"/>
          </p:cNvSpPr>
          <p:nvPr>
            <p:ph type="body" idx="2"/>
          </p:nvPr>
        </p:nvSpPr>
        <p:spPr>
          <a:xfrm>
            <a:off x="1510118" y="2047627"/>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0" name="Google Shape;60;p10"/>
          <p:cNvSpPr txBox="1">
            <a:spLocks noGrp="1"/>
          </p:cNvSpPr>
          <p:nvPr>
            <p:ph type="body" idx="3"/>
          </p:nvPr>
        </p:nvSpPr>
        <p:spPr>
          <a:xfrm>
            <a:off x="1510118" y="2468985"/>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1" name="Google Shape;61;p10"/>
          <p:cNvSpPr txBox="1">
            <a:spLocks noGrp="1"/>
          </p:cNvSpPr>
          <p:nvPr>
            <p:ph type="body" idx="4"/>
          </p:nvPr>
        </p:nvSpPr>
        <p:spPr>
          <a:xfrm>
            <a:off x="1510118" y="2890343"/>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2" name="Google Shape;62;p10"/>
          <p:cNvSpPr txBox="1">
            <a:spLocks noGrp="1"/>
          </p:cNvSpPr>
          <p:nvPr>
            <p:ph type="body" idx="5"/>
          </p:nvPr>
        </p:nvSpPr>
        <p:spPr>
          <a:xfrm>
            <a:off x="1510118" y="3311701"/>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3" name="Google Shape;63;p10"/>
          <p:cNvSpPr txBox="1">
            <a:spLocks noGrp="1"/>
          </p:cNvSpPr>
          <p:nvPr>
            <p:ph type="body" idx="6"/>
          </p:nvPr>
        </p:nvSpPr>
        <p:spPr>
          <a:xfrm>
            <a:off x="1510118" y="3733059"/>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4" name="Google Shape;64;p10"/>
          <p:cNvSpPr txBox="1">
            <a:spLocks noGrp="1"/>
          </p:cNvSpPr>
          <p:nvPr>
            <p:ph type="body" idx="7"/>
          </p:nvPr>
        </p:nvSpPr>
        <p:spPr>
          <a:xfrm>
            <a:off x="1510118" y="4154417"/>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5" name="Google Shape;65;p10"/>
          <p:cNvSpPr txBox="1">
            <a:spLocks noGrp="1"/>
          </p:cNvSpPr>
          <p:nvPr>
            <p:ph type="body" idx="8"/>
          </p:nvPr>
        </p:nvSpPr>
        <p:spPr>
          <a:xfrm>
            <a:off x="1510118" y="4575775"/>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6" name="Google Shape;66;p10"/>
          <p:cNvSpPr txBox="1">
            <a:spLocks noGrp="1"/>
          </p:cNvSpPr>
          <p:nvPr>
            <p:ph type="body" idx="9"/>
          </p:nvPr>
        </p:nvSpPr>
        <p:spPr>
          <a:xfrm>
            <a:off x="1510118" y="4997133"/>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7" name="Google Shape;67;p10"/>
          <p:cNvSpPr txBox="1">
            <a:spLocks noGrp="1"/>
          </p:cNvSpPr>
          <p:nvPr>
            <p:ph type="body" idx="13"/>
          </p:nvPr>
        </p:nvSpPr>
        <p:spPr>
          <a:xfrm>
            <a:off x="1510118" y="5418489"/>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8" name="Google Shape;68;p10"/>
          <p:cNvSpPr txBox="1">
            <a:spLocks noGrp="1"/>
          </p:cNvSpPr>
          <p:nvPr>
            <p:ph type="body" idx="14"/>
          </p:nvPr>
        </p:nvSpPr>
        <p:spPr>
          <a:xfrm>
            <a:off x="720496" y="1626269"/>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9" name="Google Shape;69;p10"/>
          <p:cNvSpPr txBox="1">
            <a:spLocks noGrp="1"/>
          </p:cNvSpPr>
          <p:nvPr>
            <p:ph type="body" idx="15"/>
          </p:nvPr>
        </p:nvSpPr>
        <p:spPr>
          <a:xfrm>
            <a:off x="720496" y="2047627"/>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70" name="Google Shape;70;p10"/>
          <p:cNvSpPr txBox="1">
            <a:spLocks noGrp="1"/>
          </p:cNvSpPr>
          <p:nvPr>
            <p:ph type="body" idx="16"/>
          </p:nvPr>
        </p:nvSpPr>
        <p:spPr>
          <a:xfrm>
            <a:off x="720496" y="2468985"/>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71" name="Google Shape;71;p10"/>
          <p:cNvSpPr txBox="1">
            <a:spLocks noGrp="1"/>
          </p:cNvSpPr>
          <p:nvPr>
            <p:ph type="body" idx="17"/>
          </p:nvPr>
        </p:nvSpPr>
        <p:spPr>
          <a:xfrm>
            <a:off x="720496" y="2890343"/>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72" name="Google Shape;72;p10"/>
          <p:cNvSpPr txBox="1">
            <a:spLocks noGrp="1"/>
          </p:cNvSpPr>
          <p:nvPr>
            <p:ph type="body" idx="18"/>
          </p:nvPr>
        </p:nvSpPr>
        <p:spPr>
          <a:xfrm>
            <a:off x="720496" y="3311701"/>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73" name="Google Shape;73;p10"/>
          <p:cNvSpPr txBox="1">
            <a:spLocks noGrp="1"/>
          </p:cNvSpPr>
          <p:nvPr>
            <p:ph type="body" idx="19"/>
          </p:nvPr>
        </p:nvSpPr>
        <p:spPr>
          <a:xfrm>
            <a:off x="720496" y="3733059"/>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74" name="Google Shape;74;p10"/>
          <p:cNvSpPr txBox="1">
            <a:spLocks noGrp="1"/>
          </p:cNvSpPr>
          <p:nvPr>
            <p:ph type="body" idx="20"/>
          </p:nvPr>
        </p:nvSpPr>
        <p:spPr>
          <a:xfrm>
            <a:off x="720496" y="4154417"/>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75" name="Google Shape;75;p10"/>
          <p:cNvSpPr txBox="1">
            <a:spLocks noGrp="1"/>
          </p:cNvSpPr>
          <p:nvPr>
            <p:ph type="body" idx="21"/>
          </p:nvPr>
        </p:nvSpPr>
        <p:spPr>
          <a:xfrm>
            <a:off x="720496" y="4575775"/>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76" name="Google Shape;76;p10"/>
          <p:cNvSpPr txBox="1">
            <a:spLocks noGrp="1"/>
          </p:cNvSpPr>
          <p:nvPr>
            <p:ph type="body" idx="22"/>
          </p:nvPr>
        </p:nvSpPr>
        <p:spPr>
          <a:xfrm>
            <a:off x="720496" y="4997133"/>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77" name="Google Shape;77;p10"/>
          <p:cNvSpPr txBox="1">
            <a:spLocks noGrp="1"/>
          </p:cNvSpPr>
          <p:nvPr>
            <p:ph type="body" idx="23"/>
          </p:nvPr>
        </p:nvSpPr>
        <p:spPr>
          <a:xfrm>
            <a:off x="720496" y="5418489"/>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78" name="Google Shape;78;p10"/>
          <p:cNvSpPr/>
          <p:nvPr/>
        </p:nvSpPr>
        <p:spPr>
          <a:xfrm>
            <a:off x="6134100" y="866775"/>
            <a:ext cx="6287928" cy="5122718"/>
          </a:xfrm>
          <a:custGeom>
            <a:avLst/>
            <a:gdLst/>
            <a:ahLst/>
            <a:cxnLst/>
            <a:rect l="l" t="t" r="r" b="b"/>
            <a:pathLst>
              <a:path w="6210300" h="5059474" extrusionOk="0">
                <a:moveTo>
                  <a:pt x="2519243" y="0"/>
                </a:moveTo>
                <a:lnTo>
                  <a:pt x="6210300" y="0"/>
                </a:lnTo>
                <a:lnTo>
                  <a:pt x="6210300" y="1766943"/>
                </a:lnTo>
                <a:lnTo>
                  <a:pt x="2474520" y="1766943"/>
                </a:lnTo>
                <a:cubicBezTo>
                  <a:pt x="2055022" y="1766943"/>
                  <a:pt x="1714849" y="2108490"/>
                  <a:pt x="1714849" y="2529738"/>
                </a:cubicBezTo>
                <a:cubicBezTo>
                  <a:pt x="1714849" y="2950986"/>
                  <a:pt x="2055022" y="3292531"/>
                  <a:pt x="2474520" y="3292531"/>
                </a:cubicBezTo>
                <a:lnTo>
                  <a:pt x="6210300" y="3292531"/>
                </a:lnTo>
                <a:lnTo>
                  <a:pt x="6210300" y="5059474"/>
                </a:lnTo>
                <a:lnTo>
                  <a:pt x="2519243" y="5059474"/>
                </a:lnTo>
                <a:cubicBezTo>
                  <a:pt x="1127826" y="5059474"/>
                  <a:pt x="0" y="3926902"/>
                  <a:pt x="0" y="2529738"/>
                </a:cubicBezTo>
                <a:cubicBezTo>
                  <a:pt x="0" y="1132573"/>
                  <a:pt x="1127950" y="0"/>
                  <a:pt x="2519243" y="0"/>
                </a:cubicBezTo>
                <a:close/>
              </a:path>
            </a:pathLst>
          </a:custGeom>
          <a:noFill/>
          <a:ln w="60950" cap="flat" cmpd="sng">
            <a:solidFill>
              <a:srgbClr val="F2F2F2"/>
            </a:solidFill>
            <a:prstDash val="solid"/>
            <a:miter lim="8000"/>
            <a:headEnd type="none" w="sm" len="sm"/>
            <a:tailEnd type="none" w="sm" len="sm"/>
          </a:ln>
        </p:spPr>
        <p:txBody>
          <a:bodyPr spcFirstLastPara="1" wrap="square" lIns="91417" tIns="45708" rIns="91417" bIns="45708" anchor="ctr" anchorCtr="0">
            <a:noAutofit/>
          </a:bodyPr>
          <a:lstStyle/>
          <a:p>
            <a:pPr marL="0" marR="0" lvl="0" indent="0" algn="l" rtl="0">
              <a:spcBef>
                <a:spcPts val="0"/>
              </a:spcBef>
              <a:spcAft>
                <a:spcPts val="0"/>
              </a:spcAft>
              <a:buNone/>
            </a:pPr>
            <a:endParaRPr sz="1833">
              <a:solidFill>
                <a:schemeClr val="dk1"/>
              </a:solidFill>
              <a:latin typeface="Avenir"/>
              <a:ea typeface="Avenir"/>
              <a:cs typeface="Avenir"/>
              <a:sym typeface="Avenir"/>
            </a:endParaRPr>
          </a:p>
        </p:txBody>
      </p:sp>
      <p:sp>
        <p:nvSpPr>
          <p:cNvPr id="79" name="Google Shape;79;p10"/>
          <p:cNvSpPr/>
          <p:nvPr/>
        </p:nvSpPr>
        <p:spPr>
          <a:xfrm>
            <a:off x="695325"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80" name="Google Shape;80;p10"/>
          <p:cNvSpPr txBox="1">
            <a:spLocks noGrp="1"/>
          </p:cNvSpPr>
          <p:nvPr>
            <p:ph type="title"/>
          </p:nvPr>
        </p:nvSpPr>
        <p:spPr>
          <a:xfrm>
            <a:off x="695325" y="512763"/>
            <a:ext cx="10515500" cy="47075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dk1"/>
              </a:buClr>
              <a:buSzPts val="2200"/>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81" name="Google Shape;81;p10"/>
          <p:cNvSpPr txBox="1">
            <a:spLocks noGrp="1"/>
          </p:cNvSpPr>
          <p:nvPr>
            <p:ph type="body" idx="24"/>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cxnSp>
        <p:nvCxnSpPr>
          <p:cNvPr id="82" name="Google Shape;82;p10"/>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83" name="Google Shape;83;p10"/>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87182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Agenda">
  <p:cSld name="Agenda">
    <p:bg>
      <p:bgPr>
        <a:solidFill>
          <a:schemeClr val="lt1"/>
        </a:solidFill>
        <a:effectLst/>
      </p:bgPr>
    </p:bg>
    <p:spTree>
      <p:nvGrpSpPr>
        <p:cNvPr id="1" name="Shape 84"/>
        <p:cNvGrpSpPr/>
        <p:nvPr/>
      </p:nvGrpSpPr>
      <p:grpSpPr>
        <a:xfrm>
          <a:off x="0" y="0"/>
          <a:ext cx="0" cy="0"/>
          <a:chOff x="0" y="0"/>
          <a:chExt cx="0" cy="0"/>
        </a:xfrm>
      </p:grpSpPr>
      <p:sp>
        <p:nvSpPr>
          <p:cNvPr id="85" name="Google Shape;85;p11"/>
          <p:cNvSpPr txBox="1">
            <a:spLocks noGrp="1"/>
          </p:cNvSpPr>
          <p:nvPr>
            <p:ph type="title"/>
          </p:nvPr>
        </p:nvSpPr>
        <p:spPr>
          <a:xfrm>
            <a:off x="700073" y="517498"/>
            <a:ext cx="3659750" cy="46675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86" name="Google Shape;86;p11"/>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87" name="Google Shape;87;p11"/>
          <p:cNvSpPr/>
          <p:nvPr/>
        </p:nvSpPr>
        <p:spPr>
          <a:xfrm>
            <a:off x="6134100" y="866775"/>
            <a:ext cx="6287928" cy="5122718"/>
          </a:xfrm>
          <a:custGeom>
            <a:avLst/>
            <a:gdLst/>
            <a:ahLst/>
            <a:cxnLst/>
            <a:rect l="l" t="t" r="r" b="b"/>
            <a:pathLst>
              <a:path w="6210300" h="5059474" extrusionOk="0">
                <a:moveTo>
                  <a:pt x="2519243" y="0"/>
                </a:moveTo>
                <a:lnTo>
                  <a:pt x="6210300" y="0"/>
                </a:lnTo>
                <a:lnTo>
                  <a:pt x="6210300" y="1766943"/>
                </a:lnTo>
                <a:lnTo>
                  <a:pt x="2474520" y="1766943"/>
                </a:lnTo>
                <a:cubicBezTo>
                  <a:pt x="2055022" y="1766943"/>
                  <a:pt x="1714849" y="2108490"/>
                  <a:pt x="1714849" y="2529738"/>
                </a:cubicBezTo>
                <a:cubicBezTo>
                  <a:pt x="1714849" y="2950986"/>
                  <a:pt x="2055022" y="3292531"/>
                  <a:pt x="2474520" y="3292531"/>
                </a:cubicBezTo>
                <a:lnTo>
                  <a:pt x="6210300" y="3292531"/>
                </a:lnTo>
                <a:lnTo>
                  <a:pt x="6210300" y="5059474"/>
                </a:lnTo>
                <a:lnTo>
                  <a:pt x="2519243" y="5059474"/>
                </a:lnTo>
                <a:cubicBezTo>
                  <a:pt x="1127826" y="5059474"/>
                  <a:pt x="0" y="3926902"/>
                  <a:pt x="0" y="2529738"/>
                </a:cubicBezTo>
                <a:cubicBezTo>
                  <a:pt x="0" y="1132573"/>
                  <a:pt x="1127950" y="0"/>
                  <a:pt x="2519243" y="0"/>
                </a:cubicBezTo>
                <a:close/>
              </a:path>
            </a:pathLst>
          </a:custGeom>
          <a:noFill/>
          <a:ln w="60950" cap="flat" cmpd="sng">
            <a:solidFill>
              <a:schemeClr val="lt2"/>
            </a:solidFill>
            <a:prstDash val="solid"/>
            <a:miter lim="8000"/>
            <a:headEnd type="none" w="sm" len="sm"/>
            <a:tailEnd type="none" w="sm" len="sm"/>
          </a:ln>
        </p:spPr>
        <p:txBody>
          <a:bodyPr spcFirstLastPara="1" wrap="square" lIns="91417" tIns="45708" rIns="91417" bIns="45708" anchor="ctr" anchorCtr="0">
            <a:noAutofit/>
          </a:bodyPr>
          <a:lstStyle/>
          <a:p>
            <a:pPr marL="0" marR="0" lvl="0" indent="0" algn="l" rtl="0">
              <a:spcBef>
                <a:spcPts val="0"/>
              </a:spcBef>
              <a:spcAft>
                <a:spcPts val="0"/>
              </a:spcAft>
              <a:buNone/>
            </a:pPr>
            <a:endParaRPr sz="1833">
              <a:solidFill>
                <a:schemeClr val="dk1"/>
              </a:solidFill>
              <a:latin typeface="Avenir"/>
              <a:ea typeface="Avenir"/>
              <a:cs typeface="Avenir"/>
              <a:sym typeface="Avenir"/>
            </a:endParaRPr>
          </a:p>
        </p:txBody>
      </p:sp>
      <p:sp>
        <p:nvSpPr>
          <p:cNvPr id="88" name="Google Shape;88;p11"/>
          <p:cNvSpPr txBox="1">
            <a:spLocks noGrp="1"/>
          </p:cNvSpPr>
          <p:nvPr>
            <p:ph type="body" idx="1"/>
          </p:nvPr>
        </p:nvSpPr>
        <p:spPr>
          <a:xfrm>
            <a:off x="3353945" y="1853587"/>
            <a:ext cx="1563500" cy="1569660"/>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89" name="Google Shape;89;p11"/>
          <p:cNvSpPr txBox="1">
            <a:spLocks noGrp="1"/>
          </p:cNvSpPr>
          <p:nvPr>
            <p:ph type="body" idx="2"/>
          </p:nvPr>
        </p:nvSpPr>
        <p:spPr>
          <a:xfrm>
            <a:off x="700073" y="2718197"/>
            <a:ext cx="1824750" cy="645000"/>
          </a:xfrm>
          <a:prstGeom prst="rect">
            <a:avLst/>
          </a:prstGeom>
          <a:noFill/>
          <a:ln>
            <a:noFill/>
          </a:ln>
        </p:spPr>
        <p:txBody>
          <a:bodyPr spcFirstLastPara="1" wrap="square" lIns="0" tIns="0" rIns="0" bIns="0" anchor="ctr" anchorCtr="0">
            <a:noAutofit/>
          </a:bodyPr>
          <a:lstStyle>
            <a:lvl1pPr marL="380985" lvl="0" indent="-190492" algn="ctr">
              <a:lnSpc>
                <a:spcPct val="120000"/>
              </a:lnSpc>
              <a:spcBef>
                <a:spcPts val="0"/>
              </a:spcBef>
              <a:spcAft>
                <a:spcPts val="0"/>
              </a:spcAft>
              <a:buSzPts val="5800"/>
              <a:buNone/>
              <a:defRPr sz="4000">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90" name="Google Shape;90;p11"/>
          <p:cNvSpPr txBox="1">
            <a:spLocks noGrp="1"/>
          </p:cNvSpPr>
          <p:nvPr>
            <p:ph type="body" idx="3"/>
          </p:nvPr>
        </p:nvSpPr>
        <p:spPr>
          <a:xfrm>
            <a:off x="700073" y="3617631"/>
            <a:ext cx="1824750" cy="645000"/>
          </a:xfrm>
          <a:prstGeom prst="rect">
            <a:avLst/>
          </a:prstGeom>
          <a:noFill/>
          <a:ln>
            <a:noFill/>
          </a:ln>
        </p:spPr>
        <p:txBody>
          <a:bodyPr spcFirstLastPara="1" wrap="square" lIns="0" tIns="0" rIns="0" bIns="0" anchor="ctr" anchorCtr="0">
            <a:noAutofit/>
          </a:bodyPr>
          <a:lstStyle>
            <a:lvl1pPr marL="380985" lvl="0" indent="-190492" algn="ctr">
              <a:lnSpc>
                <a:spcPct val="120000"/>
              </a:lnSpc>
              <a:spcBef>
                <a:spcPts val="0"/>
              </a:spcBef>
              <a:spcAft>
                <a:spcPts val="0"/>
              </a:spcAft>
              <a:buSzPts val="5800"/>
              <a:buNone/>
              <a:defRPr sz="4000">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91" name="Google Shape;91;p11"/>
          <p:cNvSpPr txBox="1">
            <a:spLocks noGrp="1"/>
          </p:cNvSpPr>
          <p:nvPr>
            <p:ph type="body" idx="4"/>
          </p:nvPr>
        </p:nvSpPr>
        <p:spPr>
          <a:xfrm>
            <a:off x="700073" y="1827160"/>
            <a:ext cx="1824750" cy="645000"/>
          </a:xfrm>
          <a:prstGeom prst="rect">
            <a:avLst/>
          </a:prstGeom>
          <a:noFill/>
          <a:ln>
            <a:noFill/>
          </a:ln>
        </p:spPr>
        <p:txBody>
          <a:bodyPr spcFirstLastPara="1" wrap="square" lIns="0" tIns="0" rIns="0" bIns="0" anchor="ctr" anchorCtr="0">
            <a:noAutofit/>
          </a:bodyPr>
          <a:lstStyle>
            <a:lvl1pPr marL="380985" lvl="0" indent="-190492" algn="ctr">
              <a:lnSpc>
                <a:spcPct val="120000"/>
              </a:lnSpc>
              <a:spcBef>
                <a:spcPts val="0"/>
              </a:spcBef>
              <a:spcAft>
                <a:spcPts val="0"/>
              </a:spcAft>
              <a:buSzPts val="5800"/>
              <a:buNone/>
              <a:defRPr sz="4000">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92" name="Google Shape;92;p11"/>
          <p:cNvSpPr txBox="1">
            <a:spLocks noGrp="1"/>
          </p:cNvSpPr>
          <p:nvPr>
            <p:ph type="body" idx="5"/>
          </p:nvPr>
        </p:nvSpPr>
        <p:spPr>
          <a:xfrm>
            <a:off x="3353945" y="2152194"/>
            <a:ext cx="2223500" cy="941796"/>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93" name="Google Shape;93;p11"/>
          <p:cNvSpPr txBox="1">
            <a:spLocks noGrp="1"/>
          </p:cNvSpPr>
          <p:nvPr>
            <p:ph type="body" idx="6"/>
          </p:nvPr>
        </p:nvSpPr>
        <p:spPr>
          <a:xfrm>
            <a:off x="3353945" y="2744624"/>
            <a:ext cx="1563500" cy="1569660"/>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94" name="Google Shape;94;p11"/>
          <p:cNvSpPr txBox="1">
            <a:spLocks noGrp="1"/>
          </p:cNvSpPr>
          <p:nvPr>
            <p:ph type="body" idx="7"/>
          </p:nvPr>
        </p:nvSpPr>
        <p:spPr>
          <a:xfrm>
            <a:off x="3353945" y="3043231"/>
            <a:ext cx="2223500" cy="941796"/>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95" name="Google Shape;95;p11"/>
          <p:cNvSpPr txBox="1">
            <a:spLocks noGrp="1"/>
          </p:cNvSpPr>
          <p:nvPr>
            <p:ph type="body" idx="8"/>
          </p:nvPr>
        </p:nvSpPr>
        <p:spPr>
          <a:xfrm>
            <a:off x="3353945" y="3649293"/>
            <a:ext cx="1563500" cy="1569660"/>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96" name="Google Shape;96;p11"/>
          <p:cNvSpPr txBox="1">
            <a:spLocks noGrp="1"/>
          </p:cNvSpPr>
          <p:nvPr>
            <p:ph type="body" idx="9"/>
          </p:nvPr>
        </p:nvSpPr>
        <p:spPr>
          <a:xfrm>
            <a:off x="3353945" y="3947900"/>
            <a:ext cx="2223500" cy="941796"/>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97" name="Google Shape;97;p11"/>
          <p:cNvSpPr/>
          <p:nvPr/>
        </p:nvSpPr>
        <p:spPr>
          <a:xfrm>
            <a:off x="695325"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98" name="Google Shape;98;p11"/>
          <p:cNvSpPr txBox="1">
            <a:spLocks noGrp="1"/>
          </p:cNvSpPr>
          <p:nvPr>
            <p:ph type="body" idx="1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cxnSp>
        <p:nvCxnSpPr>
          <p:cNvPr id="99" name="Google Shape;99;p11"/>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100" name="Google Shape;100;p11"/>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67155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photo">
  <p:cSld name="Section photo">
    <p:bg>
      <p:bgPr>
        <a:blipFill>
          <a:blip r:embed="rId2">
            <a:alphaModFix/>
          </a:blip>
          <a:stretch>
            <a:fillRect/>
          </a:stretch>
        </a:blipFill>
        <a:effectLst/>
      </p:bgPr>
    </p:bg>
    <p:spTree>
      <p:nvGrpSpPr>
        <p:cNvPr id="1" name="Shape 101"/>
        <p:cNvGrpSpPr/>
        <p:nvPr/>
      </p:nvGrpSpPr>
      <p:grpSpPr>
        <a:xfrm>
          <a:off x="0" y="0"/>
          <a:ext cx="0" cy="0"/>
          <a:chOff x="0" y="0"/>
          <a:chExt cx="0" cy="0"/>
        </a:xfrm>
      </p:grpSpPr>
      <p:sp>
        <p:nvSpPr>
          <p:cNvPr id="102" name="Google Shape;102;p12"/>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03" name="Google Shape;103;p12"/>
          <p:cNvSpPr txBox="1">
            <a:spLocks noGrp="1"/>
          </p:cNvSpPr>
          <p:nvPr>
            <p:ph type="body" idx="1"/>
          </p:nvPr>
        </p:nvSpPr>
        <p:spPr>
          <a:xfrm>
            <a:off x="427038" y="2322607"/>
            <a:ext cx="2265250" cy="5281163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18700"/>
              <a:buFont typeface="Avenir"/>
              <a:buNone/>
              <a:defRPr sz="12999">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04" name="Google Shape;104;p12"/>
          <p:cNvSpPr txBox="1">
            <a:spLocks noGrp="1"/>
          </p:cNvSpPr>
          <p:nvPr>
            <p:ph type="body" idx="2"/>
          </p:nvPr>
        </p:nvSpPr>
        <p:spPr>
          <a:xfrm>
            <a:off x="3043530" y="2843675"/>
            <a:ext cx="5176000" cy="2031325"/>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5800"/>
              <a:buFont typeface="Avenir"/>
              <a:buNone/>
              <a:defRPr sz="4000">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05" name="Google Shape;105;p12"/>
          <p:cNvSpPr txBox="1">
            <a:spLocks noGrp="1"/>
          </p:cNvSpPr>
          <p:nvPr>
            <p:ph type="body" idx="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06" name="Google Shape;106;p12"/>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83653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White section">
  <p:cSld name="White section">
    <p:bg>
      <p:bgPr>
        <a:solidFill>
          <a:schemeClr val="lt1"/>
        </a:solidFill>
        <a:effectLst/>
      </p:bgPr>
    </p:bg>
    <p:spTree>
      <p:nvGrpSpPr>
        <p:cNvPr id="1" name="Shape 107"/>
        <p:cNvGrpSpPr/>
        <p:nvPr/>
      </p:nvGrpSpPr>
      <p:grpSpPr>
        <a:xfrm>
          <a:off x="0" y="0"/>
          <a:ext cx="0" cy="0"/>
          <a:chOff x="0" y="0"/>
          <a:chExt cx="0" cy="0"/>
        </a:xfrm>
      </p:grpSpPr>
      <p:sp>
        <p:nvSpPr>
          <p:cNvPr id="108" name="Google Shape;108;p13"/>
          <p:cNvSpPr/>
          <p:nvPr/>
        </p:nvSpPr>
        <p:spPr>
          <a:xfrm>
            <a:off x="6134100" y="866775"/>
            <a:ext cx="6287928" cy="5122718"/>
          </a:xfrm>
          <a:custGeom>
            <a:avLst/>
            <a:gdLst/>
            <a:ahLst/>
            <a:cxnLst/>
            <a:rect l="l" t="t" r="r" b="b"/>
            <a:pathLst>
              <a:path w="6210300" h="5059474" extrusionOk="0">
                <a:moveTo>
                  <a:pt x="2519243" y="0"/>
                </a:moveTo>
                <a:lnTo>
                  <a:pt x="6210300" y="0"/>
                </a:lnTo>
                <a:lnTo>
                  <a:pt x="6210300" y="1766943"/>
                </a:lnTo>
                <a:lnTo>
                  <a:pt x="2474520" y="1766943"/>
                </a:lnTo>
                <a:cubicBezTo>
                  <a:pt x="2055022" y="1766943"/>
                  <a:pt x="1714849" y="2108490"/>
                  <a:pt x="1714849" y="2529738"/>
                </a:cubicBezTo>
                <a:cubicBezTo>
                  <a:pt x="1714849" y="2950986"/>
                  <a:pt x="2055022" y="3292531"/>
                  <a:pt x="2474520" y="3292531"/>
                </a:cubicBezTo>
                <a:lnTo>
                  <a:pt x="6210300" y="3292531"/>
                </a:lnTo>
                <a:lnTo>
                  <a:pt x="6210300" y="5059474"/>
                </a:lnTo>
                <a:lnTo>
                  <a:pt x="2519243" y="5059474"/>
                </a:lnTo>
                <a:cubicBezTo>
                  <a:pt x="1127826" y="5059474"/>
                  <a:pt x="0" y="3926902"/>
                  <a:pt x="0" y="2529738"/>
                </a:cubicBezTo>
                <a:cubicBezTo>
                  <a:pt x="0" y="1132573"/>
                  <a:pt x="1127950" y="0"/>
                  <a:pt x="2519243" y="0"/>
                </a:cubicBezTo>
                <a:close/>
              </a:path>
            </a:pathLst>
          </a:custGeom>
          <a:noFill/>
          <a:ln w="60950" cap="flat" cmpd="sng">
            <a:solidFill>
              <a:srgbClr val="F2F2F2"/>
            </a:solidFill>
            <a:prstDash val="solid"/>
            <a:miter lim="8000"/>
            <a:headEnd type="none" w="sm" len="sm"/>
            <a:tailEnd type="none" w="sm" len="sm"/>
          </a:ln>
        </p:spPr>
        <p:txBody>
          <a:bodyPr spcFirstLastPara="1" wrap="square" lIns="91417" tIns="45708" rIns="91417" bIns="45708" anchor="ctr" anchorCtr="0">
            <a:noAutofit/>
          </a:bodyPr>
          <a:lstStyle/>
          <a:p>
            <a:pPr marL="0" marR="0" lvl="0" indent="0" algn="l" rtl="0">
              <a:spcBef>
                <a:spcPts val="0"/>
              </a:spcBef>
              <a:spcAft>
                <a:spcPts val="0"/>
              </a:spcAft>
              <a:buNone/>
            </a:pPr>
            <a:endParaRPr sz="1833">
              <a:solidFill>
                <a:schemeClr val="dk1"/>
              </a:solidFill>
              <a:latin typeface="Avenir"/>
              <a:ea typeface="Avenir"/>
              <a:cs typeface="Avenir"/>
              <a:sym typeface="Avenir"/>
            </a:endParaRPr>
          </a:p>
        </p:txBody>
      </p:sp>
      <p:sp>
        <p:nvSpPr>
          <p:cNvPr id="109" name="Google Shape;109;p13"/>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10" name="Google Shape;110;p13"/>
          <p:cNvSpPr txBox="1">
            <a:spLocks noGrp="1"/>
          </p:cNvSpPr>
          <p:nvPr>
            <p:ph type="body" idx="1"/>
          </p:nvPr>
        </p:nvSpPr>
        <p:spPr>
          <a:xfrm>
            <a:off x="427038" y="2322607"/>
            <a:ext cx="2265250" cy="5281163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18700"/>
              <a:buFont typeface="Avenir"/>
              <a:buNone/>
              <a:defRPr sz="12999">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11" name="Google Shape;111;p13"/>
          <p:cNvSpPr txBox="1">
            <a:spLocks noGrp="1"/>
          </p:cNvSpPr>
          <p:nvPr>
            <p:ph type="body" idx="2"/>
          </p:nvPr>
        </p:nvSpPr>
        <p:spPr>
          <a:xfrm>
            <a:off x="3043530" y="2843675"/>
            <a:ext cx="5176000" cy="2031325"/>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5800"/>
              <a:buFont typeface="Avenir"/>
              <a:buNone/>
              <a:defRPr sz="4000">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12" name="Google Shape;112;p13"/>
          <p:cNvSpPr txBox="1">
            <a:spLocks noGrp="1"/>
          </p:cNvSpPr>
          <p:nvPr>
            <p:ph type="body" idx="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13" name="Google Shape;113;p13"/>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69122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ark blue section">
  <p:cSld name="Dark blue section">
    <p:bg>
      <p:bgPr>
        <a:solidFill>
          <a:schemeClr val="dk2"/>
        </a:solidFill>
        <a:effectLst/>
      </p:bgPr>
    </p:bg>
    <p:spTree>
      <p:nvGrpSpPr>
        <p:cNvPr id="1" name="Shape 114"/>
        <p:cNvGrpSpPr/>
        <p:nvPr/>
      </p:nvGrpSpPr>
      <p:grpSpPr>
        <a:xfrm>
          <a:off x="0" y="0"/>
          <a:ext cx="0" cy="0"/>
          <a:chOff x="0" y="0"/>
          <a:chExt cx="0" cy="0"/>
        </a:xfrm>
      </p:grpSpPr>
      <p:sp>
        <p:nvSpPr>
          <p:cNvPr id="115" name="Google Shape;115;p14"/>
          <p:cNvSpPr/>
          <p:nvPr/>
        </p:nvSpPr>
        <p:spPr>
          <a:xfrm>
            <a:off x="6134100" y="866775"/>
            <a:ext cx="6287928" cy="5122718"/>
          </a:xfrm>
          <a:custGeom>
            <a:avLst/>
            <a:gdLst/>
            <a:ahLst/>
            <a:cxnLst/>
            <a:rect l="l" t="t" r="r" b="b"/>
            <a:pathLst>
              <a:path w="6210300" h="5059474" extrusionOk="0">
                <a:moveTo>
                  <a:pt x="2519243" y="0"/>
                </a:moveTo>
                <a:lnTo>
                  <a:pt x="6210300" y="0"/>
                </a:lnTo>
                <a:lnTo>
                  <a:pt x="6210300" y="1766943"/>
                </a:lnTo>
                <a:lnTo>
                  <a:pt x="2474520" y="1766943"/>
                </a:lnTo>
                <a:cubicBezTo>
                  <a:pt x="2055022" y="1766943"/>
                  <a:pt x="1714849" y="2108490"/>
                  <a:pt x="1714849" y="2529738"/>
                </a:cubicBezTo>
                <a:cubicBezTo>
                  <a:pt x="1714849" y="2950986"/>
                  <a:pt x="2055022" y="3292531"/>
                  <a:pt x="2474520" y="3292531"/>
                </a:cubicBezTo>
                <a:lnTo>
                  <a:pt x="6210300" y="3292531"/>
                </a:lnTo>
                <a:lnTo>
                  <a:pt x="6210300" y="5059474"/>
                </a:lnTo>
                <a:lnTo>
                  <a:pt x="2519243" y="5059474"/>
                </a:lnTo>
                <a:cubicBezTo>
                  <a:pt x="1127826" y="5059474"/>
                  <a:pt x="0" y="3926902"/>
                  <a:pt x="0" y="2529738"/>
                </a:cubicBezTo>
                <a:cubicBezTo>
                  <a:pt x="0" y="1132573"/>
                  <a:pt x="1127950" y="0"/>
                  <a:pt x="2519243" y="0"/>
                </a:cubicBezTo>
                <a:close/>
              </a:path>
            </a:pathLst>
          </a:custGeom>
          <a:noFill/>
          <a:ln w="60950" cap="flat" cmpd="sng">
            <a:solidFill>
              <a:srgbClr val="7F7F7F"/>
            </a:solidFill>
            <a:prstDash val="solid"/>
            <a:miter lim="8000"/>
            <a:headEnd type="none" w="sm" len="sm"/>
            <a:tailEnd type="none" w="sm" len="sm"/>
          </a:ln>
        </p:spPr>
        <p:txBody>
          <a:bodyPr spcFirstLastPara="1" wrap="square" lIns="91417" tIns="45708" rIns="91417" bIns="45708" anchor="ctr" anchorCtr="0">
            <a:noAutofit/>
          </a:bodyPr>
          <a:lstStyle/>
          <a:p>
            <a:pPr marL="0" marR="0" lvl="0" indent="0" algn="l" rtl="0">
              <a:spcBef>
                <a:spcPts val="0"/>
              </a:spcBef>
              <a:spcAft>
                <a:spcPts val="0"/>
              </a:spcAft>
              <a:buNone/>
            </a:pPr>
            <a:endParaRPr sz="1833">
              <a:solidFill>
                <a:schemeClr val="dk1"/>
              </a:solidFill>
              <a:latin typeface="Avenir"/>
              <a:ea typeface="Avenir"/>
              <a:cs typeface="Avenir"/>
              <a:sym typeface="Avenir"/>
            </a:endParaRPr>
          </a:p>
        </p:txBody>
      </p:sp>
      <p:sp>
        <p:nvSpPr>
          <p:cNvPr id="116" name="Google Shape;116;p14"/>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17" name="Google Shape;117;p14"/>
          <p:cNvSpPr txBox="1">
            <a:spLocks noGrp="1"/>
          </p:cNvSpPr>
          <p:nvPr>
            <p:ph type="body" idx="1"/>
          </p:nvPr>
        </p:nvSpPr>
        <p:spPr>
          <a:xfrm>
            <a:off x="427038" y="2322607"/>
            <a:ext cx="2265250" cy="5281163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18700"/>
              <a:buFont typeface="Avenir"/>
              <a:buNone/>
              <a:defRPr sz="12999">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18" name="Google Shape;118;p14"/>
          <p:cNvSpPr txBox="1">
            <a:spLocks noGrp="1"/>
          </p:cNvSpPr>
          <p:nvPr>
            <p:ph type="body" idx="2"/>
          </p:nvPr>
        </p:nvSpPr>
        <p:spPr>
          <a:xfrm>
            <a:off x="3043530" y="2843675"/>
            <a:ext cx="5176000" cy="2031325"/>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5800"/>
              <a:buFont typeface="Avenir"/>
              <a:buNone/>
              <a:defRPr sz="4000">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19" name="Google Shape;119;p14"/>
          <p:cNvSpPr txBox="1">
            <a:spLocks noGrp="1"/>
          </p:cNvSpPr>
          <p:nvPr>
            <p:ph type="body" idx="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20" name="Google Shape;120;p14"/>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78337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4661">
          <p15:clr>
            <a:srgbClr val="FBAE40"/>
          </p15:clr>
        </p15:guide>
        <p15:guide id="4" orient="horz" pos="38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p:cSld name="Text">
    <p:bg>
      <p:bgPr>
        <a:solidFill>
          <a:schemeClr val="lt1"/>
        </a:solidFill>
        <a:effectLst/>
      </p:bgPr>
    </p:bg>
    <p:spTree>
      <p:nvGrpSpPr>
        <p:cNvPr id="1" name="Shape 121"/>
        <p:cNvGrpSpPr/>
        <p:nvPr/>
      </p:nvGrpSpPr>
      <p:grpSpPr>
        <a:xfrm>
          <a:off x="0" y="0"/>
          <a:ext cx="0" cy="0"/>
          <a:chOff x="0" y="0"/>
          <a:chExt cx="0" cy="0"/>
        </a:xfrm>
      </p:grpSpPr>
      <p:sp>
        <p:nvSpPr>
          <p:cNvPr id="122" name="Google Shape;122;p15"/>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23" name="Google Shape;123;p15"/>
          <p:cNvSpPr txBox="1">
            <a:spLocks noGrp="1"/>
          </p:cNvSpPr>
          <p:nvPr>
            <p:ph type="body" idx="1"/>
          </p:nvPr>
        </p:nvSpPr>
        <p:spPr>
          <a:xfrm>
            <a:off x="700073" y="1599687"/>
            <a:ext cx="10810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24" name="Google Shape;124;p15"/>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25" name="Google Shape;125;p15"/>
          <p:cNvSpPr txBox="1">
            <a:spLocks noGrp="1"/>
          </p:cNvSpPr>
          <p:nvPr>
            <p:ph type="body" idx="2"/>
          </p:nvPr>
        </p:nvSpPr>
        <p:spPr>
          <a:xfrm>
            <a:off x="700073" y="2379540"/>
            <a:ext cx="10810000" cy="313932"/>
          </a:xfrm>
          <a:prstGeom prst="rect">
            <a:avLst/>
          </a:prstGeom>
          <a:noFill/>
          <a:ln>
            <a:noFill/>
          </a:ln>
        </p:spPr>
        <p:txBody>
          <a:bodyPr spcFirstLastPara="1" wrap="square" lIns="0" tIns="0" rIns="0" bIns="0" anchor="t" anchorCtr="0">
            <a:spAutoFit/>
          </a:bodyPr>
          <a:lstStyle>
            <a:lvl1pPr marL="380985" lvl="0" indent="-328070" algn="l">
              <a:lnSpc>
                <a:spcPct val="120000"/>
              </a:lnSpc>
              <a:spcBef>
                <a:spcPts val="0"/>
              </a:spcBef>
              <a:spcAft>
                <a:spcPts val="0"/>
              </a:spcAft>
              <a:buSzPts val="2600"/>
              <a:buChar cha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26" name="Google Shape;126;p15"/>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127" name="Google Shape;127;p15"/>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128" name="Google Shape;128;p15"/>
          <p:cNvSpPr txBox="1">
            <a:spLocks noGrp="1"/>
          </p:cNvSpPr>
          <p:nvPr>
            <p:ph type="body" idx="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29" name="Google Shape;129;p15"/>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10547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ext + 2 picutres">
  <p:cSld name="Text + 2 picutres">
    <p:bg>
      <p:bgPr>
        <a:solidFill>
          <a:schemeClr val="lt1"/>
        </a:solidFill>
        <a:effectLst/>
      </p:bgPr>
    </p:bg>
    <p:spTree>
      <p:nvGrpSpPr>
        <p:cNvPr id="1" name="Shape 130"/>
        <p:cNvGrpSpPr/>
        <p:nvPr/>
      </p:nvGrpSpPr>
      <p:grpSpPr>
        <a:xfrm>
          <a:off x="0" y="0"/>
          <a:ext cx="0" cy="0"/>
          <a:chOff x="0" y="0"/>
          <a:chExt cx="0" cy="0"/>
        </a:xfrm>
      </p:grpSpPr>
      <p:sp>
        <p:nvSpPr>
          <p:cNvPr id="131" name="Google Shape;131;p16"/>
          <p:cNvSpPr>
            <a:spLocks noGrp="1"/>
          </p:cNvSpPr>
          <p:nvPr>
            <p:ph type="pic" idx="2"/>
          </p:nvPr>
        </p:nvSpPr>
        <p:spPr>
          <a:xfrm>
            <a:off x="6096000" y="3429000"/>
            <a:ext cx="6096000" cy="3429000"/>
          </a:xfrm>
          <a:prstGeom prst="rect">
            <a:avLst/>
          </a:prstGeom>
          <a:solidFill>
            <a:srgbClr val="D8D8D8"/>
          </a:solidFill>
          <a:ln>
            <a:noFill/>
          </a:ln>
        </p:spPr>
      </p:sp>
      <p:sp>
        <p:nvSpPr>
          <p:cNvPr id="132" name="Google Shape;132;p16"/>
          <p:cNvSpPr txBox="1">
            <a:spLocks noGrp="1"/>
          </p:cNvSpPr>
          <p:nvPr>
            <p:ph type="body" idx="1"/>
          </p:nvPr>
        </p:nvSpPr>
        <p:spPr>
          <a:xfrm>
            <a:off x="700073" y="2094988"/>
            <a:ext cx="4697250" cy="6278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33" name="Google Shape;133;p16"/>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34" name="Google Shape;134;p16"/>
          <p:cNvSpPr txBox="1">
            <a:spLocks noGrp="1"/>
          </p:cNvSpPr>
          <p:nvPr>
            <p:ph type="body" idx="3"/>
          </p:nvPr>
        </p:nvSpPr>
        <p:spPr>
          <a:xfrm>
            <a:off x="700073" y="2874842"/>
            <a:ext cx="4697250" cy="627864"/>
          </a:xfrm>
          <a:prstGeom prst="rect">
            <a:avLst/>
          </a:prstGeom>
          <a:noFill/>
          <a:ln>
            <a:noFill/>
          </a:ln>
        </p:spPr>
        <p:txBody>
          <a:bodyPr spcFirstLastPara="1" wrap="square" lIns="0" tIns="0" rIns="0" bIns="0" anchor="t" anchorCtr="0">
            <a:spAutoFit/>
          </a:bodyPr>
          <a:lstStyle>
            <a:lvl1pPr marL="380985" lvl="0" indent="-328070" algn="l">
              <a:lnSpc>
                <a:spcPct val="120000"/>
              </a:lnSpc>
              <a:spcBef>
                <a:spcPts val="0"/>
              </a:spcBef>
              <a:spcAft>
                <a:spcPts val="0"/>
              </a:spcAft>
              <a:buSzPts val="2600"/>
              <a:buChar cha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35" name="Google Shape;135;p16"/>
          <p:cNvSpPr>
            <a:spLocks noGrp="1"/>
          </p:cNvSpPr>
          <p:nvPr>
            <p:ph type="pic" idx="4"/>
          </p:nvPr>
        </p:nvSpPr>
        <p:spPr>
          <a:xfrm>
            <a:off x="6096000" y="0"/>
            <a:ext cx="6096000" cy="3429000"/>
          </a:xfrm>
          <a:prstGeom prst="rect">
            <a:avLst/>
          </a:prstGeom>
          <a:solidFill>
            <a:srgbClr val="F2F2F2"/>
          </a:solidFill>
          <a:ln>
            <a:noFill/>
          </a:ln>
        </p:spPr>
      </p:sp>
      <p:sp>
        <p:nvSpPr>
          <p:cNvPr id="136" name="Google Shape;136;p16"/>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37" name="Google Shape;137;p16"/>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138" name="Google Shape;138;p16"/>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139" name="Google Shape;139;p16"/>
          <p:cNvSpPr txBox="1">
            <a:spLocks noGrp="1"/>
          </p:cNvSpPr>
          <p:nvPr>
            <p:ph type="body" idx="5"/>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40" name="Google Shape;140;p16"/>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0573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4 pictures">
  <p:cSld name="4 pictures">
    <p:bg>
      <p:bgPr>
        <a:solidFill>
          <a:schemeClr val="lt1"/>
        </a:solidFill>
        <a:effectLst/>
      </p:bgPr>
    </p:bg>
    <p:spTree>
      <p:nvGrpSpPr>
        <p:cNvPr id="1" name="Shape 141"/>
        <p:cNvGrpSpPr/>
        <p:nvPr/>
      </p:nvGrpSpPr>
      <p:grpSpPr>
        <a:xfrm>
          <a:off x="0" y="0"/>
          <a:ext cx="0" cy="0"/>
          <a:chOff x="0" y="0"/>
          <a:chExt cx="0" cy="0"/>
        </a:xfrm>
      </p:grpSpPr>
      <p:sp>
        <p:nvSpPr>
          <p:cNvPr id="142" name="Google Shape;142;p17"/>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43" name="Google Shape;143;p17"/>
          <p:cNvSpPr>
            <a:spLocks noGrp="1"/>
          </p:cNvSpPr>
          <p:nvPr>
            <p:ph type="pic" idx="2"/>
          </p:nvPr>
        </p:nvSpPr>
        <p:spPr>
          <a:xfrm>
            <a:off x="696000" y="1389259"/>
            <a:ext cx="5364000" cy="2412000"/>
          </a:xfrm>
          <a:prstGeom prst="rect">
            <a:avLst/>
          </a:prstGeom>
          <a:solidFill>
            <a:srgbClr val="F2F2F2"/>
          </a:solidFill>
          <a:ln>
            <a:noFill/>
          </a:ln>
        </p:spPr>
      </p:sp>
      <p:sp>
        <p:nvSpPr>
          <p:cNvPr id="144" name="Google Shape;144;p17"/>
          <p:cNvSpPr/>
          <p:nvPr/>
        </p:nvSpPr>
        <p:spPr>
          <a:xfrm>
            <a:off x="695325"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45" name="Google Shape;145;p17"/>
          <p:cNvSpPr>
            <a:spLocks noGrp="1"/>
          </p:cNvSpPr>
          <p:nvPr>
            <p:ph type="pic" idx="3"/>
          </p:nvPr>
        </p:nvSpPr>
        <p:spPr>
          <a:xfrm>
            <a:off x="6132675" y="1389259"/>
            <a:ext cx="5364000" cy="2412000"/>
          </a:xfrm>
          <a:prstGeom prst="rect">
            <a:avLst/>
          </a:prstGeom>
          <a:solidFill>
            <a:srgbClr val="D8D8D8"/>
          </a:solidFill>
          <a:ln>
            <a:noFill/>
          </a:ln>
        </p:spPr>
      </p:sp>
      <p:sp>
        <p:nvSpPr>
          <p:cNvPr id="146" name="Google Shape;146;p17"/>
          <p:cNvSpPr>
            <a:spLocks noGrp="1"/>
          </p:cNvSpPr>
          <p:nvPr>
            <p:ph type="pic" idx="4"/>
          </p:nvPr>
        </p:nvSpPr>
        <p:spPr>
          <a:xfrm>
            <a:off x="696000" y="3842584"/>
            <a:ext cx="5364000" cy="2412000"/>
          </a:xfrm>
          <a:prstGeom prst="rect">
            <a:avLst/>
          </a:prstGeom>
          <a:solidFill>
            <a:srgbClr val="D8D8D8"/>
          </a:solidFill>
          <a:ln>
            <a:noFill/>
          </a:ln>
        </p:spPr>
      </p:sp>
      <p:sp>
        <p:nvSpPr>
          <p:cNvPr id="147" name="Google Shape;147;p17"/>
          <p:cNvSpPr>
            <a:spLocks noGrp="1"/>
          </p:cNvSpPr>
          <p:nvPr>
            <p:ph type="pic" idx="5"/>
          </p:nvPr>
        </p:nvSpPr>
        <p:spPr>
          <a:xfrm>
            <a:off x="6132675" y="3842584"/>
            <a:ext cx="5364000" cy="2412000"/>
          </a:xfrm>
          <a:prstGeom prst="rect">
            <a:avLst/>
          </a:prstGeom>
          <a:solidFill>
            <a:srgbClr val="F2F2F2"/>
          </a:solidFill>
          <a:ln>
            <a:noFill/>
          </a:ln>
        </p:spPr>
      </p:sp>
      <p:sp>
        <p:nvSpPr>
          <p:cNvPr id="148" name="Google Shape;148;p17"/>
          <p:cNvSpPr>
            <a:spLocks noGrp="1"/>
          </p:cNvSpPr>
          <p:nvPr>
            <p:ph type="body" idx="1"/>
          </p:nvPr>
        </p:nvSpPr>
        <p:spPr>
          <a:xfrm>
            <a:off x="4836338" y="2582584"/>
            <a:ext cx="2520000" cy="2520000"/>
          </a:xfrm>
          <a:prstGeom prst="ellipse">
            <a:avLst/>
          </a:prstGeom>
          <a:solidFill>
            <a:schemeClr val="dk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49" name="Google Shape;149;p17"/>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150" name="Google Shape;150;p17"/>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151" name="Google Shape;151;p17"/>
          <p:cNvSpPr txBox="1">
            <a:spLocks noGrp="1"/>
          </p:cNvSpPr>
          <p:nvPr>
            <p:ph type="body" idx="6"/>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52" name="Google Shape;152;p17"/>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46378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P">
  <p:cSld name="MAP">
    <p:bg>
      <p:bgPr>
        <a:solidFill>
          <a:schemeClr val="lt1"/>
        </a:solidFill>
        <a:effectLst/>
      </p:bgPr>
    </p:bg>
    <p:spTree>
      <p:nvGrpSpPr>
        <p:cNvPr id="1" name="Shape 153"/>
        <p:cNvGrpSpPr/>
        <p:nvPr/>
      </p:nvGrpSpPr>
      <p:grpSpPr>
        <a:xfrm>
          <a:off x="0" y="0"/>
          <a:ext cx="0" cy="0"/>
          <a:chOff x="0" y="0"/>
          <a:chExt cx="0" cy="0"/>
        </a:xfrm>
      </p:grpSpPr>
      <p:sp>
        <p:nvSpPr>
          <p:cNvPr id="154" name="Google Shape;154;p18"/>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55" name="Google Shape;155;p18"/>
          <p:cNvSpPr txBox="1">
            <a:spLocks noGrp="1"/>
          </p:cNvSpPr>
          <p:nvPr>
            <p:ph type="body" idx="1"/>
          </p:nvPr>
        </p:nvSpPr>
        <p:spPr>
          <a:xfrm>
            <a:off x="1614490" y="3429000"/>
            <a:ext cx="1819500" cy="380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2000"/>
              <a:buNone/>
              <a:defRPr b="1">
                <a:solidFill>
                  <a:schemeClr val="dk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56" name="Google Shape;156;p18"/>
          <p:cNvSpPr txBox="1">
            <a:spLocks noGrp="1"/>
          </p:cNvSpPr>
          <p:nvPr>
            <p:ph type="body" idx="2"/>
          </p:nvPr>
        </p:nvSpPr>
        <p:spPr>
          <a:xfrm>
            <a:off x="1614490" y="3983637"/>
            <a:ext cx="1819500" cy="380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2000"/>
              <a:buNone/>
              <a:defRPr b="1">
                <a:solidFill>
                  <a:schemeClr val="dk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57" name="Google Shape;157;p18"/>
          <p:cNvSpPr txBox="1">
            <a:spLocks noGrp="1"/>
          </p:cNvSpPr>
          <p:nvPr>
            <p:ph type="body" idx="3"/>
          </p:nvPr>
        </p:nvSpPr>
        <p:spPr>
          <a:xfrm>
            <a:off x="1606977" y="4543459"/>
            <a:ext cx="1819500" cy="380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2000"/>
              <a:buNone/>
              <a:defRPr b="1">
                <a:solidFill>
                  <a:schemeClr val="dk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58" name="Google Shape;158;p18"/>
          <p:cNvSpPr>
            <a:spLocks noGrp="1"/>
          </p:cNvSpPr>
          <p:nvPr>
            <p:ph type="body" idx="4"/>
          </p:nvPr>
        </p:nvSpPr>
        <p:spPr>
          <a:xfrm>
            <a:off x="692575" y="3423815"/>
            <a:ext cx="825000" cy="380750"/>
          </a:xfrm>
          <a:prstGeom prst="roundRect">
            <a:avLst>
              <a:gd name="adj" fmla="val 50000"/>
            </a:avLst>
          </a:prstGeom>
          <a:solidFill>
            <a:schemeClr val="lt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b="1">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59" name="Google Shape;159;p18"/>
          <p:cNvSpPr>
            <a:spLocks noGrp="1"/>
          </p:cNvSpPr>
          <p:nvPr>
            <p:ph type="body" idx="5"/>
          </p:nvPr>
        </p:nvSpPr>
        <p:spPr>
          <a:xfrm>
            <a:off x="700073" y="3983636"/>
            <a:ext cx="825000" cy="380750"/>
          </a:xfrm>
          <a:prstGeom prst="roundRect">
            <a:avLst>
              <a:gd name="adj" fmla="val 50000"/>
            </a:avLst>
          </a:prstGeom>
          <a:solidFill>
            <a:schemeClr val="accent1"/>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b="1">
                <a:solidFill>
                  <a:schemeClr val="accen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60" name="Google Shape;160;p18" descr="Texte"/>
          <p:cNvSpPr>
            <a:spLocks noGrp="1"/>
          </p:cNvSpPr>
          <p:nvPr>
            <p:ph type="body" idx="6"/>
          </p:nvPr>
        </p:nvSpPr>
        <p:spPr>
          <a:xfrm>
            <a:off x="700073" y="4543457"/>
            <a:ext cx="825000" cy="380750"/>
          </a:xfrm>
          <a:prstGeom prst="roundRect">
            <a:avLst>
              <a:gd name="adj" fmla="val 50000"/>
            </a:avLst>
          </a:prstGeom>
          <a:solidFill>
            <a:schemeClr val="dk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b="1">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61" name="Google Shape;161;p18"/>
          <p:cNvSpPr txBox="1">
            <a:spLocks noGrp="1"/>
          </p:cNvSpPr>
          <p:nvPr>
            <p:ph type="body" idx="7"/>
          </p:nvPr>
        </p:nvSpPr>
        <p:spPr>
          <a:xfrm>
            <a:off x="4654550" y="2090738"/>
            <a:ext cx="5521250" cy="2833750"/>
          </a:xfrm>
          <a:prstGeom prst="rect">
            <a:avLst/>
          </a:prstGeom>
          <a:noFill/>
          <a:ln>
            <a:noFill/>
          </a:ln>
        </p:spPr>
        <p:txBody>
          <a:bodyPr spcFirstLastPara="1" wrap="square" lIns="0" tIns="0" rIns="0" bIns="0" anchor="t" anchorCtr="0">
            <a:normAutofit/>
          </a:bodyPr>
          <a:lstStyle>
            <a:lvl1pPr marL="380985" lvl="0" indent="-296321" algn="l">
              <a:lnSpc>
                <a:spcPct val="120000"/>
              </a:lnSpc>
              <a:spcBef>
                <a:spcPts val="0"/>
              </a:spcBef>
              <a:spcAft>
                <a:spcPts val="0"/>
              </a:spcAft>
              <a:buSzPts val="2000"/>
              <a:buChar cha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62" name="Google Shape;162;p18"/>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63" name="Google Shape;163;p18"/>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164" name="Google Shape;164;p18"/>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165" name="Google Shape;165;p18"/>
          <p:cNvSpPr txBox="1">
            <a:spLocks noGrp="1"/>
          </p:cNvSpPr>
          <p:nvPr>
            <p:ph type="body" idx="8"/>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66" name="Google Shape;166;p18"/>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84652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meline 1">
  <p:cSld name="Timeline 1">
    <p:bg>
      <p:bgPr>
        <a:solidFill>
          <a:schemeClr val="lt1"/>
        </a:solidFill>
        <a:effectLst/>
      </p:bgPr>
    </p:bg>
    <p:spTree>
      <p:nvGrpSpPr>
        <p:cNvPr id="1" name="Shape 167"/>
        <p:cNvGrpSpPr/>
        <p:nvPr/>
      </p:nvGrpSpPr>
      <p:grpSpPr>
        <a:xfrm>
          <a:off x="0" y="0"/>
          <a:ext cx="0" cy="0"/>
          <a:chOff x="0" y="0"/>
          <a:chExt cx="0" cy="0"/>
        </a:xfrm>
      </p:grpSpPr>
      <p:sp>
        <p:nvSpPr>
          <p:cNvPr id="168" name="Google Shape;168;p19"/>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69" name="Google Shape;169;p19"/>
          <p:cNvSpPr/>
          <p:nvPr/>
        </p:nvSpPr>
        <p:spPr>
          <a:xfrm rot="5400000">
            <a:off x="5704864"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70" name="Google Shape;170;p19"/>
          <p:cNvSpPr>
            <a:spLocks noGrp="1"/>
          </p:cNvSpPr>
          <p:nvPr>
            <p:ph type="body" idx="1"/>
          </p:nvPr>
        </p:nvSpPr>
        <p:spPr>
          <a:xfrm>
            <a:off x="695325" y="2266309"/>
            <a:ext cx="1173250" cy="495250"/>
          </a:xfrm>
          <a:prstGeom prst="roundRect">
            <a:avLst>
              <a:gd name="adj" fmla="val 50000"/>
            </a:avLst>
          </a:prstGeom>
          <a:solidFill>
            <a:schemeClr val="lt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1" name="Google Shape;171;p19"/>
          <p:cNvSpPr>
            <a:spLocks noGrp="1"/>
          </p:cNvSpPr>
          <p:nvPr>
            <p:ph type="body" idx="2"/>
          </p:nvPr>
        </p:nvSpPr>
        <p:spPr>
          <a:xfrm>
            <a:off x="2939837" y="2266309"/>
            <a:ext cx="1173250" cy="495250"/>
          </a:xfrm>
          <a:prstGeom prst="roundRect">
            <a:avLst>
              <a:gd name="adj" fmla="val 50000"/>
            </a:avLst>
          </a:prstGeom>
          <a:solidFill>
            <a:schemeClr val="accent1"/>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2" name="Google Shape;172;p19"/>
          <p:cNvSpPr>
            <a:spLocks noGrp="1"/>
          </p:cNvSpPr>
          <p:nvPr>
            <p:ph type="body" idx="3"/>
          </p:nvPr>
        </p:nvSpPr>
        <p:spPr>
          <a:xfrm>
            <a:off x="5184350" y="2266309"/>
            <a:ext cx="1173250" cy="495250"/>
          </a:xfrm>
          <a:prstGeom prst="roundRect">
            <a:avLst>
              <a:gd name="adj" fmla="val 50000"/>
            </a:avLst>
          </a:prstGeom>
          <a:solidFill>
            <a:schemeClr val="dk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3" name="Google Shape;173;p19"/>
          <p:cNvSpPr>
            <a:spLocks noGrp="1"/>
          </p:cNvSpPr>
          <p:nvPr>
            <p:ph type="body" idx="4"/>
          </p:nvPr>
        </p:nvSpPr>
        <p:spPr>
          <a:xfrm>
            <a:off x="7428863" y="2266309"/>
            <a:ext cx="1173250" cy="495250"/>
          </a:xfrm>
          <a:prstGeom prst="roundRect">
            <a:avLst>
              <a:gd name="adj" fmla="val 50000"/>
            </a:avLst>
          </a:prstGeom>
          <a:solidFill>
            <a:schemeClr val="accent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4" name="Google Shape;174;p19"/>
          <p:cNvSpPr>
            <a:spLocks noGrp="1"/>
          </p:cNvSpPr>
          <p:nvPr>
            <p:ph type="body" idx="5"/>
          </p:nvPr>
        </p:nvSpPr>
        <p:spPr>
          <a:xfrm>
            <a:off x="9673375" y="2266309"/>
            <a:ext cx="1173250" cy="495250"/>
          </a:xfrm>
          <a:prstGeom prst="roundRect">
            <a:avLst>
              <a:gd name="adj" fmla="val 50000"/>
            </a:avLst>
          </a:prstGeom>
          <a:solidFill>
            <a:schemeClr val="accent5"/>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5" name="Google Shape;175;p19"/>
          <p:cNvSpPr txBox="1">
            <a:spLocks noGrp="1"/>
          </p:cNvSpPr>
          <p:nvPr>
            <p:ph type="body" idx="6"/>
          </p:nvPr>
        </p:nvSpPr>
        <p:spPr>
          <a:xfrm>
            <a:off x="695324" y="3090994"/>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6" name="Google Shape;176;p19"/>
          <p:cNvSpPr txBox="1">
            <a:spLocks noGrp="1"/>
          </p:cNvSpPr>
          <p:nvPr>
            <p:ph type="body" idx="7"/>
          </p:nvPr>
        </p:nvSpPr>
        <p:spPr>
          <a:xfrm>
            <a:off x="2939837" y="3090994"/>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7" name="Google Shape;177;p19"/>
          <p:cNvSpPr txBox="1">
            <a:spLocks noGrp="1"/>
          </p:cNvSpPr>
          <p:nvPr>
            <p:ph type="body" idx="8"/>
          </p:nvPr>
        </p:nvSpPr>
        <p:spPr>
          <a:xfrm>
            <a:off x="5184350" y="3090994"/>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8" name="Google Shape;178;p19"/>
          <p:cNvSpPr txBox="1">
            <a:spLocks noGrp="1"/>
          </p:cNvSpPr>
          <p:nvPr>
            <p:ph type="body" idx="9"/>
          </p:nvPr>
        </p:nvSpPr>
        <p:spPr>
          <a:xfrm>
            <a:off x="7428863" y="3090994"/>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9" name="Google Shape;179;p19"/>
          <p:cNvSpPr txBox="1">
            <a:spLocks noGrp="1"/>
          </p:cNvSpPr>
          <p:nvPr>
            <p:ph type="body" idx="13"/>
          </p:nvPr>
        </p:nvSpPr>
        <p:spPr>
          <a:xfrm>
            <a:off x="9673375" y="3090994"/>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80" name="Google Shape;180;p19"/>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181" name="Google Shape;181;p19"/>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182" name="Google Shape;182;p19"/>
          <p:cNvSpPr txBox="1">
            <a:spLocks noGrp="1"/>
          </p:cNvSpPr>
          <p:nvPr>
            <p:ph type="body" idx="14"/>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83" name="Google Shape;183;p19"/>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81325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meline 2">
  <p:cSld name="Timeline 2">
    <p:spTree>
      <p:nvGrpSpPr>
        <p:cNvPr id="1" name="Shape 184"/>
        <p:cNvGrpSpPr/>
        <p:nvPr/>
      </p:nvGrpSpPr>
      <p:grpSpPr>
        <a:xfrm>
          <a:off x="0" y="0"/>
          <a:ext cx="0" cy="0"/>
          <a:chOff x="0" y="0"/>
          <a:chExt cx="0" cy="0"/>
        </a:xfrm>
      </p:grpSpPr>
      <p:sp>
        <p:nvSpPr>
          <p:cNvPr id="185" name="Google Shape;185;p20"/>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86" name="Google Shape;186;p20"/>
          <p:cNvSpPr txBox="1">
            <a:spLocks noGrp="1"/>
          </p:cNvSpPr>
          <p:nvPr>
            <p:ph type="body" idx="1"/>
          </p:nvPr>
        </p:nvSpPr>
        <p:spPr>
          <a:xfrm>
            <a:off x="351708" y="2378385"/>
            <a:ext cx="2232000" cy="2340000"/>
          </a:xfrm>
          <a:prstGeom prst="rect">
            <a:avLst/>
          </a:prstGeom>
          <a:solidFill>
            <a:schemeClr val="lt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87" name="Google Shape;187;p20"/>
          <p:cNvSpPr txBox="1">
            <a:spLocks noGrp="1"/>
          </p:cNvSpPr>
          <p:nvPr>
            <p:ph type="body" idx="2"/>
          </p:nvPr>
        </p:nvSpPr>
        <p:spPr>
          <a:xfrm>
            <a:off x="2665706" y="2378385"/>
            <a:ext cx="2232000" cy="2340000"/>
          </a:xfrm>
          <a:prstGeom prst="rect">
            <a:avLst/>
          </a:prstGeom>
          <a:solidFill>
            <a:schemeClr val="accent1"/>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accen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88" name="Google Shape;188;p20"/>
          <p:cNvSpPr txBox="1">
            <a:spLocks noGrp="1"/>
          </p:cNvSpPr>
          <p:nvPr>
            <p:ph type="body" idx="3"/>
          </p:nvPr>
        </p:nvSpPr>
        <p:spPr>
          <a:xfrm>
            <a:off x="4979704" y="2378385"/>
            <a:ext cx="2232000" cy="2340000"/>
          </a:xfrm>
          <a:prstGeom prst="rect">
            <a:avLst/>
          </a:prstGeom>
          <a:solidFill>
            <a:schemeClr val="dk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89" name="Google Shape;189;p20"/>
          <p:cNvSpPr txBox="1">
            <a:spLocks noGrp="1"/>
          </p:cNvSpPr>
          <p:nvPr>
            <p:ph type="body" idx="4"/>
          </p:nvPr>
        </p:nvSpPr>
        <p:spPr>
          <a:xfrm>
            <a:off x="7293702" y="2378385"/>
            <a:ext cx="2232000" cy="2340000"/>
          </a:xfrm>
          <a:prstGeom prst="rect">
            <a:avLst/>
          </a:prstGeom>
          <a:solidFill>
            <a:schemeClr val="accent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accen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0" name="Google Shape;190;p20"/>
          <p:cNvSpPr txBox="1">
            <a:spLocks noGrp="1"/>
          </p:cNvSpPr>
          <p:nvPr>
            <p:ph type="body" idx="5"/>
          </p:nvPr>
        </p:nvSpPr>
        <p:spPr>
          <a:xfrm>
            <a:off x="9607700" y="2378385"/>
            <a:ext cx="2232000" cy="2340000"/>
          </a:xfrm>
          <a:prstGeom prst="rect">
            <a:avLst/>
          </a:prstGeom>
          <a:solidFill>
            <a:schemeClr val="accent5"/>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accent5"/>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1" name="Google Shape;191;p20"/>
          <p:cNvSpPr txBox="1">
            <a:spLocks noGrp="1"/>
          </p:cNvSpPr>
          <p:nvPr>
            <p:ph type="body" idx="6"/>
          </p:nvPr>
        </p:nvSpPr>
        <p:spPr>
          <a:xfrm>
            <a:off x="541622" y="3429000"/>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2" name="Google Shape;192;p20"/>
          <p:cNvSpPr txBox="1">
            <a:spLocks noGrp="1"/>
          </p:cNvSpPr>
          <p:nvPr>
            <p:ph type="body" idx="7"/>
          </p:nvPr>
        </p:nvSpPr>
        <p:spPr>
          <a:xfrm>
            <a:off x="2859811" y="3429000"/>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3" name="Google Shape;193;p20"/>
          <p:cNvSpPr txBox="1">
            <a:spLocks noGrp="1"/>
          </p:cNvSpPr>
          <p:nvPr>
            <p:ph type="body" idx="8"/>
          </p:nvPr>
        </p:nvSpPr>
        <p:spPr>
          <a:xfrm>
            <a:off x="5178000" y="3429000"/>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4" name="Google Shape;194;p20"/>
          <p:cNvSpPr txBox="1">
            <a:spLocks noGrp="1"/>
          </p:cNvSpPr>
          <p:nvPr>
            <p:ph type="body" idx="9"/>
          </p:nvPr>
        </p:nvSpPr>
        <p:spPr>
          <a:xfrm>
            <a:off x="2859811" y="2866666"/>
            <a:ext cx="1836000" cy="1071832"/>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5" name="Google Shape;195;p20"/>
          <p:cNvSpPr txBox="1">
            <a:spLocks noGrp="1"/>
          </p:cNvSpPr>
          <p:nvPr>
            <p:ph type="body" idx="13"/>
          </p:nvPr>
        </p:nvSpPr>
        <p:spPr>
          <a:xfrm>
            <a:off x="5178000" y="2866666"/>
            <a:ext cx="1836000" cy="1071832"/>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6" name="Google Shape;196;p20"/>
          <p:cNvSpPr txBox="1">
            <a:spLocks noGrp="1"/>
          </p:cNvSpPr>
          <p:nvPr>
            <p:ph type="body" idx="14"/>
          </p:nvPr>
        </p:nvSpPr>
        <p:spPr>
          <a:xfrm>
            <a:off x="9814378" y="3429000"/>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7" name="Google Shape;197;p20"/>
          <p:cNvSpPr txBox="1">
            <a:spLocks noGrp="1"/>
          </p:cNvSpPr>
          <p:nvPr>
            <p:ph type="body" idx="15"/>
          </p:nvPr>
        </p:nvSpPr>
        <p:spPr>
          <a:xfrm>
            <a:off x="9814378" y="2866666"/>
            <a:ext cx="1836000" cy="1071832"/>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8" name="Google Shape;198;p20"/>
          <p:cNvSpPr txBox="1">
            <a:spLocks noGrp="1"/>
          </p:cNvSpPr>
          <p:nvPr>
            <p:ph type="body" idx="16"/>
          </p:nvPr>
        </p:nvSpPr>
        <p:spPr>
          <a:xfrm>
            <a:off x="7496189" y="3429000"/>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9" name="Google Shape;199;p20"/>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00" name="Google Shape;200;p20"/>
          <p:cNvSpPr txBox="1">
            <a:spLocks noGrp="1"/>
          </p:cNvSpPr>
          <p:nvPr>
            <p:ph type="body" idx="17"/>
          </p:nvPr>
        </p:nvSpPr>
        <p:spPr>
          <a:xfrm>
            <a:off x="541622" y="2866666"/>
            <a:ext cx="1836000" cy="1071832"/>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01" name="Google Shape;201;p20"/>
          <p:cNvSpPr txBox="1">
            <a:spLocks noGrp="1"/>
          </p:cNvSpPr>
          <p:nvPr>
            <p:ph type="body" idx="18"/>
          </p:nvPr>
        </p:nvSpPr>
        <p:spPr>
          <a:xfrm>
            <a:off x="7496189" y="2861427"/>
            <a:ext cx="1836000" cy="1071832"/>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02" name="Google Shape;202;p20"/>
          <p:cNvSpPr>
            <a:spLocks noGrp="1"/>
          </p:cNvSpPr>
          <p:nvPr>
            <p:ph type="body" idx="19"/>
          </p:nvPr>
        </p:nvSpPr>
        <p:spPr>
          <a:xfrm rot="-8100000">
            <a:off x="2437196" y="3400714"/>
            <a:ext cx="288146" cy="288146"/>
          </a:xfrm>
          <a:prstGeom prst="rtTriangle">
            <a:avLst/>
          </a:prstGeom>
          <a:solidFill>
            <a:schemeClr val="lt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accen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03" name="Google Shape;203;p20"/>
          <p:cNvSpPr>
            <a:spLocks noGrp="1"/>
          </p:cNvSpPr>
          <p:nvPr>
            <p:ph type="body" idx="20"/>
          </p:nvPr>
        </p:nvSpPr>
        <p:spPr>
          <a:xfrm rot="-8100000">
            <a:off x="4755385" y="3400714"/>
            <a:ext cx="288146" cy="288146"/>
          </a:xfrm>
          <a:prstGeom prst="rtTriangle">
            <a:avLst/>
          </a:prstGeom>
          <a:solidFill>
            <a:schemeClr val="accent1"/>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04" name="Google Shape;204;p20"/>
          <p:cNvSpPr>
            <a:spLocks noGrp="1"/>
          </p:cNvSpPr>
          <p:nvPr>
            <p:ph type="body" idx="21"/>
          </p:nvPr>
        </p:nvSpPr>
        <p:spPr>
          <a:xfrm rot="-8100000">
            <a:off x="7061481" y="3404206"/>
            <a:ext cx="288146" cy="288146"/>
          </a:xfrm>
          <a:prstGeom prst="rtTriangle">
            <a:avLst/>
          </a:prstGeom>
          <a:solidFill>
            <a:schemeClr val="dk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accen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05" name="Google Shape;205;p20"/>
          <p:cNvSpPr>
            <a:spLocks noGrp="1"/>
          </p:cNvSpPr>
          <p:nvPr>
            <p:ph type="body" idx="22"/>
          </p:nvPr>
        </p:nvSpPr>
        <p:spPr>
          <a:xfrm rot="-8100000">
            <a:off x="9378555" y="3404206"/>
            <a:ext cx="288146" cy="288146"/>
          </a:xfrm>
          <a:prstGeom prst="rtTriangle">
            <a:avLst/>
          </a:prstGeom>
          <a:solidFill>
            <a:schemeClr val="accent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accent5"/>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06" name="Google Shape;206;p20"/>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207" name="Google Shape;207;p20"/>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208" name="Google Shape;208;p20"/>
          <p:cNvSpPr txBox="1">
            <a:spLocks noGrp="1"/>
          </p:cNvSpPr>
          <p:nvPr>
            <p:ph type="body" idx="2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09" name="Google Shape;209;p20"/>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7146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4608">
          <p15:clr>
            <a:srgbClr val="FBAE40"/>
          </p15:clr>
        </p15:guide>
        <p15:guide id="2" pos="526">
          <p15:clr>
            <a:srgbClr val="FBAE40"/>
          </p15:clr>
        </p15:guide>
        <p15:guide id="3" pos="8718">
          <p15:clr>
            <a:srgbClr val="FBAE40"/>
          </p15:clr>
        </p15:guide>
        <p15:guide id="4" orient="horz" pos="388">
          <p15:clr>
            <a:srgbClr val="FBAE40"/>
          </p15:clr>
        </p15:guide>
        <p15:guide id="5" orient="horz" pos="466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meline 3">
  <p:cSld name="Timeline 3">
    <p:spTree>
      <p:nvGrpSpPr>
        <p:cNvPr id="1" name="Shape 210"/>
        <p:cNvGrpSpPr/>
        <p:nvPr/>
      </p:nvGrpSpPr>
      <p:grpSpPr>
        <a:xfrm>
          <a:off x="0" y="0"/>
          <a:ext cx="0" cy="0"/>
          <a:chOff x="0" y="0"/>
          <a:chExt cx="0" cy="0"/>
        </a:xfrm>
      </p:grpSpPr>
      <p:sp>
        <p:nvSpPr>
          <p:cNvPr id="211" name="Google Shape;211;p21"/>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12" name="Google Shape;212;p21"/>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13" name="Google Shape;213;p21"/>
          <p:cNvSpPr txBox="1">
            <a:spLocks noGrp="1"/>
          </p:cNvSpPr>
          <p:nvPr>
            <p:ph type="body" idx="1"/>
          </p:nvPr>
        </p:nvSpPr>
        <p:spPr>
          <a:xfrm>
            <a:off x="1229028" y="-200344"/>
            <a:ext cx="664500" cy="4969502"/>
          </a:xfrm>
          <a:prstGeom prst="rect">
            <a:avLst/>
          </a:prstGeom>
          <a:solidFill>
            <a:schemeClr val="lt1"/>
          </a:solidFill>
          <a:ln>
            <a:noFill/>
          </a:ln>
        </p:spPr>
        <p:txBody>
          <a:bodyPr spcFirstLastPara="1" wrap="square" lIns="0" tIns="0" rIns="0" bIns="0" anchor="ctr" anchorCtr="0">
            <a:spAutoFit/>
          </a:bodyPr>
          <a:lstStyle>
            <a:lvl1pPr marL="380985" lvl="0" indent="-190492" algn="ctr">
              <a:lnSpc>
                <a:spcPct val="120000"/>
              </a:lnSpc>
              <a:spcBef>
                <a:spcPts val="0"/>
              </a:spcBef>
              <a:spcAft>
                <a:spcPts val="0"/>
              </a:spcAft>
              <a:buSzPts val="2300"/>
              <a:buNone/>
              <a:defRPr sz="1583" b="1">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14" name="Google Shape;214;p21"/>
          <p:cNvSpPr txBox="1">
            <a:spLocks noGrp="1"/>
          </p:cNvSpPr>
          <p:nvPr>
            <p:ph type="body" idx="2"/>
          </p:nvPr>
        </p:nvSpPr>
        <p:spPr>
          <a:xfrm>
            <a:off x="1229028" y="2345784"/>
            <a:ext cx="1513000" cy="646524"/>
          </a:xfrm>
          <a:prstGeom prst="rect">
            <a:avLst/>
          </a:prstGeom>
          <a:noFill/>
          <a:ln>
            <a:noFill/>
          </a:ln>
        </p:spPr>
        <p:txBody>
          <a:bodyPr spcFirstLastPara="1" wrap="square" lIns="0" tIns="0" rIns="0" bIns="0" anchor="ctr" anchorCtr="0">
            <a:spAutoFit/>
          </a:bodyPr>
          <a:lstStyle>
            <a:lvl1pPr marL="380985" lvl="0" indent="-190492" algn="l">
              <a:lnSpc>
                <a:spcPct val="120000"/>
              </a:lnSpc>
              <a:spcBef>
                <a:spcPts val="0"/>
              </a:spcBef>
              <a:spcAft>
                <a:spcPts val="0"/>
              </a:spcAft>
              <a:buSzPts val="1700"/>
              <a:buNone/>
              <a:defRPr sz="1167" b="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15" name="Google Shape;215;p21"/>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216" name="Google Shape;216;p21"/>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217" name="Google Shape;217;p21"/>
          <p:cNvSpPr txBox="1">
            <a:spLocks noGrp="1"/>
          </p:cNvSpPr>
          <p:nvPr>
            <p:ph type="body" idx="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18" name="Google Shape;218;p21"/>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58635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lendar">
  <p:cSld name="Calendar">
    <p:bg>
      <p:bgPr>
        <a:solidFill>
          <a:schemeClr val="lt1"/>
        </a:solidFill>
        <a:effectLst/>
      </p:bgPr>
    </p:bg>
    <p:spTree>
      <p:nvGrpSpPr>
        <p:cNvPr id="1" name="Shape 219"/>
        <p:cNvGrpSpPr/>
        <p:nvPr/>
      </p:nvGrpSpPr>
      <p:grpSpPr>
        <a:xfrm>
          <a:off x="0" y="0"/>
          <a:ext cx="0" cy="0"/>
          <a:chOff x="0" y="0"/>
          <a:chExt cx="0" cy="0"/>
        </a:xfrm>
      </p:grpSpPr>
      <p:sp>
        <p:nvSpPr>
          <p:cNvPr id="220" name="Google Shape;220;p22"/>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21" name="Google Shape;221;p22"/>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22" name="Google Shape;222;p22"/>
          <p:cNvSpPr>
            <a:spLocks noGrp="1"/>
          </p:cNvSpPr>
          <p:nvPr>
            <p:ph type="body" idx="1"/>
          </p:nvPr>
        </p:nvSpPr>
        <p:spPr>
          <a:xfrm>
            <a:off x="700073" y="3090994"/>
            <a:ext cx="1800000" cy="540000"/>
          </a:xfrm>
          <a:prstGeom prst="roundRect">
            <a:avLst>
              <a:gd name="adj" fmla="val 0"/>
            </a:avLst>
          </a:prstGeom>
          <a:solidFill>
            <a:schemeClr val="lt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23" name="Google Shape;223;p22"/>
          <p:cNvSpPr>
            <a:spLocks noGrp="1"/>
          </p:cNvSpPr>
          <p:nvPr>
            <p:ph type="body" idx="2"/>
          </p:nvPr>
        </p:nvSpPr>
        <p:spPr>
          <a:xfrm>
            <a:off x="700073" y="3728324"/>
            <a:ext cx="1800000" cy="540000"/>
          </a:xfrm>
          <a:prstGeom prst="roundRect">
            <a:avLst>
              <a:gd name="adj" fmla="val 0"/>
            </a:avLst>
          </a:prstGeom>
          <a:solidFill>
            <a:schemeClr val="accent1"/>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24" name="Google Shape;224;p22"/>
          <p:cNvSpPr>
            <a:spLocks noGrp="1"/>
          </p:cNvSpPr>
          <p:nvPr>
            <p:ph type="body" idx="3"/>
          </p:nvPr>
        </p:nvSpPr>
        <p:spPr>
          <a:xfrm>
            <a:off x="700073" y="4365654"/>
            <a:ext cx="1800000" cy="540000"/>
          </a:xfrm>
          <a:prstGeom prst="roundRect">
            <a:avLst>
              <a:gd name="adj" fmla="val 0"/>
            </a:avLst>
          </a:prstGeom>
          <a:solidFill>
            <a:schemeClr val="dk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25" name="Google Shape;225;p22"/>
          <p:cNvSpPr>
            <a:spLocks noGrp="1"/>
          </p:cNvSpPr>
          <p:nvPr>
            <p:ph type="body" idx="4"/>
          </p:nvPr>
        </p:nvSpPr>
        <p:spPr>
          <a:xfrm>
            <a:off x="700073" y="5002984"/>
            <a:ext cx="1800000" cy="540000"/>
          </a:xfrm>
          <a:prstGeom prst="roundRect">
            <a:avLst>
              <a:gd name="adj" fmla="val 0"/>
            </a:avLst>
          </a:prstGeom>
          <a:solidFill>
            <a:schemeClr val="accent3"/>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26" name="Google Shape;226;p22"/>
          <p:cNvSpPr txBox="1">
            <a:spLocks noGrp="1"/>
          </p:cNvSpPr>
          <p:nvPr>
            <p:ph type="body" idx="5"/>
          </p:nvPr>
        </p:nvSpPr>
        <p:spPr>
          <a:xfrm>
            <a:off x="2935089" y="2138423"/>
            <a:ext cx="1836000" cy="1071832"/>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2300"/>
              <a:buNone/>
              <a:defRPr sz="1583" b="0">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27" name="Google Shape;227;p22"/>
          <p:cNvSpPr txBox="1">
            <a:spLocks noGrp="1"/>
          </p:cNvSpPr>
          <p:nvPr>
            <p:ph type="body" idx="6"/>
          </p:nvPr>
        </p:nvSpPr>
        <p:spPr>
          <a:xfrm>
            <a:off x="5184350" y="2138423"/>
            <a:ext cx="1836000" cy="1071832"/>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2300"/>
              <a:buNone/>
              <a:defRPr sz="1583" b="0">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28" name="Google Shape;228;p22"/>
          <p:cNvSpPr txBox="1">
            <a:spLocks noGrp="1"/>
          </p:cNvSpPr>
          <p:nvPr>
            <p:ph type="body" idx="7"/>
          </p:nvPr>
        </p:nvSpPr>
        <p:spPr>
          <a:xfrm>
            <a:off x="7433611" y="2138423"/>
            <a:ext cx="1836000" cy="1071832"/>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2300"/>
              <a:buNone/>
              <a:defRPr sz="1583" b="0">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29" name="Google Shape;229;p22"/>
          <p:cNvSpPr txBox="1">
            <a:spLocks noGrp="1"/>
          </p:cNvSpPr>
          <p:nvPr>
            <p:ph type="body" idx="8"/>
          </p:nvPr>
        </p:nvSpPr>
        <p:spPr>
          <a:xfrm>
            <a:off x="9682872" y="2138423"/>
            <a:ext cx="1836000" cy="1071832"/>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2300"/>
              <a:buNone/>
              <a:defRPr sz="1583" b="0">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30" name="Google Shape;230;p22"/>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231" name="Google Shape;231;p22"/>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232" name="Google Shape;232;p22"/>
          <p:cNvSpPr txBox="1">
            <a:spLocks noGrp="1"/>
          </p:cNvSpPr>
          <p:nvPr>
            <p:ph type="body" idx="9"/>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33" name="Google Shape;233;p22"/>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30330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able">
  <p:cSld name="Table">
    <p:spTree>
      <p:nvGrpSpPr>
        <p:cNvPr id="1" name="Shape 234"/>
        <p:cNvGrpSpPr/>
        <p:nvPr/>
      </p:nvGrpSpPr>
      <p:grpSpPr>
        <a:xfrm>
          <a:off x="0" y="0"/>
          <a:ext cx="0" cy="0"/>
          <a:chOff x="0" y="0"/>
          <a:chExt cx="0" cy="0"/>
        </a:xfrm>
      </p:grpSpPr>
      <p:sp>
        <p:nvSpPr>
          <p:cNvPr id="235" name="Google Shape;235;p23"/>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36" name="Google Shape;236;p23"/>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37" name="Google Shape;237;p23"/>
          <p:cNvSpPr txBox="1">
            <a:spLocks noGrp="1"/>
          </p:cNvSpPr>
          <p:nvPr>
            <p:ph type="body" idx="1"/>
          </p:nvPr>
        </p:nvSpPr>
        <p:spPr>
          <a:xfrm>
            <a:off x="700088" y="1381125"/>
            <a:ext cx="5396000" cy="685750"/>
          </a:xfrm>
          <a:prstGeom prst="rect">
            <a:avLst/>
          </a:prstGeom>
          <a:no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190492" algn="l">
              <a:lnSpc>
                <a:spcPct val="120000"/>
              </a:lnSpc>
              <a:spcBef>
                <a:spcPts val="0"/>
              </a:spcBef>
              <a:spcAft>
                <a:spcPts val="0"/>
              </a:spcAft>
              <a:buSzPts val="1500"/>
              <a:buNone/>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38" name="Google Shape;238;p23"/>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239" name="Google Shape;239;p23"/>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240" name="Google Shape;240;p23"/>
          <p:cNvSpPr txBox="1">
            <a:spLocks noGrp="1"/>
          </p:cNvSpPr>
          <p:nvPr>
            <p:ph type="body" idx="2"/>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41" name="Google Shape;241;p23"/>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11833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able + picture">
  <p:cSld name="Table + picture">
    <p:spTree>
      <p:nvGrpSpPr>
        <p:cNvPr id="1" name="Shape 242"/>
        <p:cNvGrpSpPr/>
        <p:nvPr/>
      </p:nvGrpSpPr>
      <p:grpSpPr>
        <a:xfrm>
          <a:off x="0" y="0"/>
          <a:ext cx="0" cy="0"/>
          <a:chOff x="0" y="0"/>
          <a:chExt cx="0" cy="0"/>
        </a:xfrm>
      </p:grpSpPr>
      <p:sp>
        <p:nvSpPr>
          <p:cNvPr id="243" name="Google Shape;243;p24"/>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44" name="Google Shape;244;p24"/>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45" name="Google Shape;245;p24"/>
          <p:cNvSpPr>
            <a:spLocks noGrp="1"/>
          </p:cNvSpPr>
          <p:nvPr>
            <p:ph type="pic" idx="2"/>
          </p:nvPr>
        </p:nvSpPr>
        <p:spPr>
          <a:xfrm>
            <a:off x="8323383" y="0"/>
            <a:ext cx="3868500" cy="6858000"/>
          </a:xfrm>
          <a:prstGeom prst="rect">
            <a:avLst/>
          </a:prstGeom>
          <a:solidFill>
            <a:srgbClr val="D8D8D8"/>
          </a:solidFill>
          <a:ln>
            <a:noFill/>
          </a:ln>
        </p:spPr>
        <p:txBody>
          <a:bodyPr/>
          <a:lstStyle/>
          <a:p>
            <a:r>
              <a:rPr lang="fr-FR"/>
              <a:t>Cliquez sur l'icône pour ajouter une image</a:t>
            </a:r>
          </a:p>
        </p:txBody>
      </p:sp>
      <p:sp>
        <p:nvSpPr>
          <p:cNvPr id="246" name="Google Shape;246;p24"/>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247" name="Google Shape;247;p24"/>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248" name="Google Shape;248;p24"/>
          <p:cNvSpPr txBox="1">
            <a:spLocks noGrp="1"/>
          </p:cNvSpPr>
          <p:nvPr>
            <p:ph type="body" idx="1"/>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49" name="Google Shape;249;p24"/>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3563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orient="horz" pos="388">
          <p15:clr>
            <a:srgbClr val="FBAE40"/>
          </p15:clr>
        </p15:guide>
        <p15:guide id="3" orient="horz" pos="466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 comparisons">
  <p:cSld name="2 comparisons">
    <p:bg>
      <p:bgPr>
        <a:solidFill>
          <a:schemeClr val="lt1"/>
        </a:solidFill>
        <a:effectLst/>
      </p:bgPr>
    </p:bg>
    <p:spTree>
      <p:nvGrpSpPr>
        <p:cNvPr id="1" name="Shape 250"/>
        <p:cNvGrpSpPr/>
        <p:nvPr/>
      </p:nvGrpSpPr>
      <p:grpSpPr>
        <a:xfrm>
          <a:off x="0" y="0"/>
          <a:ext cx="0" cy="0"/>
          <a:chOff x="0" y="0"/>
          <a:chExt cx="0" cy="0"/>
        </a:xfrm>
      </p:grpSpPr>
      <p:sp>
        <p:nvSpPr>
          <p:cNvPr id="251" name="Google Shape;251;p25"/>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52" name="Google Shape;252;p25"/>
          <p:cNvSpPr/>
          <p:nvPr/>
        </p:nvSpPr>
        <p:spPr>
          <a:xfrm rot="5400000">
            <a:off x="5704864" y="613589"/>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53" name="Google Shape;253;p25"/>
          <p:cNvSpPr>
            <a:spLocks noGrp="1"/>
          </p:cNvSpPr>
          <p:nvPr>
            <p:ph type="body" idx="1"/>
          </p:nvPr>
        </p:nvSpPr>
        <p:spPr>
          <a:xfrm>
            <a:off x="695324" y="2100614"/>
            <a:ext cx="2617500" cy="1104750"/>
          </a:xfrm>
          <a:prstGeom prst="roundRect">
            <a:avLst>
              <a:gd name="adj" fmla="val 50000"/>
            </a:avLst>
          </a:prstGeom>
          <a:solidFill>
            <a:schemeClr val="lt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54" name="Google Shape;254;p25"/>
          <p:cNvSpPr>
            <a:spLocks noGrp="1"/>
          </p:cNvSpPr>
          <p:nvPr>
            <p:ph type="body" idx="2"/>
          </p:nvPr>
        </p:nvSpPr>
        <p:spPr>
          <a:xfrm>
            <a:off x="6380479" y="2100615"/>
            <a:ext cx="2617500" cy="1104750"/>
          </a:xfrm>
          <a:prstGeom prst="roundRect">
            <a:avLst>
              <a:gd name="adj" fmla="val 50000"/>
            </a:avLst>
          </a:prstGeom>
          <a:solidFill>
            <a:schemeClr val="dk1"/>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55" name="Google Shape;255;p25"/>
          <p:cNvSpPr txBox="1">
            <a:spLocks noGrp="1"/>
          </p:cNvSpPr>
          <p:nvPr>
            <p:ph type="body" idx="3"/>
          </p:nvPr>
        </p:nvSpPr>
        <p:spPr>
          <a:xfrm>
            <a:off x="695324" y="3365314"/>
            <a:ext cx="5112000" cy="267958"/>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56" name="Google Shape;256;p25"/>
          <p:cNvSpPr txBox="1">
            <a:spLocks noGrp="1"/>
          </p:cNvSpPr>
          <p:nvPr>
            <p:ph type="body" idx="4"/>
          </p:nvPr>
        </p:nvSpPr>
        <p:spPr>
          <a:xfrm>
            <a:off x="6380479" y="3365314"/>
            <a:ext cx="5112000" cy="267958"/>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57" name="Google Shape;257;p25"/>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258" name="Google Shape;258;p25"/>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259" name="Google Shape;259;p25"/>
          <p:cNvSpPr txBox="1">
            <a:spLocks noGrp="1"/>
          </p:cNvSpPr>
          <p:nvPr>
            <p:ph type="body" idx="5"/>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60" name="Google Shape;260;p25"/>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09579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mparisons 2 pictures">
  <p:cSld name="Comparisons 2 pictures">
    <p:bg>
      <p:bgPr>
        <a:solidFill>
          <a:schemeClr val="lt1"/>
        </a:solidFill>
        <a:effectLst/>
      </p:bgPr>
    </p:bg>
    <p:spTree>
      <p:nvGrpSpPr>
        <p:cNvPr id="1" name="Shape 261"/>
        <p:cNvGrpSpPr/>
        <p:nvPr/>
      </p:nvGrpSpPr>
      <p:grpSpPr>
        <a:xfrm>
          <a:off x="0" y="0"/>
          <a:ext cx="0" cy="0"/>
          <a:chOff x="0" y="0"/>
          <a:chExt cx="0" cy="0"/>
        </a:xfrm>
      </p:grpSpPr>
      <p:sp>
        <p:nvSpPr>
          <p:cNvPr id="262" name="Google Shape;262;p26"/>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63" name="Google Shape;263;p26"/>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64" name="Google Shape;264;p26"/>
          <p:cNvSpPr>
            <a:spLocks noGrp="1"/>
          </p:cNvSpPr>
          <p:nvPr>
            <p:ph type="body" idx="1"/>
          </p:nvPr>
        </p:nvSpPr>
        <p:spPr>
          <a:xfrm>
            <a:off x="695325" y="1579911"/>
            <a:ext cx="5220000" cy="432000"/>
          </a:xfrm>
          <a:prstGeom prst="roundRect">
            <a:avLst>
              <a:gd name="adj" fmla="val 0"/>
            </a:avLst>
          </a:prstGeom>
          <a:solidFill>
            <a:schemeClr val="lt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65" name="Google Shape;265;p26"/>
          <p:cNvSpPr>
            <a:spLocks noGrp="1"/>
          </p:cNvSpPr>
          <p:nvPr>
            <p:ph type="body" idx="2"/>
          </p:nvPr>
        </p:nvSpPr>
        <p:spPr>
          <a:xfrm>
            <a:off x="6278562" y="1579911"/>
            <a:ext cx="5231500" cy="432000"/>
          </a:xfrm>
          <a:prstGeom prst="roundRect">
            <a:avLst>
              <a:gd name="adj" fmla="val 0"/>
            </a:avLst>
          </a:prstGeom>
          <a:solidFill>
            <a:schemeClr val="dk1"/>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66" name="Google Shape;266;p26"/>
          <p:cNvSpPr>
            <a:spLocks noGrp="1"/>
          </p:cNvSpPr>
          <p:nvPr>
            <p:ph type="pic" idx="3"/>
          </p:nvPr>
        </p:nvSpPr>
        <p:spPr>
          <a:xfrm>
            <a:off x="695325" y="2210792"/>
            <a:ext cx="5220000" cy="3960000"/>
          </a:xfrm>
          <a:prstGeom prst="rect">
            <a:avLst/>
          </a:prstGeom>
          <a:solidFill>
            <a:srgbClr val="F2F2F2"/>
          </a:solidFill>
          <a:ln>
            <a:noFill/>
          </a:ln>
        </p:spPr>
      </p:sp>
      <p:sp>
        <p:nvSpPr>
          <p:cNvPr id="267" name="Google Shape;267;p26"/>
          <p:cNvSpPr>
            <a:spLocks noGrp="1"/>
          </p:cNvSpPr>
          <p:nvPr>
            <p:ph type="pic" idx="4"/>
          </p:nvPr>
        </p:nvSpPr>
        <p:spPr>
          <a:xfrm>
            <a:off x="6278562" y="2208975"/>
            <a:ext cx="5220000" cy="3960000"/>
          </a:xfrm>
          <a:prstGeom prst="rect">
            <a:avLst/>
          </a:prstGeom>
          <a:solidFill>
            <a:srgbClr val="F2F2F2"/>
          </a:solidFill>
          <a:ln>
            <a:noFill/>
          </a:ln>
        </p:spPr>
      </p:sp>
      <p:sp>
        <p:nvSpPr>
          <p:cNvPr id="268" name="Google Shape;268;p26"/>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269" name="Google Shape;269;p26"/>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270" name="Google Shape;270;p26"/>
          <p:cNvSpPr txBox="1">
            <a:spLocks noGrp="1"/>
          </p:cNvSpPr>
          <p:nvPr>
            <p:ph type="body" idx="5"/>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71" name="Google Shape;271;p26"/>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46413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mparisons 3 pictures">
  <p:cSld name="Comparisons 3 pictures">
    <p:bg>
      <p:bgPr>
        <a:solidFill>
          <a:schemeClr val="lt1"/>
        </a:solidFill>
        <a:effectLst/>
      </p:bgPr>
    </p:bg>
    <p:spTree>
      <p:nvGrpSpPr>
        <p:cNvPr id="1" name="Shape 272"/>
        <p:cNvGrpSpPr/>
        <p:nvPr/>
      </p:nvGrpSpPr>
      <p:grpSpPr>
        <a:xfrm>
          <a:off x="0" y="0"/>
          <a:ext cx="0" cy="0"/>
          <a:chOff x="0" y="0"/>
          <a:chExt cx="0" cy="0"/>
        </a:xfrm>
      </p:grpSpPr>
      <p:sp>
        <p:nvSpPr>
          <p:cNvPr id="273" name="Google Shape;273;p27"/>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74" name="Google Shape;274;p27"/>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75" name="Google Shape;275;p27"/>
          <p:cNvSpPr>
            <a:spLocks noGrp="1"/>
          </p:cNvSpPr>
          <p:nvPr>
            <p:ph type="pic" idx="2"/>
          </p:nvPr>
        </p:nvSpPr>
        <p:spPr>
          <a:xfrm>
            <a:off x="695325" y="1843146"/>
            <a:ext cx="3420000" cy="3960000"/>
          </a:xfrm>
          <a:prstGeom prst="rect">
            <a:avLst/>
          </a:prstGeom>
          <a:solidFill>
            <a:srgbClr val="F2F2F2"/>
          </a:solidFill>
          <a:ln>
            <a:noFill/>
          </a:ln>
        </p:spPr>
      </p:sp>
      <p:sp>
        <p:nvSpPr>
          <p:cNvPr id="276" name="Google Shape;276;p27"/>
          <p:cNvSpPr>
            <a:spLocks noGrp="1"/>
          </p:cNvSpPr>
          <p:nvPr>
            <p:ph type="pic" idx="3"/>
          </p:nvPr>
        </p:nvSpPr>
        <p:spPr>
          <a:xfrm>
            <a:off x="4390758" y="1843146"/>
            <a:ext cx="3420000" cy="3960000"/>
          </a:xfrm>
          <a:prstGeom prst="rect">
            <a:avLst/>
          </a:prstGeom>
          <a:solidFill>
            <a:srgbClr val="F2F2F2"/>
          </a:solidFill>
          <a:ln>
            <a:noFill/>
          </a:ln>
        </p:spPr>
      </p:sp>
      <p:sp>
        <p:nvSpPr>
          <p:cNvPr id="277" name="Google Shape;277;p27"/>
          <p:cNvSpPr>
            <a:spLocks noGrp="1"/>
          </p:cNvSpPr>
          <p:nvPr>
            <p:ph type="pic" idx="4"/>
          </p:nvPr>
        </p:nvSpPr>
        <p:spPr>
          <a:xfrm>
            <a:off x="8077565" y="1838204"/>
            <a:ext cx="3420000" cy="3960000"/>
          </a:xfrm>
          <a:prstGeom prst="rect">
            <a:avLst/>
          </a:prstGeom>
          <a:solidFill>
            <a:srgbClr val="F2F2F2"/>
          </a:solidFill>
          <a:ln>
            <a:noFill/>
          </a:ln>
        </p:spPr>
      </p:sp>
      <p:sp>
        <p:nvSpPr>
          <p:cNvPr id="278" name="Google Shape;278;p27"/>
          <p:cNvSpPr txBox="1">
            <a:spLocks noGrp="1"/>
          </p:cNvSpPr>
          <p:nvPr>
            <p:ph type="body" idx="1"/>
          </p:nvPr>
        </p:nvSpPr>
        <p:spPr>
          <a:xfrm>
            <a:off x="695325" y="1375090"/>
            <a:ext cx="1188500" cy="876250"/>
          </a:xfrm>
          <a:prstGeom prst="rect">
            <a:avLst/>
          </a:prstGeom>
          <a:noFill/>
          <a:ln>
            <a:noFill/>
          </a:ln>
        </p:spPr>
        <p:txBody>
          <a:bodyPr spcFirstLastPara="1" wrap="square" lIns="0" tIns="0" rIns="0" bIns="0" anchor="ctr" anchorCtr="0">
            <a:noAutofit/>
          </a:bodyPr>
          <a:lstStyle>
            <a:lvl1pPr marL="380985" lvl="0" indent="-190492" algn="ctr">
              <a:lnSpc>
                <a:spcPct val="120000"/>
              </a:lnSpc>
              <a:spcBef>
                <a:spcPts val="0"/>
              </a:spcBef>
              <a:spcAft>
                <a:spcPts val="0"/>
              </a:spcAft>
              <a:buSzPts val="7800"/>
              <a:buNone/>
              <a:defRPr sz="5416" b="1">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79" name="Google Shape;279;p27"/>
          <p:cNvSpPr txBox="1">
            <a:spLocks noGrp="1"/>
          </p:cNvSpPr>
          <p:nvPr>
            <p:ph type="body" idx="5"/>
          </p:nvPr>
        </p:nvSpPr>
        <p:spPr>
          <a:xfrm>
            <a:off x="4391559" y="1294961"/>
            <a:ext cx="1188500" cy="876250"/>
          </a:xfrm>
          <a:prstGeom prst="rect">
            <a:avLst/>
          </a:prstGeom>
          <a:noFill/>
          <a:ln>
            <a:noFill/>
          </a:ln>
        </p:spPr>
        <p:txBody>
          <a:bodyPr spcFirstLastPara="1" wrap="square" lIns="0" tIns="0" rIns="0" bIns="0" anchor="ctr" anchorCtr="0">
            <a:noAutofit/>
          </a:bodyPr>
          <a:lstStyle>
            <a:lvl1pPr marL="380985" lvl="0" indent="-190492" algn="ctr">
              <a:lnSpc>
                <a:spcPct val="120000"/>
              </a:lnSpc>
              <a:spcBef>
                <a:spcPts val="0"/>
              </a:spcBef>
              <a:spcAft>
                <a:spcPts val="0"/>
              </a:spcAft>
              <a:buSzPts val="7800"/>
              <a:buNone/>
              <a:defRPr sz="5416" b="1">
                <a:solidFill>
                  <a:schemeClr val="accen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80" name="Google Shape;280;p27"/>
          <p:cNvSpPr txBox="1">
            <a:spLocks noGrp="1"/>
          </p:cNvSpPr>
          <p:nvPr>
            <p:ph type="body" idx="6"/>
          </p:nvPr>
        </p:nvSpPr>
        <p:spPr>
          <a:xfrm>
            <a:off x="8077565" y="1294961"/>
            <a:ext cx="1188500" cy="876250"/>
          </a:xfrm>
          <a:prstGeom prst="rect">
            <a:avLst/>
          </a:prstGeom>
          <a:noFill/>
          <a:ln>
            <a:noFill/>
          </a:ln>
        </p:spPr>
        <p:txBody>
          <a:bodyPr spcFirstLastPara="1" wrap="square" lIns="0" tIns="0" rIns="0" bIns="0" anchor="ctr" anchorCtr="0">
            <a:noAutofit/>
          </a:bodyPr>
          <a:lstStyle>
            <a:lvl1pPr marL="380985" lvl="0" indent="-190492" algn="ctr">
              <a:lnSpc>
                <a:spcPct val="120000"/>
              </a:lnSpc>
              <a:spcBef>
                <a:spcPts val="0"/>
              </a:spcBef>
              <a:spcAft>
                <a:spcPts val="0"/>
              </a:spcAft>
              <a:buSzPts val="7800"/>
              <a:buNone/>
              <a:defRPr sz="5416" b="1">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81" name="Google Shape;281;p27"/>
          <p:cNvSpPr txBox="1">
            <a:spLocks noGrp="1"/>
          </p:cNvSpPr>
          <p:nvPr>
            <p:ph type="body" idx="7"/>
          </p:nvPr>
        </p:nvSpPr>
        <p:spPr>
          <a:xfrm>
            <a:off x="695325" y="5895861"/>
            <a:ext cx="3428750" cy="535916"/>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82" name="Google Shape;282;p27"/>
          <p:cNvSpPr txBox="1">
            <a:spLocks noGrp="1"/>
          </p:cNvSpPr>
          <p:nvPr>
            <p:ph type="body" idx="8"/>
          </p:nvPr>
        </p:nvSpPr>
        <p:spPr>
          <a:xfrm>
            <a:off x="4390758" y="5895861"/>
            <a:ext cx="3428750" cy="535916"/>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accen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83" name="Google Shape;283;p27"/>
          <p:cNvSpPr txBox="1">
            <a:spLocks noGrp="1"/>
          </p:cNvSpPr>
          <p:nvPr>
            <p:ph type="body" idx="9"/>
          </p:nvPr>
        </p:nvSpPr>
        <p:spPr>
          <a:xfrm>
            <a:off x="8068048" y="5895861"/>
            <a:ext cx="3428750" cy="535916"/>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84" name="Google Shape;284;p27"/>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285" name="Google Shape;285;p27"/>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286" name="Google Shape;286;p27"/>
          <p:cNvSpPr txBox="1">
            <a:spLocks noGrp="1"/>
          </p:cNvSpPr>
          <p:nvPr>
            <p:ph type="body" idx="1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87" name="Google Shape;287;p27"/>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29663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 comparisons">
  <p:cSld name="3 comparisons">
    <p:spTree>
      <p:nvGrpSpPr>
        <p:cNvPr id="1" name="Shape 288"/>
        <p:cNvGrpSpPr/>
        <p:nvPr/>
      </p:nvGrpSpPr>
      <p:grpSpPr>
        <a:xfrm>
          <a:off x="0" y="0"/>
          <a:ext cx="0" cy="0"/>
          <a:chOff x="0" y="0"/>
          <a:chExt cx="0" cy="0"/>
        </a:xfrm>
      </p:grpSpPr>
      <p:sp>
        <p:nvSpPr>
          <p:cNvPr id="289" name="Google Shape;289;p28"/>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90" name="Google Shape;290;p28"/>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91" name="Google Shape;291;p28"/>
          <p:cNvSpPr>
            <a:spLocks noGrp="1"/>
          </p:cNvSpPr>
          <p:nvPr>
            <p:ph type="body" idx="1"/>
          </p:nvPr>
        </p:nvSpPr>
        <p:spPr>
          <a:xfrm>
            <a:off x="2219326" y="2266309"/>
            <a:ext cx="1080000" cy="1080000"/>
          </a:xfrm>
          <a:prstGeom prst="ellipse">
            <a:avLst/>
          </a:prstGeom>
          <a:solidFill>
            <a:schemeClr val="lt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92" name="Google Shape;292;p28"/>
          <p:cNvSpPr>
            <a:spLocks noGrp="1"/>
          </p:cNvSpPr>
          <p:nvPr>
            <p:ph type="body" idx="2"/>
          </p:nvPr>
        </p:nvSpPr>
        <p:spPr>
          <a:xfrm>
            <a:off x="5557852" y="2266309"/>
            <a:ext cx="1080000" cy="1080000"/>
          </a:xfrm>
          <a:prstGeom prst="ellipse">
            <a:avLst/>
          </a:prstGeom>
          <a:solidFill>
            <a:schemeClr val="accent1"/>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accen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93" name="Google Shape;293;p28"/>
          <p:cNvSpPr>
            <a:spLocks noGrp="1"/>
          </p:cNvSpPr>
          <p:nvPr>
            <p:ph type="body" idx="3"/>
          </p:nvPr>
        </p:nvSpPr>
        <p:spPr>
          <a:xfrm>
            <a:off x="8896378" y="2266309"/>
            <a:ext cx="1080000" cy="1080000"/>
          </a:xfrm>
          <a:prstGeom prst="ellipse">
            <a:avLst/>
          </a:prstGeom>
          <a:solidFill>
            <a:schemeClr val="dk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94" name="Google Shape;294;p28"/>
          <p:cNvSpPr txBox="1">
            <a:spLocks noGrp="1"/>
          </p:cNvSpPr>
          <p:nvPr>
            <p:ph type="body" idx="4"/>
          </p:nvPr>
        </p:nvSpPr>
        <p:spPr>
          <a:xfrm>
            <a:off x="2219325" y="4217061"/>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95" name="Google Shape;295;p28"/>
          <p:cNvSpPr txBox="1">
            <a:spLocks noGrp="1"/>
          </p:cNvSpPr>
          <p:nvPr>
            <p:ph type="body" idx="5"/>
          </p:nvPr>
        </p:nvSpPr>
        <p:spPr>
          <a:xfrm>
            <a:off x="5557851" y="4217061"/>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96" name="Google Shape;296;p28"/>
          <p:cNvSpPr txBox="1">
            <a:spLocks noGrp="1"/>
          </p:cNvSpPr>
          <p:nvPr>
            <p:ph type="body" idx="6"/>
          </p:nvPr>
        </p:nvSpPr>
        <p:spPr>
          <a:xfrm>
            <a:off x="8896378" y="4217061"/>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97" name="Google Shape;297;p28"/>
          <p:cNvSpPr txBox="1">
            <a:spLocks noGrp="1"/>
          </p:cNvSpPr>
          <p:nvPr>
            <p:ph type="body" idx="7"/>
          </p:nvPr>
        </p:nvSpPr>
        <p:spPr>
          <a:xfrm>
            <a:off x="2219325" y="3654727"/>
            <a:ext cx="1836000" cy="1071832"/>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lt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98" name="Google Shape;298;p28"/>
          <p:cNvSpPr txBox="1">
            <a:spLocks noGrp="1"/>
          </p:cNvSpPr>
          <p:nvPr>
            <p:ph type="body" idx="8"/>
          </p:nvPr>
        </p:nvSpPr>
        <p:spPr>
          <a:xfrm>
            <a:off x="5557851" y="3654727"/>
            <a:ext cx="1836000" cy="1071832"/>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accen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99" name="Google Shape;299;p28"/>
          <p:cNvSpPr txBox="1">
            <a:spLocks noGrp="1"/>
          </p:cNvSpPr>
          <p:nvPr>
            <p:ph type="body" idx="9"/>
          </p:nvPr>
        </p:nvSpPr>
        <p:spPr>
          <a:xfrm>
            <a:off x="8896377" y="3654727"/>
            <a:ext cx="1836000" cy="1071832"/>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00" name="Google Shape;300;p28"/>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301" name="Google Shape;301;p28"/>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302" name="Google Shape;302;p28"/>
          <p:cNvSpPr txBox="1">
            <a:spLocks noGrp="1"/>
          </p:cNvSpPr>
          <p:nvPr>
            <p:ph type="body" idx="1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03" name="Google Shape;303;p28"/>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54168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718">
          <p15:clr>
            <a:srgbClr val="FBAE40"/>
          </p15:clr>
        </p15:guide>
        <p15:guide id="3" orient="horz" pos="388">
          <p15:clr>
            <a:srgbClr val="FBAE40"/>
          </p15:clr>
        </p15:guide>
        <p15:guide id="4" orient="horz" pos="466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2 graphs">
  <p:cSld name="Comparison 2 graphs">
    <p:spTree>
      <p:nvGrpSpPr>
        <p:cNvPr id="1" name="Shape 304"/>
        <p:cNvGrpSpPr/>
        <p:nvPr/>
      </p:nvGrpSpPr>
      <p:grpSpPr>
        <a:xfrm>
          <a:off x="0" y="0"/>
          <a:ext cx="0" cy="0"/>
          <a:chOff x="0" y="0"/>
          <a:chExt cx="0" cy="0"/>
        </a:xfrm>
      </p:grpSpPr>
      <p:sp>
        <p:nvSpPr>
          <p:cNvPr id="305" name="Google Shape;305;p29"/>
          <p:cNvSpPr txBox="1">
            <a:spLocks noGrp="1"/>
          </p:cNvSpPr>
          <p:nvPr>
            <p:ph type="body" idx="1"/>
          </p:nvPr>
        </p:nvSpPr>
        <p:spPr>
          <a:xfrm>
            <a:off x="6448514" y="2378385"/>
            <a:ext cx="5084750" cy="3240000"/>
          </a:xfrm>
          <a:prstGeom prst="rect">
            <a:avLst/>
          </a:prstGeom>
          <a:noFill/>
          <a:ln w="11425" cap="flat" cmpd="sng">
            <a:solidFill>
              <a:schemeClr val="dk2"/>
            </a:solidFill>
            <a:prstDash val="solid"/>
            <a:round/>
            <a:headEnd type="none" w="sm" len="sm"/>
            <a:tailEnd type="none" w="sm" len="sm"/>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06" name="Google Shape;306;p29"/>
          <p:cNvSpPr>
            <a:spLocks noGrp="1"/>
          </p:cNvSpPr>
          <p:nvPr>
            <p:ph type="body" idx="2"/>
          </p:nvPr>
        </p:nvSpPr>
        <p:spPr>
          <a:xfrm>
            <a:off x="8270851" y="1624070"/>
            <a:ext cx="1440000" cy="1440000"/>
          </a:xfrm>
          <a:prstGeom prst="ellipse">
            <a:avLst/>
          </a:prstGeom>
          <a:solidFill>
            <a:schemeClr val="dk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07" name="Google Shape;307;p29"/>
          <p:cNvSpPr txBox="1">
            <a:spLocks noGrp="1"/>
          </p:cNvSpPr>
          <p:nvPr>
            <p:ph type="body" idx="3"/>
          </p:nvPr>
        </p:nvSpPr>
        <p:spPr>
          <a:xfrm>
            <a:off x="695324" y="2378385"/>
            <a:ext cx="5066250" cy="3240000"/>
          </a:xfrm>
          <a:prstGeom prst="rect">
            <a:avLst/>
          </a:prstGeom>
          <a:noFill/>
          <a:ln w="11425" cap="flat" cmpd="sng">
            <a:solidFill>
              <a:schemeClr val="lt2"/>
            </a:solidFill>
            <a:prstDash val="solid"/>
            <a:round/>
            <a:headEnd type="none" w="sm" len="sm"/>
            <a:tailEnd type="none" w="sm" len="sm"/>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08" name="Google Shape;308;p29"/>
          <p:cNvSpPr>
            <a:spLocks noGrp="1"/>
          </p:cNvSpPr>
          <p:nvPr>
            <p:ph type="body" idx="4"/>
          </p:nvPr>
        </p:nvSpPr>
        <p:spPr>
          <a:xfrm>
            <a:off x="2488695" y="1675344"/>
            <a:ext cx="1440000" cy="1440000"/>
          </a:xfrm>
          <a:prstGeom prst="ellipse">
            <a:avLst/>
          </a:prstGeom>
          <a:solidFill>
            <a:schemeClr val="lt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09" name="Google Shape;309;p29"/>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10" name="Google Shape;310;p29"/>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11" name="Google Shape;311;p29"/>
          <p:cNvSpPr>
            <a:spLocks noGrp="1"/>
          </p:cNvSpPr>
          <p:nvPr>
            <p:ph type="chart" idx="5"/>
          </p:nvPr>
        </p:nvSpPr>
        <p:spPr>
          <a:xfrm>
            <a:off x="1147748" y="3302342"/>
            <a:ext cx="4183000" cy="2160000"/>
          </a:xfrm>
          <a:prstGeom prst="rect">
            <a:avLst/>
          </a:prstGeom>
          <a:noFill/>
          <a:ln>
            <a:noFill/>
          </a:ln>
        </p:spPr>
        <p:txBody>
          <a:bodyPr spcFirstLastPara="1" wrap="square" lIns="0" tIns="0" rIns="0" bIns="0" anchor="t" anchorCtr="0">
            <a:noAutofit/>
          </a:bodyPr>
          <a:lstStyle>
            <a:lvl1pPr marR="0" lvl="0" algn="l" rtl="0">
              <a:lnSpc>
                <a:spcPct val="120000"/>
              </a:lnSpc>
              <a:spcBef>
                <a:spcPts val="0"/>
              </a:spcBef>
              <a:spcAft>
                <a:spcPts val="0"/>
              </a:spcAft>
              <a:buClr>
                <a:schemeClr val="dk1"/>
              </a:buClr>
              <a:buSzPts val="2000"/>
              <a:buFont typeface="Arial"/>
              <a:buNone/>
              <a:defRPr sz="1417" b="0" i="0" u="none" strike="noStrike" cap="none">
                <a:solidFill>
                  <a:schemeClr val="dk1"/>
                </a:solidFill>
                <a:latin typeface="Avenir"/>
                <a:ea typeface="Avenir"/>
                <a:cs typeface="Avenir"/>
                <a:sym typeface="Avenir"/>
              </a:defRPr>
            </a:lvl1pPr>
            <a:lvl2pPr marR="0" lvl="1" algn="l" rtl="0">
              <a:lnSpc>
                <a:spcPct val="120000"/>
              </a:lnSpc>
              <a:spcBef>
                <a:spcPts val="0"/>
              </a:spcBef>
              <a:spcAft>
                <a:spcPts val="0"/>
              </a:spcAft>
              <a:buClr>
                <a:schemeClr val="dk1"/>
              </a:buClr>
              <a:buSzPts val="1700"/>
              <a:buFont typeface="Arial"/>
              <a:buChar char="•"/>
              <a:defRPr sz="1167" b="0" i="0" u="none" strike="noStrike" cap="none">
                <a:solidFill>
                  <a:schemeClr val="dk1"/>
                </a:solidFill>
                <a:latin typeface="Avenir"/>
                <a:ea typeface="Avenir"/>
                <a:cs typeface="Avenir"/>
                <a:sym typeface="Avenir"/>
              </a:defRPr>
            </a:lvl2pPr>
            <a:lvl3pPr marR="0" lvl="2" algn="l" rtl="0">
              <a:lnSpc>
                <a:spcPct val="120000"/>
              </a:lnSpc>
              <a:spcBef>
                <a:spcPts val="0"/>
              </a:spcBef>
              <a:spcAft>
                <a:spcPts val="0"/>
              </a:spcAft>
              <a:buClr>
                <a:schemeClr val="dk1"/>
              </a:buClr>
              <a:buSzPts val="1600"/>
              <a:buFont typeface="Arial"/>
              <a:buChar char="•"/>
              <a:defRPr sz="1083" b="0" i="0" u="none" strike="noStrike" cap="none">
                <a:solidFill>
                  <a:schemeClr val="dk1"/>
                </a:solidFill>
                <a:latin typeface="Avenir"/>
                <a:ea typeface="Avenir"/>
                <a:cs typeface="Avenir"/>
                <a:sym typeface="Avenir"/>
              </a:defRPr>
            </a:lvl3pPr>
            <a:lvl4pPr marR="0" lvl="3"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4pPr>
            <a:lvl5pPr marR="0" lvl="4"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5pPr>
            <a:lvl6pPr marR="0" lvl="5"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6pPr>
            <a:lvl7pPr marR="0" lvl="6"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7pPr>
            <a:lvl8pPr marR="0" lvl="7"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8pPr>
            <a:lvl9pPr marR="0" lvl="8"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9pPr>
          </a:lstStyle>
          <a:p>
            <a:r>
              <a:rPr lang="fr-FR"/>
              <a:t>Cliquez sur l'icône pour ajouter un graphique</a:t>
            </a:r>
            <a:endParaRPr/>
          </a:p>
        </p:txBody>
      </p:sp>
      <p:sp>
        <p:nvSpPr>
          <p:cNvPr id="312" name="Google Shape;312;p29"/>
          <p:cNvSpPr txBox="1">
            <a:spLocks noGrp="1"/>
          </p:cNvSpPr>
          <p:nvPr>
            <p:ph type="body" idx="6"/>
          </p:nvPr>
        </p:nvSpPr>
        <p:spPr>
          <a:xfrm>
            <a:off x="1618484" y="5701034"/>
            <a:ext cx="3220000" cy="615553"/>
          </a:xfrm>
          <a:prstGeom prst="rect">
            <a:avLst/>
          </a:prstGeom>
          <a:noFill/>
          <a:ln>
            <a:noFill/>
          </a:ln>
        </p:spPr>
        <p:txBody>
          <a:bodyPr spcFirstLastPara="1" wrap="square" lIns="0" tIns="0" rIns="0" bIns="0" anchor="t" anchorCtr="0">
            <a:spAutoFit/>
          </a:bodyPr>
          <a:lstStyle>
            <a:lvl1pPr marL="380985" lvl="0" indent="-190492" algn="ctr">
              <a:lnSpc>
                <a:spcPct val="100000"/>
              </a:lnSpc>
              <a:spcBef>
                <a:spcPts val="0"/>
              </a:spcBef>
              <a:spcAft>
                <a:spcPts val="0"/>
              </a:spcAft>
              <a:buSzPts val="2900"/>
              <a:buNone/>
              <a:defRPr sz="2000">
                <a:solidFill>
                  <a:schemeClr val="lt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13" name="Google Shape;313;p29"/>
          <p:cNvSpPr txBox="1">
            <a:spLocks noGrp="1"/>
          </p:cNvSpPr>
          <p:nvPr>
            <p:ph type="body" idx="7"/>
          </p:nvPr>
        </p:nvSpPr>
        <p:spPr>
          <a:xfrm>
            <a:off x="2493726" y="402069"/>
            <a:ext cx="1435000" cy="3974806"/>
          </a:xfrm>
          <a:prstGeom prst="rect">
            <a:avLst/>
          </a:prstGeom>
          <a:noFill/>
          <a:ln>
            <a:noFill/>
          </a:ln>
        </p:spPr>
        <p:txBody>
          <a:bodyPr spcFirstLastPara="1" wrap="square" lIns="0" tIns="0" rIns="0" bIns="0" anchor="ctr" anchorCtr="0">
            <a:spAutoFit/>
          </a:bodyPr>
          <a:lstStyle>
            <a:lvl1pPr marL="380985" lvl="0" indent="-190492" algn="ctr">
              <a:lnSpc>
                <a:spcPct val="100000"/>
              </a:lnSpc>
              <a:spcBef>
                <a:spcPts val="0"/>
              </a:spcBef>
              <a:spcAft>
                <a:spcPts val="0"/>
              </a:spcAft>
              <a:buSzPts val="3700"/>
              <a:buNone/>
              <a:defRPr sz="258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14" name="Google Shape;314;p29"/>
          <p:cNvSpPr>
            <a:spLocks noGrp="1"/>
          </p:cNvSpPr>
          <p:nvPr>
            <p:ph type="chart" idx="8"/>
          </p:nvPr>
        </p:nvSpPr>
        <p:spPr>
          <a:xfrm>
            <a:off x="6926095" y="3302342"/>
            <a:ext cx="4118250" cy="2160000"/>
          </a:xfrm>
          <a:prstGeom prst="rect">
            <a:avLst/>
          </a:prstGeom>
          <a:noFill/>
          <a:ln>
            <a:noFill/>
          </a:ln>
        </p:spPr>
        <p:txBody>
          <a:bodyPr spcFirstLastPara="1" wrap="square" lIns="0" tIns="0" rIns="0" bIns="0" anchor="t" anchorCtr="0">
            <a:noAutofit/>
          </a:bodyPr>
          <a:lstStyle>
            <a:lvl1pPr marR="0" lvl="0" algn="l" rtl="0">
              <a:lnSpc>
                <a:spcPct val="120000"/>
              </a:lnSpc>
              <a:spcBef>
                <a:spcPts val="0"/>
              </a:spcBef>
              <a:spcAft>
                <a:spcPts val="0"/>
              </a:spcAft>
              <a:buClr>
                <a:schemeClr val="dk1"/>
              </a:buClr>
              <a:buSzPts val="2000"/>
              <a:buFont typeface="Arial"/>
              <a:buNone/>
              <a:defRPr sz="1417" b="0" i="0" u="none" strike="noStrike" cap="none">
                <a:solidFill>
                  <a:schemeClr val="lt1"/>
                </a:solidFill>
                <a:latin typeface="Avenir"/>
                <a:ea typeface="Avenir"/>
                <a:cs typeface="Avenir"/>
                <a:sym typeface="Avenir"/>
              </a:defRPr>
            </a:lvl1pPr>
            <a:lvl2pPr marR="0" lvl="1" algn="l" rtl="0">
              <a:lnSpc>
                <a:spcPct val="120000"/>
              </a:lnSpc>
              <a:spcBef>
                <a:spcPts val="0"/>
              </a:spcBef>
              <a:spcAft>
                <a:spcPts val="0"/>
              </a:spcAft>
              <a:buClr>
                <a:schemeClr val="dk1"/>
              </a:buClr>
              <a:buSzPts val="1700"/>
              <a:buFont typeface="Arial"/>
              <a:buChar char="•"/>
              <a:defRPr sz="1167" b="0" i="0" u="none" strike="noStrike" cap="none">
                <a:solidFill>
                  <a:schemeClr val="dk1"/>
                </a:solidFill>
                <a:latin typeface="Avenir"/>
                <a:ea typeface="Avenir"/>
                <a:cs typeface="Avenir"/>
                <a:sym typeface="Avenir"/>
              </a:defRPr>
            </a:lvl2pPr>
            <a:lvl3pPr marR="0" lvl="2" algn="l" rtl="0">
              <a:lnSpc>
                <a:spcPct val="120000"/>
              </a:lnSpc>
              <a:spcBef>
                <a:spcPts val="0"/>
              </a:spcBef>
              <a:spcAft>
                <a:spcPts val="0"/>
              </a:spcAft>
              <a:buClr>
                <a:schemeClr val="dk1"/>
              </a:buClr>
              <a:buSzPts val="1600"/>
              <a:buFont typeface="Arial"/>
              <a:buChar char="•"/>
              <a:defRPr sz="1083" b="0" i="0" u="none" strike="noStrike" cap="none">
                <a:solidFill>
                  <a:schemeClr val="dk1"/>
                </a:solidFill>
                <a:latin typeface="Avenir"/>
                <a:ea typeface="Avenir"/>
                <a:cs typeface="Avenir"/>
                <a:sym typeface="Avenir"/>
              </a:defRPr>
            </a:lvl3pPr>
            <a:lvl4pPr marR="0" lvl="3"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4pPr>
            <a:lvl5pPr marR="0" lvl="4"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5pPr>
            <a:lvl6pPr marR="0" lvl="5"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6pPr>
            <a:lvl7pPr marR="0" lvl="6"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7pPr>
            <a:lvl8pPr marR="0" lvl="7"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8pPr>
            <a:lvl9pPr marR="0" lvl="8"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9pPr>
          </a:lstStyle>
          <a:p>
            <a:r>
              <a:rPr lang="fr-FR"/>
              <a:t>Cliquez sur l'icône pour ajouter un graphique</a:t>
            </a:r>
            <a:endParaRPr/>
          </a:p>
        </p:txBody>
      </p:sp>
      <p:sp>
        <p:nvSpPr>
          <p:cNvPr id="315" name="Google Shape;315;p29"/>
          <p:cNvSpPr txBox="1">
            <a:spLocks noGrp="1"/>
          </p:cNvSpPr>
          <p:nvPr>
            <p:ph type="body" idx="9"/>
          </p:nvPr>
        </p:nvSpPr>
        <p:spPr>
          <a:xfrm>
            <a:off x="7380903" y="5702768"/>
            <a:ext cx="3220000" cy="615553"/>
          </a:xfrm>
          <a:prstGeom prst="rect">
            <a:avLst/>
          </a:prstGeom>
          <a:noFill/>
          <a:ln>
            <a:noFill/>
          </a:ln>
        </p:spPr>
        <p:txBody>
          <a:bodyPr spcFirstLastPara="1" wrap="square" lIns="0" tIns="0" rIns="0" bIns="0" anchor="t" anchorCtr="0">
            <a:spAutoFit/>
          </a:bodyPr>
          <a:lstStyle>
            <a:lvl1pPr marL="380985" lvl="0" indent="-190492" algn="ctr">
              <a:lnSpc>
                <a:spcPct val="100000"/>
              </a:lnSpc>
              <a:spcBef>
                <a:spcPts val="0"/>
              </a:spcBef>
              <a:spcAft>
                <a:spcPts val="0"/>
              </a:spcAft>
              <a:buSzPts val="2900"/>
              <a:buNone/>
              <a:defRPr sz="2000">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16" name="Google Shape;316;p29"/>
          <p:cNvSpPr txBox="1">
            <a:spLocks noGrp="1"/>
          </p:cNvSpPr>
          <p:nvPr>
            <p:ph type="body" idx="13"/>
          </p:nvPr>
        </p:nvSpPr>
        <p:spPr>
          <a:xfrm>
            <a:off x="8268336" y="388482"/>
            <a:ext cx="1435000" cy="3974806"/>
          </a:xfrm>
          <a:prstGeom prst="rect">
            <a:avLst/>
          </a:prstGeom>
          <a:noFill/>
          <a:ln>
            <a:noFill/>
          </a:ln>
        </p:spPr>
        <p:txBody>
          <a:bodyPr spcFirstLastPara="1" wrap="square" lIns="0" tIns="0" rIns="0" bIns="0" anchor="ctr" anchorCtr="0">
            <a:spAutoFit/>
          </a:bodyPr>
          <a:lstStyle>
            <a:lvl1pPr marL="380985" lvl="0" indent="-190492" algn="ctr">
              <a:lnSpc>
                <a:spcPct val="100000"/>
              </a:lnSpc>
              <a:spcBef>
                <a:spcPts val="0"/>
              </a:spcBef>
              <a:spcAft>
                <a:spcPts val="0"/>
              </a:spcAft>
              <a:buSzPts val="3700"/>
              <a:buNone/>
              <a:defRPr sz="258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17" name="Google Shape;317;p29"/>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318" name="Google Shape;318;p29"/>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319" name="Google Shape;319;p29"/>
          <p:cNvSpPr txBox="1">
            <a:spLocks noGrp="1"/>
          </p:cNvSpPr>
          <p:nvPr>
            <p:ph type="body" idx="14"/>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20" name="Google Shape;320;p29"/>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71978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718">
          <p15:clr>
            <a:srgbClr val="FBAE40"/>
          </p15:clr>
        </p15:guide>
        <p15:guide id="3" orient="horz" pos="388">
          <p15:clr>
            <a:srgbClr val="FBAE40"/>
          </p15:clr>
        </p15:guide>
        <p15:guide id="4" orient="horz" pos="466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mparison 3 parts">
  <p:cSld name="Comparison 3 parts">
    <p:spTree>
      <p:nvGrpSpPr>
        <p:cNvPr id="1" name="Shape 321"/>
        <p:cNvGrpSpPr/>
        <p:nvPr/>
      </p:nvGrpSpPr>
      <p:grpSpPr>
        <a:xfrm>
          <a:off x="0" y="0"/>
          <a:ext cx="0" cy="0"/>
          <a:chOff x="0" y="0"/>
          <a:chExt cx="0" cy="0"/>
        </a:xfrm>
      </p:grpSpPr>
      <p:sp>
        <p:nvSpPr>
          <p:cNvPr id="322" name="Google Shape;322;p30"/>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23" name="Google Shape;323;p30"/>
          <p:cNvSpPr/>
          <p:nvPr/>
        </p:nvSpPr>
        <p:spPr>
          <a:xfrm rot="5400000">
            <a:off x="5762888" y="616553"/>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24" name="Google Shape;324;p30"/>
          <p:cNvSpPr txBox="1">
            <a:spLocks noGrp="1"/>
          </p:cNvSpPr>
          <p:nvPr>
            <p:ph type="body" idx="1"/>
          </p:nvPr>
        </p:nvSpPr>
        <p:spPr>
          <a:xfrm>
            <a:off x="695324" y="2378385"/>
            <a:ext cx="3240000" cy="3240000"/>
          </a:xfrm>
          <a:prstGeom prst="rect">
            <a:avLst/>
          </a:prstGeom>
          <a:solidFill>
            <a:schemeClr val="lt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25" name="Google Shape;325;p30"/>
          <p:cNvSpPr txBox="1">
            <a:spLocks noGrp="1"/>
          </p:cNvSpPr>
          <p:nvPr>
            <p:ph type="body" idx="2"/>
          </p:nvPr>
        </p:nvSpPr>
        <p:spPr>
          <a:xfrm>
            <a:off x="4476000" y="2378385"/>
            <a:ext cx="3240000" cy="3240000"/>
          </a:xfrm>
          <a:prstGeom prst="rect">
            <a:avLst/>
          </a:prstGeom>
          <a:solidFill>
            <a:schemeClr val="accent1"/>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26" name="Google Shape;326;p30"/>
          <p:cNvSpPr txBox="1">
            <a:spLocks noGrp="1"/>
          </p:cNvSpPr>
          <p:nvPr>
            <p:ph type="body" idx="3"/>
          </p:nvPr>
        </p:nvSpPr>
        <p:spPr>
          <a:xfrm>
            <a:off x="8293188" y="2378385"/>
            <a:ext cx="3240000" cy="3240000"/>
          </a:xfrm>
          <a:prstGeom prst="rect">
            <a:avLst/>
          </a:prstGeom>
          <a:solidFill>
            <a:schemeClr val="dk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27" name="Google Shape;327;p30"/>
          <p:cNvSpPr txBox="1">
            <a:spLocks noGrp="1"/>
          </p:cNvSpPr>
          <p:nvPr>
            <p:ph type="body" idx="4"/>
          </p:nvPr>
        </p:nvSpPr>
        <p:spPr>
          <a:xfrm>
            <a:off x="8537452" y="3444217"/>
            <a:ext cx="2759750" cy="479747"/>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28" name="Google Shape;328;p30"/>
          <p:cNvSpPr txBox="1">
            <a:spLocks noGrp="1"/>
          </p:cNvSpPr>
          <p:nvPr>
            <p:ph type="body" idx="5"/>
          </p:nvPr>
        </p:nvSpPr>
        <p:spPr>
          <a:xfrm>
            <a:off x="8537452" y="2881883"/>
            <a:ext cx="1836000" cy="169277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900"/>
              <a:buNone/>
              <a:defRPr sz="2000">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29" name="Google Shape;329;p30"/>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30" name="Google Shape;330;p30"/>
          <p:cNvSpPr txBox="1">
            <a:spLocks noGrp="1"/>
          </p:cNvSpPr>
          <p:nvPr>
            <p:ph type="body" idx="6"/>
          </p:nvPr>
        </p:nvSpPr>
        <p:spPr>
          <a:xfrm>
            <a:off x="4716115" y="3444217"/>
            <a:ext cx="2759750" cy="479747"/>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31" name="Google Shape;331;p30"/>
          <p:cNvSpPr txBox="1">
            <a:spLocks noGrp="1"/>
          </p:cNvSpPr>
          <p:nvPr>
            <p:ph type="body" idx="7"/>
          </p:nvPr>
        </p:nvSpPr>
        <p:spPr>
          <a:xfrm>
            <a:off x="4716115" y="2881883"/>
            <a:ext cx="1836000" cy="169277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900"/>
              <a:buNone/>
              <a:defRPr sz="2000">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32" name="Google Shape;332;p30"/>
          <p:cNvSpPr txBox="1">
            <a:spLocks noGrp="1"/>
          </p:cNvSpPr>
          <p:nvPr>
            <p:ph type="body" idx="8"/>
          </p:nvPr>
        </p:nvSpPr>
        <p:spPr>
          <a:xfrm>
            <a:off x="914230" y="3429000"/>
            <a:ext cx="2759750" cy="479747"/>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33" name="Google Shape;333;p30"/>
          <p:cNvSpPr txBox="1">
            <a:spLocks noGrp="1"/>
          </p:cNvSpPr>
          <p:nvPr>
            <p:ph type="body" idx="9"/>
          </p:nvPr>
        </p:nvSpPr>
        <p:spPr>
          <a:xfrm>
            <a:off x="914230" y="2866666"/>
            <a:ext cx="1836000" cy="169277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900"/>
              <a:buNone/>
              <a:defRPr sz="2000">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34" name="Google Shape;334;p30"/>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335" name="Google Shape;335;p30"/>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336" name="Google Shape;336;p30"/>
          <p:cNvSpPr txBox="1">
            <a:spLocks noGrp="1"/>
          </p:cNvSpPr>
          <p:nvPr>
            <p:ph type="body" idx="1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37" name="Google Shape;337;p30"/>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47834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718">
          <p15:clr>
            <a:srgbClr val="FBAE40"/>
          </p15:clr>
        </p15:guide>
        <p15:guide id="3" orient="horz" pos="388">
          <p15:clr>
            <a:srgbClr val="FBAE40"/>
          </p15:clr>
        </p15:guide>
        <p15:guide id="4" orient="horz" pos="466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 omparisons 3 big blocks">
  <p:cSld name="C omparisons 3 big blocks">
    <p:spTree>
      <p:nvGrpSpPr>
        <p:cNvPr id="1" name="Shape 338"/>
        <p:cNvGrpSpPr/>
        <p:nvPr/>
      </p:nvGrpSpPr>
      <p:grpSpPr>
        <a:xfrm>
          <a:off x="0" y="0"/>
          <a:ext cx="0" cy="0"/>
          <a:chOff x="0" y="0"/>
          <a:chExt cx="0" cy="0"/>
        </a:xfrm>
      </p:grpSpPr>
      <p:sp>
        <p:nvSpPr>
          <p:cNvPr id="339" name="Google Shape;339;p31"/>
          <p:cNvSpPr txBox="1">
            <a:spLocks noGrp="1"/>
          </p:cNvSpPr>
          <p:nvPr>
            <p:ph type="body" idx="1"/>
          </p:nvPr>
        </p:nvSpPr>
        <p:spPr>
          <a:xfrm>
            <a:off x="703486" y="1430204"/>
            <a:ext cx="3240000" cy="1548000"/>
          </a:xfrm>
          <a:prstGeom prst="rect">
            <a:avLst/>
          </a:prstGeom>
          <a:solidFill>
            <a:schemeClr val="lt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40" name="Google Shape;340;p31"/>
          <p:cNvSpPr txBox="1">
            <a:spLocks noGrp="1"/>
          </p:cNvSpPr>
          <p:nvPr>
            <p:ph type="body" idx="2"/>
          </p:nvPr>
        </p:nvSpPr>
        <p:spPr>
          <a:xfrm>
            <a:off x="8249531" y="2983054"/>
            <a:ext cx="3240000" cy="1548000"/>
          </a:xfrm>
          <a:prstGeom prst="rect">
            <a:avLst/>
          </a:prstGeom>
          <a:solidFill>
            <a:schemeClr val="accent1"/>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41" name="Google Shape;341;p31"/>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42" name="Google Shape;342;p31"/>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43" name="Google Shape;343;p31"/>
          <p:cNvSpPr>
            <a:spLocks noGrp="1"/>
          </p:cNvSpPr>
          <p:nvPr>
            <p:ph type="pic" idx="3"/>
          </p:nvPr>
        </p:nvSpPr>
        <p:spPr>
          <a:xfrm>
            <a:off x="3943350" y="1430204"/>
            <a:ext cx="7545500" cy="1548000"/>
          </a:xfrm>
          <a:prstGeom prst="rect">
            <a:avLst/>
          </a:prstGeom>
          <a:solidFill>
            <a:srgbClr val="F2F2F2"/>
          </a:solidFill>
          <a:ln>
            <a:noFill/>
          </a:ln>
        </p:spPr>
      </p:sp>
      <p:sp>
        <p:nvSpPr>
          <p:cNvPr id="344" name="Google Shape;344;p31"/>
          <p:cNvSpPr>
            <a:spLocks noGrp="1"/>
          </p:cNvSpPr>
          <p:nvPr>
            <p:ph type="pic" idx="4"/>
          </p:nvPr>
        </p:nvSpPr>
        <p:spPr>
          <a:xfrm>
            <a:off x="702469" y="2983054"/>
            <a:ext cx="7545500" cy="1548000"/>
          </a:xfrm>
          <a:prstGeom prst="rect">
            <a:avLst/>
          </a:prstGeom>
          <a:solidFill>
            <a:srgbClr val="D8D8D8"/>
          </a:solidFill>
          <a:ln>
            <a:noFill/>
          </a:ln>
        </p:spPr>
      </p:sp>
      <p:sp>
        <p:nvSpPr>
          <p:cNvPr id="345" name="Google Shape;345;p31"/>
          <p:cNvSpPr>
            <a:spLocks noGrp="1"/>
          </p:cNvSpPr>
          <p:nvPr>
            <p:ph type="pic" idx="5"/>
          </p:nvPr>
        </p:nvSpPr>
        <p:spPr>
          <a:xfrm>
            <a:off x="3943350" y="4531054"/>
            <a:ext cx="7545500" cy="1548000"/>
          </a:xfrm>
          <a:prstGeom prst="rect">
            <a:avLst/>
          </a:prstGeom>
          <a:noFill/>
          <a:ln>
            <a:noFill/>
          </a:ln>
        </p:spPr>
      </p:sp>
      <p:sp>
        <p:nvSpPr>
          <p:cNvPr id="346" name="Google Shape;346;p31"/>
          <p:cNvSpPr txBox="1">
            <a:spLocks noGrp="1"/>
          </p:cNvSpPr>
          <p:nvPr>
            <p:ph type="body" idx="6"/>
          </p:nvPr>
        </p:nvSpPr>
        <p:spPr>
          <a:xfrm>
            <a:off x="710630" y="4531054"/>
            <a:ext cx="3240000" cy="1548000"/>
          </a:xfrm>
          <a:prstGeom prst="rect">
            <a:avLst/>
          </a:prstGeom>
          <a:solidFill>
            <a:schemeClr val="dk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47" name="Google Shape;347;p31"/>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348" name="Google Shape;348;p31"/>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349" name="Google Shape;349;p31"/>
          <p:cNvSpPr txBox="1">
            <a:spLocks noGrp="1"/>
          </p:cNvSpPr>
          <p:nvPr>
            <p:ph type="body" idx="7"/>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50" name="Google Shape;350;p31"/>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00553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Pêle mêle">
  <p:cSld name="Pêle mêle">
    <p:spTree>
      <p:nvGrpSpPr>
        <p:cNvPr id="1" name="Shape 351"/>
        <p:cNvGrpSpPr/>
        <p:nvPr/>
      </p:nvGrpSpPr>
      <p:grpSpPr>
        <a:xfrm>
          <a:off x="0" y="0"/>
          <a:ext cx="0" cy="0"/>
          <a:chOff x="0" y="0"/>
          <a:chExt cx="0" cy="0"/>
        </a:xfrm>
      </p:grpSpPr>
      <p:sp>
        <p:nvSpPr>
          <p:cNvPr id="352" name="Google Shape;352;p32"/>
          <p:cNvSpPr txBox="1">
            <a:spLocks noGrp="1"/>
          </p:cNvSpPr>
          <p:nvPr>
            <p:ph type="body" idx="1"/>
          </p:nvPr>
        </p:nvSpPr>
        <p:spPr>
          <a:xfrm>
            <a:off x="703486" y="1891076"/>
            <a:ext cx="2088000" cy="2088000"/>
          </a:xfrm>
          <a:prstGeom prst="rect">
            <a:avLst/>
          </a:prstGeom>
          <a:solidFill>
            <a:schemeClr val="lt1"/>
          </a:solidFill>
          <a:ln w="22850" cap="flat" cmpd="sng">
            <a:solidFill>
              <a:schemeClr val="lt2"/>
            </a:solidFill>
            <a:prstDash val="solid"/>
            <a:round/>
            <a:headEnd type="none" w="sm" len="sm"/>
            <a:tailEnd type="none" w="sm" len="sm"/>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b="1">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53" name="Google Shape;353;p32"/>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54" name="Google Shape;354;p32"/>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55" name="Google Shape;355;p32"/>
          <p:cNvSpPr>
            <a:spLocks noGrp="1"/>
          </p:cNvSpPr>
          <p:nvPr>
            <p:ph type="pic" idx="2"/>
          </p:nvPr>
        </p:nvSpPr>
        <p:spPr>
          <a:xfrm>
            <a:off x="2877743" y="1891076"/>
            <a:ext cx="2088000" cy="2088000"/>
          </a:xfrm>
          <a:prstGeom prst="rect">
            <a:avLst/>
          </a:prstGeom>
          <a:solidFill>
            <a:srgbClr val="F2F2F2"/>
          </a:solidFill>
          <a:ln>
            <a:noFill/>
          </a:ln>
        </p:spPr>
      </p:sp>
      <p:sp>
        <p:nvSpPr>
          <p:cNvPr id="356" name="Google Shape;356;p32"/>
          <p:cNvSpPr txBox="1">
            <a:spLocks noGrp="1"/>
          </p:cNvSpPr>
          <p:nvPr>
            <p:ph type="body" idx="3"/>
          </p:nvPr>
        </p:nvSpPr>
        <p:spPr>
          <a:xfrm>
            <a:off x="2873662" y="4077850"/>
            <a:ext cx="2088000" cy="2088000"/>
          </a:xfrm>
          <a:prstGeom prst="rect">
            <a:avLst/>
          </a:prstGeom>
          <a:solidFill>
            <a:schemeClr val="lt1"/>
          </a:solidFill>
          <a:ln w="22850" cap="flat" cmpd="sng">
            <a:solidFill>
              <a:schemeClr val="accent2"/>
            </a:solidFill>
            <a:prstDash val="solid"/>
            <a:round/>
            <a:headEnd type="none" w="sm" len="sm"/>
            <a:tailEnd type="none" w="sm" len="sm"/>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b="1">
                <a:solidFill>
                  <a:schemeClr val="accen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57" name="Google Shape;357;p32"/>
          <p:cNvSpPr>
            <a:spLocks noGrp="1"/>
          </p:cNvSpPr>
          <p:nvPr>
            <p:ph type="pic" idx="4"/>
          </p:nvPr>
        </p:nvSpPr>
        <p:spPr>
          <a:xfrm>
            <a:off x="695325" y="4077850"/>
            <a:ext cx="2088000" cy="2088000"/>
          </a:xfrm>
          <a:prstGeom prst="rect">
            <a:avLst/>
          </a:prstGeom>
          <a:solidFill>
            <a:srgbClr val="F2F2F2"/>
          </a:solidFill>
          <a:ln>
            <a:noFill/>
          </a:ln>
        </p:spPr>
      </p:sp>
      <p:sp>
        <p:nvSpPr>
          <p:cNvPr id="358" name="Google Shape;358;p32"/>
          <p:cNvSpPr>
            <a:spLocks noGrp="1"/>
          </p:cNvSpPr>
          <p:nvPr>
            <p:ph type="pic" idx="5"/>
          </p:nvPr>
        </p:nvSpPr>
        <p:spPr>
          <a:xfrm>
            <a:off x="5051999" y="4077850"/>
            <a:ext cx="2088000" cy="2088000"/>
          </a:xfrm>
          <a:prstGeom prst="rect">
            <a:avLst/>
          </a:prstGeom>
          <a:solidFill>
            <a:srgbClr val="F2F2F2"/>
          </a:solidFill>
          <a:ln>
            <a:noFill/>
          </a:ln>
        </p:spPr>
      </p:sp>
      <p:sp>
        <p:nvSpPr>
          <p:cNvPr id="359" name="Google Shape;359;p32"/>
          <p:cNvSpPr txBox="1">
            <a:spLocks noGrp="1"/>
          </p:cNvSpPr>
          <p:nvPr>
            <p:ph type="body" idx="6"/>
          </p:nvPr>
        </p:nvSpPr>
        <p:spPr>
          <a:xfrm>
            <a:off x="7230336" y="4077850"/>
            <a:ext cx="2088000" cy="2088000"/>
          </a:xfrm>
          <a:prstGeom prst="rect">
            <a:avLst/>
          </a:prstGeom>
          <a:solidFill>
            <a:schemeClr val="lt1"/>
          </a:solidFill>
          <a:ln w="22850" cap="flat" cmpd="sng">
            <a:solidFill>
              <a:schemeClr val="lt2"/>
            </a:solidFill>
            <a:prstDash val="solid"/>
            <a:round/>
            <a:headEnd type="none" w="sm" len="sm"/>
            <a:tailEnd type="none" w="sm" len="sm"/>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b="1">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60" name="Google Shape;360;p32"/>
          <p:cNvSpPr>
            <a:spLocks noGrp="1"/>
          </p:cNvSpPr>
          <p:nvPr>
            <p:ph type="pic" idx="7"/>
          </p:nvPr>
        </p:nvSpPr>
        <p:spPr>
          <a:xfrm>
            <a:off x="9408675" y="4077850"/>
            <a:ext cx="2088000" cy="2088000"/>
          </a:xfrm>
          <a:prstGeom prst="rect">
            <a:avLst/>
          </a:prstGeom>
          <a:solidFill>
            <a:srgbClr val="F2F2F2"/>
          </a:solidFill>
          <a:ln>
            <a:noFill/>
          </a:ln>
        </p:spPr>
      </p:sp>
      <p:sp>
        <p:nvSpPr>
          <p:cNvPr id="361" name="Google Shape;361;p32"/>
          <p:cNvSpPr>
            <a:spLocks noGrp="1"/>
          </p:cNvSpPr>
          <p:nvPr>
            <p:ph type="pic" idx="8"/>
          </p:nvPr>
        </p:nvSpPr>
        <p:spPr>
          <a:xfrm>
            <a:off x="7226257" y="1891076"/>
            <a:ext cx="2088000" cy="2088000"/>
          </a:xfrm>
          <a:prstGeom prst="rect">
            <a:avLst/>
          </a:prstGeom>
          <a:solidFill>
            <a:srgbClr val="F2F2F2"/>
          </a:solidFill>
          <a:ln>
            <a:noFill/>
          </a:ln>
        </p:spPr>
      </p:sp>
      <p:sp>
        <p:nvSpPr>
          <p:cNvPr id="362" name="Google Shape;362;p32"/>
          <p:cNvSpPr txBox="1">
            <a:spLocks noGrp="1"/>
          </p:cNvSpPr>
          <p:nvPr>
            <p:ph type="body" idx="9"/>
          </p:nvPr>
        </p:nvSpPr>
        <p:spPr>
          <a:xfrm>
            <a:off x="5052000" y="1891076"/>
            <a:ext cx="2088000" cy="2088000"/>
          </a:xfrm>
          <a:prstGeom prst="rect">
            <a:avLst/>
          </a:prstGeom>
          <a:solidFill>
            <a:schemeClr val="lt1"/>
          </a:solidFill>
          <a:ln w="22850" cap="flat" cmpd="sng">
            <a:solidFill>
              <a:schemeClr val="accent1"/>
            </a:solidFill>
            <a:prstDash val="solid"/>
            <a:round/>
            <a:headEnd type="none" w="sm" len="sm"/>
            <a:tailEnd type="none" w="sm" len="sm"/>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b="1">
                <a:solidFill>
                  <a:schemeClr val="accen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63" name="Google Shape;363;p32"/>
          <p:cNvSpPr txBox="1">
            <a:spLocks noGrp="1"/>
          </p:cNvSpPr>
          <p:nvPr>
            <p:ph type="body" idx="13"/>
          </p:nvPr>
        </p:nvSpPr>
        <p:spPr>
          <a:xfrm>
            <a:off x="9400514" y="1891076"/>
            <a:ext cx="2088000" cy="2088000"/>
          </a:xfrm>
          <a:prstGeom prst="rect">
            <a:avLst/>
          </a:prstGeom>
          <a:solidFill>
            <a:schemeClr val="lt1"/>
          </a:solidFill>
          <a:ln w="22850" cap="flat" cmpd="sng">
            <a:solidFill>
              <a:schemeClr val="dk2"/>
            </a:solidFill>
            <a:prstDash val="solid"/>
            <a:round/>
            <a:headEnd type="none" w="sm" len="sm"/>
            <a:tailEnd type="none" w="sm" len="sm"/>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b="1">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64" name="Google Shape;364;p32"/>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365" name="Google Shape;365;p32"/>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366" name="Google Shape;366;p32"/>
          <p:cNvSpPr txBox="1">
            <a:spLocks noGrp="1"/>
          </p:cNvSpPr>
          <p:nvPr>
            <p:ph type="body" idx="14"/>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67" name="Google Shape;367;p32"/>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24023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Key figures">
  <p:cSld name="Key figures">
    <p:spTree>
      <p:nvGrpSpPr>
        <p:cNvPr id="1" name="Shape 368"/>
        <p:cNvGrpSpPr/>
        <p:nvPr/>
      </p:nvGrpSpPr>
      <p:grpSpPr>
        <a:xfrm>
          <a:off x="0" y="0"/>
          <a:ext cx="0" cy="0"/>
          <a:chOff x="0" y="0"/>
          <a:chExt cx="0" cy="0"/>
        </a:xfrm>
      </p:grpSpPr>
      <p:sp>
        <p:nvSpPr>
          <p:cNvPr id="369" name="Google Shape;369;p33"/>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70" name="Google Shape;370;p33"/>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71" name="Google Shape;371;p33"/>
          <p:cNvSpPr>
            <a:spLocks noGrp="1"/>
          </p:cNvSpPr>
          <p:nvPr>
            <p:ph type="pic" idx="2"/>
          </p:nvPr>
        </p:nvSpPr>
        <p:spPr>
          <a:xfrm>
            <a:off x="6792000" y="0"/>
            <a:ext cx="5400000" cy="6858000"/>
          </a:xfrm>
          <a:prstGeom prst="rect">
            <a:avLst/>
          </a:prstGeom>
          <a:solidFill>
            <a:srgbClr val="D8D8D8"/>
          </a:solidFill>
          <a:ln>
            <a:noFill/>
          </a:ln>
        </p:spPr>
      </p:sp>
      <p:sp>
        <p:nvSpPr>
          <p:cNvPr id="372" name="Google Shape;372;p33"/>
          <p:cNvSpPr txBox="1">
            <a:spLocks noGrp="1"/>
          </p:cNvSpPr>
          <p:nvPr>
            <p:ph type="body" idx="1"/>
          </p:nvPr>
        </p:nvSpPr>
        <p:spPr>
          <a:xfrm>
            <a:off x="700073" y="3027081"/>
            <a:ext cx="1783000" cy="1255728"/>
          </a:xfrm>
          <a:prstGeom prst="rect">
            <a:avLst/>
          </a:prstGeom>
          <a:noFill/>
          <a:ln>
            <a:noFill/>
          </a:ln>
        </p:spPr>
        <p:txBody>
          <a:bodyPr spcFirstLastPara="1" wrap="square" lIns="0" tIns="0" rIns="0" bIns="0" anchor="t" anchorCtr="0">
            <a:spAutoFit/>
          </a:bodyPr>
          <a:lstStyle>
            <a:lvl1pPr marL="380985" lvl="0" indent="-190492" algn="ctr">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73" name="Google Shape;373;p33"/>
          <p:cNvSpPr txBox="1">
            <a:spLocks noGrp="1"/>
          </p:cNvSpPr>
          <p:nvPr>
            <p:ph type="body" idx="3"/>
          </p:nvPr>
        </p:nvSpPr>
        <p:spPr>
          <a:xfrm>
            <a:off x="4311826" y="3048171"/>
            <a:ext cx="1783000" cy="1255728"/>
          </a:xfrm>
          <a:prstGeom prst="rect">
            <a:avLst/>
          </a:prstGeom>
          <a:noFill/>
          <a:ln>
            <a:noFill/>
          </a:ln>
        </p:spPr>
        <p:txBody>
          <a:bodyPr spcFirstLastPara="1" wrap="square" lIns="0" tIns="0" rIns="0" bIns="0" anchor="t" anchorCtr="0">
            <a:spAutoFit/>
          </a:bodyPr>
          <a:lstStyle>
            <a:lvl1pPr marL="380985" lvl="0" indent="-190492" algn="ctr">
              <a:lnSpc>
                <a:spcPct val="120000"/>
              </a:lnSpc>
              <a:spcBef>
                <a:spcPts val="0"/>
              </a:spcBef>
              <a:spcAft>
                <a:spcPts val="0"/>
              </a:spcAft>
              <a:buSzPts val="2000"/>
              <a:buNone/>
              <a:defRPr>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74" name="Google Shape;374;p33"/>
          <p:cNvSpPr txBox="1">
            <a:spLocks noGrp="1"/>
          </p:cNvSpPr>
          <p:nvPr>
            <p:ph type="body" idx="4"/>
          </p:nvPr>
        </p:nvSpPr>
        <p:spPr>
          <a:xfrm>
            <a:off x="4320854" y="5228332"/>
            <a:ext cx="1783000" cy="1255728"/>
          </a:xfrm>
          <a:prstGeom prst="rect">
            <a:avLst/>
          </a:prstGeom>
          <a:noFill/>
          <a:ln>
            <a:noFill/>
          </a:ln>
        </p:spPr>
        <p:txBody>
          <a:bodyPr spcFirstLastPara="1" wrap="square" lIns="0" tIns="0" rIns="0" bIns="0" anchor="t" anchorCtr="0">
            <a:spAutoFit/>
          </a:bodyPr>
          <a:lstStyle>
            <a:lvl1pPr marL="380985" lvl="0" indent="-190492" algn="ctr">
              <a:lnSpc>
                <a:spcPct val="120000"/>
              </a:lnSpc>
              <a:spcBef>
                <a:spcPts val="0"/>
              </a:spcBef>
              <a:spcAft>
                <a:spcPts val="0"/>
              </a:spcAft>
              <a:buSzPts val="2000"/>
              <a:buNone/>
              <a:defRPr>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75" name="Google Shape;375;p33"/>
          <p:cNvSpPr txBox="1">
            <a:spLocks noGrp="1"/>
          </p:cNvSpPr>
          <p:nvPr>
            <p:ph type="body" idx="5"/>
          </p:nvPr>
        </p:nvSpPr>
        <p:spPr>
          <a:xfrm>
            <a:off x="700073" y="5227668"/>
            <a:ext cx="1783000" cy="1255728"/>
          </a:xfrm>
          <a:prstGeom prst="rect">
            <a:avLst/>
          </a:prstGeom>
          <a:noFill/>
          <a:ln>
            <a:noFill/>
          </a:ln>
        </p:spPr>
        <p:txBody>
          <a:bodyPr spcFirstLastPara="1" wrap="square" lIns="0" tIns="0" rIns="0" bIns="0" anchor="t" anchorCtr="0">
            <a:spAutoFit/>
          </a:bodyPr>
          <a:lstStyle>
            <a:lvl1pPr marL="380985" lvl="0" indent="-190492" algn="ctr">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76" name="Google Shape;376;p33"/>
          <p:cNvSpPr txBox="1">
            <a:spLocks noGrp="1"/>
          </p:cNvSpPr>
          <p:nvPr>
            <p:ph type="body" idx="6"/>
          </p:nvPr>
        </p:nvSpPr>
        <p:spPr>
          <a:xfrm>
            <a:off x="700073" y="2049355"/>
            <a:ext cx="1783000" cy="12001747"/>
          </a:xfrm>
          <a:prstGeom prst="rect">
            <a:avLst/>
          </a:prstGeom>
          <a:noFill/>
          <a:ln>
            <a:noFill/>
          </a:ln>
        </p:spPr>
        <p:txBody>
          <a:bodyPr spcFirstLastPara="1" wrap="square" lIns="0" tIns="0" rIns="0" bIns="0" anchor="t" anchorCtr="0">
            <a:spAutoFit/>
          </a:bodyPr>
          <a:lstStyle>
            <a:lvl1pPr marL="380985" lvl="0" indent="-190492" algn="ctr">
              <a:lnSpc>
                <a:spcPct val="120000"/>
              </a:lnSpc>
              <a:spcBef>
                <a:spcPts val="0"/>
              </a:spcBef>
              <a:spcAft>
                <a:spcPts val="0"/>
              </a:spcAft>
              <a:buSzPts val="7800"/>
              <a:buNone/>
              <a:defRPr sz="5416" b="1">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77" name="Google Shape;377;p33"/>
          <p:cNvSpPr txBox="1">
            <a:spLocks noGrp="1"/>
          </p:cNvSpPr>
          <p:nvPr>
            <p:ph type="body" idx="7"/>
          </p:nvPr>
        </p:nvSpPr>
        <p:spPr>
          <a:xfrm>
            <a:off x="700073" y="4230420"/>
            <a:ext cx="1783000" cy="12001747"/>
          </a:xfrm>
          <a:prstGeom prst="rect">
            <a:avLst/>
          </a:prstGeom>
          <a:noFill/>
          <a:ln>
            <a:noFill/>
          </a:ln>
        </p:spPr>
        <p:txBody>
          <a:bodyPr spcFirstLastPara="1" wrap="square" lIns="0" tIns="0" rIns="0" bIns="0" anchor="t" anchorCtr="0">
            <a:spAutoFit/>
          </a:bodyPr>
          <a:lstStyle>
            <a:lvl1pPr marL="380985" lvl="0" indent="-190492" algn="ctr">
              <a:lnSpc>
                <a:spcPct val="120000"/>
              </a:lnSpc>
              <a:spcBef>
                <a:spcPts val="0"/>
              </a:spcBef>
              <a:spcAft>
                <a:spcPts val="0"/>
              </a:spcAft>
              <a:buSzPts val="7800"/>
              <a:buNone/>
              <a:defRPr sz="5416" b="1">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78" name="Google Shape;378;p33"/>
          <p:cNvSpPr txBox="1">
            <a:spLocks noGrp="1"/>
          </p:cNvSpPr>
          <p:nvPr>
            <p:ph type="body" idx="8"/>
          </p:nvPr>
        </p:nvSpPr>
        <p:spPr>
          <a:xfrm>
            <a:off x="4311826" y="2035124"/>
            <a:ext cx="1783000" cy="12001747"/>
          </a:xfrm>
          <a:prstGeom prst="rect">
            <a:avLst/>
          </a:prstGeom>
          <a:noFill/>
          <a:ln>
            <a:noFill/>
          </a:ln>
        </p:spPr>
        <p:txBody>
          <a:bodyPr spcFirstLastPara="1" wrap="square" lIns="0" tIns="0" rIns="0" bIns="0" anchor="t" anchorCtr="0">
            <a:spAutoFit/>
          </a:bodyPr>
          <a:lstStyle>
            <a:lvl1pPr marL="380985" lvl="0" indent="-190492" algn="ctr">
              <a:lnSpc>
                <a:spcPct val="120000"/>
              </a:lnSpc>
              <a:spcBef>
                <a:spcPts val="0"/>
              </a:spcBef>
              <a:spcAft>
                <a:spcPts val="0"/>
              </a:spcAft>
              <a:buSzPts val="7800"/>
              <a:buNone/>
              <a:defRPr sz="5416" b="1">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79" name="Google Shape;379;p33"/>
          <p:cNvSpPr txBox="1">
            <a:spLocks noGrp="1"/>
          </p:cNvSpPr>
          <p:nvPr>
            <p:ph type="body" idx="9"/>
          </p:nvPr>
        </p:nvSpPr>
        <p:spPr>
          <a:xfrm>
            <a:off x="4324202" y="4198658"/>
            <a:ext cx="1783000" cy="12001747"/>
          </a:xfrm>
          <a:prstGeom prst="rect">
            <a:avLst/>
          </a:prstGeom>
          <a:noFill/>
          <a:ln>
            <a:noFill/>
          </a:ln>
        </p:spPr>
        <p:txBody>
          <a:bodyPr spcFirstLastPara="1" wrap="square" lIns="0" tIns="0" rIns="0" bIns="0" anchor="t" anchorCtr="0">
            <a:spAutoFit/>
          </a:bodyPr>
          <a:lstStyle>
            <a:lvl1pPr marL="380985" lvl="0" indent="-190492" algn="ctr">
              <a:lnSpc>
                <a:spcPct val="120000"/>
              </a:lnSpc>
              <a:spcBef>
                <a:spcPts val="0"/>
              </a:spcBef>
              <a:spcAft>
                <a:spcPts val="0"/>
              </a:spcAft>
              <a:buSzPts val="7800"/>
              <a:buNone/>
              <a:defRPr sz="5416" b="1">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80" name="Google Shape;380;p33"/>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381" name="Google Shape;381;p33"/>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382" name="Google Shape;382;p33"/>
          <p:cNvSpPr txBox="1">
            <a:spLocks noGrp="1"/>
          </p:cNvSpPr>
          <p:nvPr>
            <p:ph type="body" idx="1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83" name="Google Shape;383;p33"/>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47402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orient="horz" pos="388">
          <p15:clr>
            <a:srgbClr val="FBAE40"/>
          </p15:clr>
        </p15:guide>
        <p15:guide id="3" orient="horz" pos="466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martArt">
  <p:cSld name="SmartArt">
    <p:spTree>
      <p:nvGrpSpPr>
        <p:cNvPr id="1" name="Shape 384"/>
        <p:cNvGrpSpPr/>
        <p:nvPr/>
      </p:nvGrpSpPr>
      <p:grpSpPr>
        <a:xfrm>
          <a:off x="0" y="0"/>
          <a:ext cx="0" cy="0"/>
          <a:chOff x="0" y="0"/>
          <a:chExt cx="0" cy="0"/>
        </a:xfrm>
      </p:grpSpPr>
      <p:sp>
        <p:nvSpPr>
          <p:cNvPr id="385" name="Google Shape;385;p34"/>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86" name="Google Shape;386;p34"/>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87" name="Google Shape;387;p34"/>
          <p:cNvSpPr>
            <a:spLocks noGrp="1"/>
          </p:cNvSpPr>
          <p:nvPr>
            <p:ph type="dgm" idx="2"/>
          </p:nvPr>
        </p:nvSpPr>
        <p:spPr>
          <a:xfrm>
            <a:off x="699465" y="1974850"/>
            <a:ext cx="10810000" cy="3103500"/>
          </a:xfrm>
          <a:prstGeom prst="rect">
            <a:avLst/>
          </a:prstGeom>
          <a:noFill/>
          <a:ln>
            <a:noFill/>
          </a:ln>
        </p:spPr>
        <p:txBody>
          <a:bodyPr spcFirstLastPara="1" wrap="square" lIns="0" tIns="0" rIns="0" bIns="0" anchor="t" anchorCtr="0">
            <a:noAutofit/>
          </a:bodyPr>
          <a:lstStyle>
            <a:lvl1pPr marR="0" lvl="0" algn="l" rtl="0">
              <a:lnSpc>
                <a:spcPct val="120000"/>
              </a:lnSpc>
              <a:spcBef>
                <a:spcPts val="0"/>
              </a:spcBef>
              <a:spcAft>
                <a:spcPts val="0"/>
              </a:spcAft>
              <a:buClr>
                <a:schemeClr val="dk1"/>
              </a:buClr>
              <a:buSzPts val="2000"/>
              <a:buFont typeface="Arial"/>
              <a:buNone/>
              <a:defRPr sz="1417" b="0" i="0" u="none" strike="noStrike" cap="none">
                <a:solidFill>
                  <a:schemeClr val="dk1"/>
                </a:solidFill>
                <a:latin typeface="Avenir"/>
                <a:ea typeface="Avenir"/>
                <a:cs typeface="Avenir"/>
                <a:sym typeface="Avenir"/>
              </a:defRPr>
            </a:lvl1pPr>
            <a:lvl2pPr marR="0" lvl="1" algn="l" rtl="0">
              <a:lnSpc>
                <a:spcPct val="120000"/>
              </a:lnSpc>
              <a:spcBef>
                <a:spcPts val="0"/>
              </a:spcBef>
              <a:spcAft>
                <a:spcPts val="0"/>
              </a:spcAft>
              <a:buClr>
                <a:schemeClr val="dk1"/>
              </a:buClr>
              <a:buSzPts val="1700"/>
              <a:buFont typeface="Arial"/>
              <a:buChar char="•"/>
              <a:defRPr sz="1167" b="0" i="0" u="none" strike="noStrike" cap="none">
                <a:solidFill>
                  <a:schemeClr val="dk1"/>
                </a:solidFill>
                <a:latin typeface="Avenir"/>
                <a:ea typeface="Avenir"/>
                <a:cs typeface="Avenir"/>
                <a:sym typeface="Avenir"/>
              </a:defRPr>
            </a:lvl2pPr>
            <a:lvl3pPr marR="0" lvl="2" algn="l" rtl="0">
              <a:lnSpc>
                <a:spcPct val="120000"/>
              </a:lnSpc>
              <a:spcBef>
                <a:spcPts val="0"/>
              </a:spcBef>
              <a:spcAft>
                <a:spcPts val="0"/>
              </a:spcAft>
              <a:buClr>
                <a:schemeClr val="dk1"/>
              </a:buClr>
              <a:buSzPts val="1600"/>
              <a:buFont typeface="Arial"/>
              <a:buChar char="•"/>
              <a:defRPr sz="1083" b="0" i="0" u="none" strike="noStrike" cap="none">
                <a:solidFill>
                  <a:schemeClr val="dk1"/>
                </a:solidFill>
                <a:latin typeface="Avenir"/>
                <a:ea typeface="Avenir"/>
                <a:cs typeface="Avenir"/>
                <a:sym typeface="Avenir"/>
              </a:defRPr>
            </a:lvl3pPr>
            <a:lvl4pPr marR="0" lvl="3"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4pPr>
            <a:lvl5pPr marR="0" lvl="4"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5pPr>
            <a:lvl6pPr marR="0" lvl="5"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6pPr>
            <a:lvl7pPr marR="0" lvl="6"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7pPr>
            <a:lvl8pPr marR="0" lvl="7"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8pPr>
            <a:lvl9pPr marR="0" lvl="8"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9pPr>
          </a:lstStyle>
          <a:p>
            <a:r>
              <a:rPr lang="fr-FR"/>
              <a:t>Cliquez sur l'icône pour ajouter un graphique SmartArt</a:t>
            </a:r>
            <a:endParaRPr/>
          </a:p>
        </p:txBody>
      </p:sp>
      <p:sp>
        <p:nvSpPr>
          <p:cNvPr id="388" name="Google Shape;388;p34"/>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389" name="Google Shape;389;p34"/>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390" name="Google Shape;390;p34"/>
          <p:cNvSpPr txBox="1">
            <a:spLocks noGrp="1"/>
          </p:cNvSpPr>
          <p:nvPr>
            <p:ph type="body" idx="1"/>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91" name="Google Shape;391;p34"/>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105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392"/>
        <p:cNvGrpSpPr/>
        <p:nvPr/>
      </p:nvGrpSpPr>
      <p:grpSpPr>
        <a:xfrm>
          <a:off x="0" y="0"/>
          <a:ext cx="0" cy="0"/>
          <a:chOff x="0" y="0"/>
          <a:chExt cx="0" cy="0"/>
        </a:xfrm>
      </p:grpSpPr>
      <p:sp>
        <p:nvSpPr>
          <p:cNvPr id="393" name="Google Shape;393;p35"/>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94" name="Google Shape;394;p35"/>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95" name="Google Shape;395;p35"/>
          <p:cNvSpPr>
            <a:spLocks noGrp="1"/>
          </p:cNvSpPr>
          <p:nvPr>
            <p:ph type="chart" idx="2"/>
          </p:nvPr>
        </p:nvSpPr>
        <p:spPr>
          <a:xfrm>
            <a:off x="700088" y="1789113"/>
            <a:ext cx="10809250" cy="3746500"/>
          </a:xfrm>
          <a:prstGeom prst="rect">
            <a:avLst/>
          </a:prstGeom>
          <a:noFill/>
          <a:ln>
            <a:noFill/>
          </a:ln>
        </p:spPr>
        <p:txBody>
          <a:bodyPr spcFirstLastPara="1" wrap="square" lIns="0" tIns="0" rIns="0" bIns="0" anchor="t" anchorCtr="0">
            <a:noAutofit/>
          </a:bodyPr>
          <a:lstStyle>
            <a:lvl1pPr marR="0" lvl="0" algn="l" rtl="0">
              <a:lnSpc>
                <a:spcPct val="120000"/>
              </a:lnSpc>
              <a:spcBef>
                <a:spcPts val="0"/>
              </a:spcBef>
              <a:spcAft>
                <a:spcPts val="0"/>
              </a:spcAft>
              <a:buClr>
                <a:schemeClr val="dk1"/>
              </a:buClr>
              <a:buSzPts val="2000"/>
              <a:buFont typeface="Arial"/>
              <a:buNone/>
              <a:defRPr sz="1417" b="0" i="0" u="none" strike="noStrike" cap="none">
                <a:solidFill>
                  <a:schemeClr val="dk1"/>
                </a:solidFill>
                <a:latin typeface="Avenir"/>
                <a:ea typeface="Avenir"/>
                <a:cs typeface="Avenir"/>
                <a:sym typeface="Avenir"/>
              </a:defRPr>
            </a:lvl1pPr>
            <a:lvl2pPr marR="0" lvl="1" algn="l" rtl="0">
              <a:lnSpc>
                <a:spcPct val="120000"/>
              </a:lnSpc>
              <a:spcBef>
                <a:spcPts val="0"/>
              </a:spcBef>
              <a:spcAft>
                <a:spcPts val="0"/>
              </a:spcAft>
              <a:buClr>
                <a:schemeClr val="dk1"/>
              </a:buClr>
              <a:buSzPts val="1700"/>
              <a:buFont typeface="Arial"/>
              <a:buChar char="•"/>
              <a:defRPr sz="1167" b="0" i="0" u="none" strike="noStrike" cap="none">
                <a:solidFill>
                  <a:schemeClr val="dk1"/>
                </a:solidFill>
                <a:latin typeface="Avenir"/>
                <a:ea typeface="Avenir"/>
                <a:cs typeface="Avenir"/>
                <a:sym typeface="Avenir"/>
              </a:defRPr>
            </a:lvl2pPr>
            <a:lvl3pPr marR="0" lvl="2" algn="l" rtl="0">
              <a:lnSpc>
                <a:spcPct val="120000"/>
              </a:lnSpc>
              <a:spcBef>
                <a:spcPts val="0"/>
              </a:spcBef>
              <a:spcAft>
                <a:spcPts val="0"/>
              </a:spcAft>
              <a:buClr>
                <a:schemeClr val="dk1"/>
              </a:buClr>
              <a:buSzPts val="1600"/>
              <a:buFont typeface="Arial"/>
              <a:buChar char="•"/>
              <a:defRPr sz="1083" b="0" i="0" u="none" strike="noStrike" cap="none">
                <a:solidFill>
                  <a:schemeClr val="dk1"/>
                </a:solidFill>
                <a:latin typeface="Avenir"/>
                <a:ea typeface="Avenir"/>
                <a:cs typeface="Avenir"/>
                <a:sym typeface="Avenir"/>
              </a:defRPr>
            </a:lvl3pPr>
            <a:lvl4pPr marR="0" lvl="3"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4pPr>
            <a:lvl5pPr marR="0" lvl="4"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5pPr>
            <a:lvl6pPr marR="0" lvl="5"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6pPr>
            <a:lvl7pPr marR="0" lvl="6"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7pPr>
            <a:lvl8pPr marR="0" lvl="7"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8pPr>
            <a:lvl9pPr marR="0" lvl="8"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9pPr>
          </a:lstStyle>
          <a:p>
            <a:r>
              <a:rPr lang="fr-FR"/>
              <a:t>Cliquez sur l'icône pour ajouter un graphique</a:t>
            </a:r>
            <a:endParaRPr/>
          </a:p>
        </p:txBody>
      </p:sp>
      <p:sp>
        <p:nvSpPr>
          <p:cNvPr id="396" name="Google Shape;396;p35"/>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397" name="Google Shape;397;p35"/>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398" name="Google Shape;398;p35"/>
          <p:cNvSpPr txBox="1">
            <a:spLocks noGrp="1"/>
          </p:cNvSpPr>
          <p:nvPr>
            <p:ph type="body" idx="1"/>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99" name="Google Shape;399;p35"/>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22461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Graph + picture">
  <p:cSld name="Graph + picture">
    <p:spTree>
      <p:nvGrpSpPr>
        <p:cNvPr id="1" name="Shape 400"/>
        <p:cNvGrpSpPr/>
        <p:nvPr/>
      </p:nvGrpSpPr>
      <p:grpSpPr>
        <a:xfrm>
          <a:off x="0" y="0"/>
          <a:ext cx="0" cy="0"/>
          <a:chOff x="0" y="0"/>
          <a:chExt cx="0" cy="0"/>
        </a:xfrm>
      </p:grpSpPr>
      <p:sp>
        <p:nvSpPr>
          <p:cNvPr id="401" name="Google Shape;401;p36"/>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02" name="Google Shape;402;p36"/>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03" name="Google Shape;403;p36"/>
          <p:cNvSpPr>
            <a:spLocks noGrp="1"/>
          </p:cNvSpPr>
          <p:nvPr>
            <p:ph type="chart" idx="2"/>
          </p:nvPr>
        </p:nvSpPr>
        <p:spPr>
          <a:xfrm>
            <a:off x="700089" y="1789113"/>
            <a:ext cx="5396000" cy="3746500"/>
          </a:xfrm>
          <a:prstGeom prst="rect">
            <a:avLst/>
          </a:prstGeom>
          <a:noFill/>
          <a:ln>
            <a:noFill/>
          </a:ln>
        </p:spPr>
        <p:txBody>
          <a:bodyPr spcFirstLastPara="1" wrap="square" lIns="0" tIns="0" rIns="0" bIns="0" anchor="t" anchorCtr="0">
            <a:noAutofit/>
          </a:bodyPr>
          <a:lstStyle>
            <a:lvl1pPr marR="0" lvl="0" algn="l" rtl="0">
              <a:lnSpc>
                <a:spcPct val="120000"/>
              </a:lnSpc>
              <a:spcBef>
                <a:spcPts val="0"/>
              </a:spcBef>
              <a:spcAft>
                <a:spcPts val="0"/>
              </a:spcAft>
              <a:buClr>
                <a:schemeClr val="dk1"/>
              </a:buClr>
              <a:buSzPts val="2000"/>
              <a:buFont typeface="Arial"/>
              <a:buNone/>
              <a:defRPr sz="1417" b="0" i="0" u="none" strike="noStrike" cap="none">
                <a:solidFill>
                  <a:schemeClr val="dk1"/>
                </a:solidFill>
                <a:latin typeface="Avenir"/>
                <a:ea typeface="Avenir"/>
                <a:cs typeface="Avenir"/>
                <a:sym typeface="Avenir"/>
              </a:defRPr>
            </a:lvl1pPr>
            <a:lvl2pPr marR="0" lvl="1" algn="l" rtl="0">
              <a:lnSpc>
                <a:spcPct val="120000"/>
              </a:lnSpc>
              <a:spcBef>
                <a:spcPts val="0"/>
              </a:spcBef>
              <a:spcAft>
                <a:spcPts val="0"/>
              </a:spcAft>
              <a:buClr>
                <a:schemeClr val="dk1"/>
              </a:buClr>
              <a:buSzPts val="1700"/>
              <a:buFont typeface="Arial"/>
              <a:buChar char="•"/>
              <a:defRPr sz="1167" b="0" i="0" u="none" strike="noStrike" cap="none">
                <a:solidFill>
                  <a:schemeClr val="dk1"/>
                </a:solidFill>
                <a:latin typeface="Avenir"/>
                <a:ea typeface="Avenir"/>
                <a:cs typeface="Avenir"/>
                <a:sym typeface="Avenir"/>
              </a:defRPr>
            </a:lvl2pPr>
            <a:lvl3pPr marR="0" lvl="2" algn="l" rtl="0">
              <a:lnSpc>
                <a:spcPct val="120000"/>
              </a:lnSpc>
              <a:spcBef>
                <a:spcPts val="0"/>
              </a:spcBef>
              <a:spcAft>
                <a:spcPts val="0"/>
              </a:spcAft>
              <a:buClr>
                <a:schemeClr val="dk1"/>
              </a:buClr>
              <a:buSzPts val="1600"/>
              <a:buFont typeface="Arial"/>
              <a:buChar char="•"/>
              <a:defRPr sz="1083" b="0" i="0" u="none" strike="noStrike" cap="none">
                <a:solidFill>
                  <a:schemeClr val="dk1"/>
                </a:solidFill>
                <a:latin typeface="Avenir"/>
                <a:ea typeface="Avenir"/>
                <a:cs typeface="Avenir"/>
                <a:sym typeface="Avenir"/>
              </a:defRPr>
            </a:lvl3pPr>
            <a:lvl4pPr marR="0" lvl="3"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4pPr>
            <a:lvl5pPr marR="0" lvl="4"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5pPr>
            <a:lvl6pPr marR="0" lvl="5"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6pPr>
            <a:lvl7pPr marR="0" lvl="6"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7pPr>
            <a:lvl8pPr marR="0" lvl="7"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8pPr>
            <a:lvl9pPr marR="0" lvl="8"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9pPr>
          </a:lstStyle>
          <a:p>
            <a:r>
              <a:rPr lang="fr-FR"/>
              <a:t>Cliquez sur l'icône pour ajouter un graphique</a:t>
            </a:r>
            <a:endParaRPr/>
          </a:p>
        </p:txBody>
      </p:sp>
      <p:sp>
        <p:nvSpPr>
          <p:cNvPr id="404" name="Google Shape;404;p36"/>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405" name="Google Shape;405;p36"/>
          <p:cNvSpPr>
            <a:spLocks noGrp="1"/>
          </p:cNvSpPr>
          <p:nvPr>
            <p:ph type="pic" idx="3"/>
          </p:nvPr>
        </p:nvSpPr>
        <p:spPr>
          <a:xfrm>
            <a:off x="6267450" y="0"/>
            <a:ext cx="5924500" cy="6858000"/>
          </a:xfrm>
          <a:prstGeom prst="rect">
            <a:avLst/>
          </a:prstGeom>
          <a:solidFill>
            <a:srgbClr val="D8D8D8"/>
          </a:solidFill>
          <a:ln>
            <a:noFill/>
          </a:ln>
        </p:spPr>
      </p:sp>
      <p:cxnSp>
        <p:nvCxnSpPr>
          <p:cNvPr id="406" name="Google Shape;406;p36"/>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407" name="Google Shape;407;p36"/>
          <p:cNvSpPr txBox="1">
            <a:spLocks noGrp="1"/>
          </p:cNvSpPr>
          <p:nvPr>
            <p:ph type="body" idx="1"/>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08" name="Google Shape;408;p36"/>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65649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eam">
  <p:cSld name="Team">
    <p:bg>
      <p:bgPr>
        <a:solidFill>
          <a:schemeClr val="lt1"/>
        </a:solidFill>
        <a:effectLst/>
      </p:bgPr>
    </p:bg>
    <p:spTree>
      <p:nvGrpSpPr>
        <p:cNvPr id="1" name="Shape 409"/>
        <p:cNvGrpSpPr/>
        <p:nvPr/>
      </p:nvGrpSpPr>
      <p:grpSpPr>
        <a:xfrm>
          <a:off x="0" y="0"/>
          <a:ext cx="0" cy="0"/>
          <a:chOff x="0" y="0"/>
          <a:chExt cx="0" cy="0"/>
        </a:xfrm>
      </p:grpSpPr>
      <p:sp>
        <p:nvSpPr>
          <p:cNvPr id="410" name="Google Shape;410;p37"/>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11" name="Google Shape;411;p37"/>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12" name="Google Shape;412;p37"/>
          <p:cNvSpPr>
            <a:spLocks noGrp="1"/>
          </p:cNvSpPr>
          <p:nvPr>
            <p:ph type="pic" idx="2"/>
          </p:nvPr>
        </p:nvSpPr>
        <p:spPr>
          <a:xfrm>
            <a:off x="1030605" y="2976795"/>
            <a:ext cx="963250" cy="963250"/>
          </a:xfrm>
          <a:prstGeom prst="rect">
            <a:avLst/>
          </a:prstGeom>
          <a:solidFill>
            <a:srgbClr val="D8D8D8"/>
          </a:solidFill>
          <a:ln>
            <a:noFill/>
          </a:ln>
        </p:spPr>
      </p:sp>
      <p:sp>
        <p:nvSpPr>
          <p:cNvPr id="413" name="Google Shape;413;p37"/>
          <p:cNvSpPr>
            <a:spLocks noGrp="1"/>
          </p:cNvSpPr>
          <p:nvPr>
            <p:ph type="pic" idx="3"/>
          </p:nvPr>
        </p:nvSpPr>
        <p:spPr>
          <a:xfrm>
            <a:off x="3365116" y="1904915"/>
            <a:ext cx="963250" cy="963250"/>
          </a:xfrm>
          <a:prstGeom prst="rect">
            <a:avLst/>
          </a:prstGeom>
          <a:solidFill>
            <a:srgbClr val="D8D8D8"/>
          </a:solidFill>
          <a:ln>
            <a:noFill/>
          </a:ln>
        </p:spPr>
      </p:sp>
      <p:sp>
        <p:nvSpPr>
          <p:cNvPr id="414" name="Google Shape;414;p37"/>
          <p:cNvSpPr>
            <a:spLocks noGrp="1"/>
          </p:cNvSpPr>
          <p:nvPr>
            <p:ph type="pic" idx="4"/>
          </p:nvPr>
        </p:nvSpPr>
        <p:spPr>
          <a:xfrm>
            <a:off x="5069078" y="1904915"/>
            <a:ext cx="963250" cy="963250"/>
          </a:xfrm>
          <a:prstGeom prst="rect">
            <a:avLst/>
          </a:prstGeom>
          <a:solidFill>
            <a:srgbClr val="D8D8D8"/>
          </a:solidFill>
          <a:ln>
            <a:noFill/>
          </a:ln>
        </p:spPr>
      </p:sp>
      <p:sp>
        <p:nvSpPr>
          <p:cNvPr id="415" name="Google Shape;415;p37"/>
          <p:cNvSpPr>
            <a:spLocks noGrp="1"/>
          </p:cNvSpPr>
          <p:nvPr>
            <p:ph type="pic" idx="5"/>
          </p:nvPr>
        </p:nvSpPr>
        <p:spPr>
          <a:xfrm>
            <a:off x="6773040" y="1904915"/>
            <a:ext cx="963250" cy="963250"/>
          </a:xfrm>
          <a:prstGeom prst="rect">
            <a:avLst/>
          </a:prstGeom>
          <a:solidFill>
            <a:srgbClr val="D8D8D8"/>
          </a:solidFill>
          <a:ln>
            <a:noFill/>
          </a:ln>
        </p:spPr>
      </p:sp>
      <p:sp>
        <p:nvSpPr>
          <p:cNvPr id="416" name="Google Shape;416;p37"/>
          <p:cNvSpPr>
            <a:spLocks noGrp="1"/>
          </p:cNvSpPr>
          <p:nvPr>
            <p:ph type="pic" idx="6"/>
          </p:nvPr>
        </p:nvSpPr>
        <p:spPr>
          <a:xfrm>
            <a:off x="8477002" y="1904915"/>
            <a:ext cx="963250" cy="963250"/>
          </a:xfrm>
          <a:prstGeom prst="rect">
            <a:avLst/>
          </a:prstGeom>
          <a:solidFill>
            <a:srgbClr val="D8D8D8"/>
          </a:solidFill>
          <a:ln>
            <a:noFill/>
          </a:ln>
        </p:spPr>
      </p:sp>
      <p:sp>
        <p:nvSpPr>
          <p:cNvPr id="417" name="Google Shape;417;p37"/>
          <p:cNvSpPr>
            <a:spLocks noGrp="1"/>
          </p:cNvSpPr>
          <p:nvPr>
            <p:ph type="pic" idx="7"/>
          </p:nvPr>
        </p:nvSpPr>
        <p:spPr>
          <a:xfrm>
            <a:off x="3366386" y="4048675"/>
            <a:ext cx="963250" cy="963250"/>
          </a:xfrm>
          <a:prstGeom prst="rect">
            <a:avLst/>
          </a:prstGeom>
          <a:solidFill>
            <a:srgbClr val="D8D8D8"/>
          </a:solidFill>
          <a:ln>
            <a:noFill/>
          </a:ln>
        </p:spPr>
      </p:sp>
      <p:sp>
        <p:nvSpPr>
          <p:cNvPr id="418" name="Google Shape;418;p37"/>
          <p:cNvSpPr>
            <a:spLocks noGrp="1"/>
          </p:cNvSpPr>
          <p:nvPr>
            <p:ph type="pic" idx="8"/>
          </p:nvPr>
        </p:nvSpPr>
        <p:spPr>
          <a:xfrm>
            <a:off x="5070348" y="4048675"/>
            <a:ext cx="963250" cy="963250"/>
          </a:xfrm>
          <a:prstGeom prst="rect">
            <a:avLst/>
          </a:prstGeom>
          <a:solidFill>
            <a:srgbClr val="D8D8D8"/>
          </a:solidFill>
          <a:ln>
            <a:noFill/>
          </a:ln>
        </p:spPr>
      </p:sp>
      <p:sp>
        <p:nvSpPr>
          <p:cNvPr id="419" name="Google Shape;419;p37"/>
          <p:cNvSpPr>
            <a:spLocks noGrp="1"/>
          </p:cNvSpPr>
          <p:nvPr>
            <p:ph type="pic" idx="9"/>
          </p:nvPr>
        </p:nvSpPr>
        <p:spPr>
          <a:xfrm>
            <a:off x="6774310" y="4048675"/>
            <a:ext cx="963250" cy="963250"/>
          </a:xfrm>
          <a:prstGeom prst="rect">
            <a:avLst/>
          </a:prstGeom>
          <a:solidFill>
            <a:srgbClr val="D8D8D8"/>
          </a:solidFill>
          <a:ln>
            <a:noFill/>
          </a:ln>
        </p:spPr>
      </p:sp>
      <p:sp>
        <p:nvSpPr>
          <p:cNvPr id="420" name="Google Shape;420;p37"/>
          <p:cNvSpPr>
            <a:spLocks noGrp="1"/>
          </p:cNvSpPr>
          <p:nvPr>
            <p:ph type="pic" idx="13"/>
          </p:nvPr>
        </p:nvSpPr>
        <p:spPr>
          <a:xfrm>
            <a:off x="8478272" y="4048675"/>
            <a:ext cx="963250" cy="963250"/>
          </a:xfrm>
          <a:prstGeom prst="rect">
            <a:avLst/>
          </a:prstGeom>
          <a:solidFill>
            <a:srgbClr val="D8D8D8"/>
          </a:solidFill>
          <a:ln>
            <a:noFill/>
          </a:ln>
        </p:spPr>
      </p:sp>
      <p:sp>
        <p:nvSpPr>
          <p:cNvPr id="421" name="Google Shape;421;p37"/>
          <p:cNvSpPr txBox="1">
            <a:spLocks noGrp="1"/>
          </p:cNvSpPr>
          <p:nvPr>
            <p:ph type="body" idx="1"/>
          </p:nvPr>
        </p:nvSpPr>
        <p:spPr>
          <a:xfrm>
            <a:off x="836501" y="4025731"/>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22" name="Google Shape;422;p37"/>
          <p:cNvSpPr txBox="1">
            <a:spLocks noGrp="1"/>
          </p:cNvSpPr>
          <p:nvPr>
            <p:ph type="body" idx="14"/>
          </p:nvPr>
        </p:nvSpPr>
        <p:spPr>
          <a:xfrm>
            <a:off x="836501" y="4231954"/>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23" name="Google Shape;423;p37"/>
          <p:cNvSpPr txBox="1">
            <a:spLocks noGrp="1"/>
          </p:cNvSpPr>
          <p:nvPr>
            <p:ph type="body" idx="15"/>
          </p:nvPr>
        </p:nvSpPr>
        <p:spPr>
          <a:xfrm>
            <a:off x="3181655" y="2932288"/>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24" name="Google Shape;424;p37"/>
          <p:cNvSpPr txBox="1">
            <a:spLocks noGrp="1"/>
          </p:cNvSpPr>
          <p:nvPr>
            <p:ph type="body" idx="16"/>
          </p:nvPr>
        </p:nvSpPr>
        <p:spPr>
          <a:xfrm>
            <a:off x="3181655" y="3138511"/>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25" name="Google Shape;425;p37"/>
          <p:cNvSpPr txBox="1">
            <a:spLocks noGrp="1"/>
          </p:cNvSpPr>
          <p:nvPr>
            <p:ph type="body" idx="17"/>
          </p:nvPr>
        </p:nvSpPr>
        <p:spPr>
          <a:xfrm>
            <a:off x="4880753" y="2932288"/>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26" name="Google Shape;426;p37"/>
          <p:cNvSpPr txBox="1">
            <a:spLocks noGrp="1"/>
          </p:cNvSpPr>
          <p:nvPr>
            <p:ph type="body" idx="18"/>
          </p:nvPr>
        </p:nvSpPr>
        <p:spPr>
          <a:xfrm>
            <a:off x="4880753" y="3138511"/>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27" name="Google Shape;427;p37"/>
          <p:cNvSpPr txBox="1">
            <a:spLocks noGrp="1"/>
          </p:cNvSpPr>
          <p:nvPr>
            <p:ph type="body" idx="19"/>
          </p:nvPr>
        </p:nvSpPr>
        <p:spPr>
          <a:xfrm>
            <a:off x="6585661" y="2932288"/>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28" name="Google Shape;428;p37"/>
          <p:cNvSpPr txBox="1">
            <a:spLocks noGrp="1"/>
          </p:cNvSpPr>
          <p:nvPr>
            <p:ph type="body" idx="20"/>
          </p:nvPr>
        </p:nvSpPr>
        <p:spPr>
          <a:xfrm>
            <a:off x="6585661" y="3138511"/>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29" name="Google Shape;429;p37"/>
          <p:cNvSpPr txBox="1">
            <a:spLocks noGrp="1"/>
          </p:cNvSpPr>
          <p:nvPr>
            <p:ph type="body" idx="21"/>
          </p:nvPr>
        </p:nvSpPr>
        <p:spPr>
          <a:xfrm>
            <a:off x="8284759" y="2932288"/>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0" name="Google Shape;430;p37"/>
          <p:cNvSpPr txBox="1">
            <a:spLocks noGrp="1"/>
          </p:cNvSpPr>
          <p:nvPr>
            <p:ph type="body" idx="22"/>
          </p:nvPr>
        </p:nvSpPr>
        <p:spPr>
          <a:xfrm>
            <a:off x="8284759" y="3138511"/>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1" name="Google Shape;431;p37"/>
          <p:cNvSpPr txBox="1">
            <a:spLocks noGrp="1"/>
          </p:cNvSpPr>
          <p:nvPr>
            <p:ph type="body" idx="23"/>
          </p:nvPr>
        </p:nvSpPr>
        <p:spPr>
          <a:xfrm>
            <a:off x="3181655" y="5093849"/>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2" name="Google Shape;432;p37"/>
          <p:cNvSpPr txBox="1">
            <a:spLocks noGrp="1"/>
          </p:cNvSpPr>
          <p:nvPr>
            <p:ph type="body" idx="24"/>
          </p:nvPr>
        </p:nvSpPr>
        <p:spPr>
          <a:xfrm>
            <a:off x="3181655" y="5300072"/>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3" name="Google Shape;433;p37"/>
          <p:cNvSpPr txBox="1">
            <a:spLocks noGrp="1"/>
          </p:cNvSpPr>
          <p:nvPr>
            <p:ph type="body" idx="25"/>
          </p:nvPr>
        </p:nvSpPr>
        <p:spPr>
          <a:xfrm>
            <a:off x="4880753" y="5093849"/>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4" name="Google Shape;434;p37"/>
          <p:cNvSpPr txBox="1">
            <a:spLocks noGrp="1"/>
          </p:cNvSpPr>
          <p:nvPr>
            <p:ph type="body" idx="26"/>
          </p:nvPr>
        </p:nvSpPr>
        <p:spPr>
          <a:xfrm>
            <a:off x="4880753" y="5300072"/>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5" name="Google Shape;435;p37"/>
          <p:cNvSpPr txBox="1">
            <a:spLocks noGrp="1"/>
          </p:cNvSpPr>
          <p:nvPr>
            <p:ph type="body" idx="27"/>
          </p:nvPr>
        </p:nvSpPr>
        <p:spPr>
          <a:xfrm>
            <a:off x="6585661" y="5093849"/>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6" name="Google Shape;436;p37"/>
          <p:cNvSpPr txBox="1">
            <a:spLocks noGrp="1"/>
          </p:cNvSpPr>
          <p:nvPr>
            <p:ph type="body" idx="28"/>
          </p:nvPr>
        </p:nvSpPr>
        <p:spPr>
          <a:xfrm>
            <a:off x="6585661" y="5300072"/>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7" name="Google Shape;437;p37"/>
          <p:cNvSpPr txBox="1">
            <a:spLocks noGrp="1"/>
          </p:cNvSpPr>
          <p:nvPr>
            <p:ph type="body" idx="29"/>
          </p:nvPr>
        </p:nvSpPr>
        <p:spPr>
          <a:xfrm>
            <a:off x="8284759" y="5093849"/>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8" name="Google Shape;438;p37"/>
          <p:cNvSpPr txBox="1">
            <a:spLocks noGrp="1"/>
          </p:cNvSpPr>
          <p:nvPr>
            <p:ph type="body" idx="30"/>
          </p:nvPr>
        </p:nvSpPr>
        <p:spPr>
          <a:xfrm>
            <a:off x="8284759" y="5300072"/>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9" name="Google Shape;439;p37"/>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440" name="Google Shape;440;p37"/>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441" name="Google Shape;441;p37"/>
          <p:cNvSpPr txBox="1">
            <a:spLocks noGrp="1"/>
          </p:cNvSpPr>
          <p:nvPr>
            <p:ph type="body" idx="31"/>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42" name="Google Shape;442;p37"/>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9460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ext + wallpaper">
  <p:cSld name="Text + wallpaper">
    <p:bg>
      <p:bgPr>
        <a:blipFill>
          <a:blip r:embed="rId2">
            <a:alphaModFix/>
          </a:blip>
          <a:stretch>
            <a:fillRect/>
          </a:stretch>
        </a:blipFill>
        <a:effectLst/>
      </p:bgPr>
    </p:bg>
    <p:spTree>
      <p:nvGrpSpPr>
        <p:cNvPr id="1" name="Shape 443"/>
        <p:cNvGrpSpPr/>
        <p:nvPr/>
      </p:nvGrpSpPr>
      <p:grpSpPr>
        <a:xfrm>
          <a:off x="0" y="0"/>
          <a:ext cx="0" cy="0"/>
          <a:chOff x="0" y="0"/>
          <a:chExt cx="0" cy="0"/>
        </a:xfrm>
      </p:grpSpPr>
      <p:sp>
        <p:nvSpPr>
          <p:cNvPr id="444" name="Google Shape;444;p38"/>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45" name="Google Shape;445;p38"/>
          <p:cNvSpPr txBox="1">
            <a:spLocks noGrp="1"/>
          </p:cNvSpPr>
          <p:nvPr>
            <p:ph type="body" idx="1"/>
          </p:nvPr>
        </p:nvSpPr>
        <p:spPr>
          <a:xfrm>
            <a:off x="700073" y="1589148"/>
            <a:ext cx="4697250" cy="6278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46" name="Google Shape;446;p38"/>
          <p:cNvSpPr txBox="1">
            <a:spLocks noGrp="1"/>
          </p:cNvSpPr>
          <p:nvPr>
            <p:ph type="body" idx="2"/>
          </p:nvPr>
        </p:nvSpPr>
        <p:spPr>
          <a:xfrm>
            <a:off x="700073" y="2369002"/>
            <a:ext cx="4697250" cy="627864"/>
          </a:xfrm>
          <a:prstGeom prst="rect">
            <a:avLst/>
          </a:prstGeom>
          <a:noFill/>
          <a:ln>
            <a:noFill/>
          </a:ln>
        </p:spPr>
        <p:txBody>
          <a:bodyPr spcFirstLastPara="1" wrap="square" lIns="0" tIns="0" rIns="0" bIns="0" anchor="t" anchorCtr="0">
            <a:spAutoFit/>
          </a:bodyPr>
          <a:lstStyle>
            <a:lvl1pPr marL="380985" lvl="0" indent="-328070" algn="l">
              <a:lnSpc>
                <a:spcPct val="120000"/>
              </a:lnSpc>
              <a:spcBef>
                <a:spcPts val="0"/>
              </a:spcBef>
              <a:spcAft>
                <a:spcPts val="0"/>
              </a:spcAft>
              <a:buSzPts val="2600"/>
              <a:buChar cha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47" name="Google Shape;447;p38"/>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48" name="Google Shape;448;p38"/>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449" name="Google Shape;449;p38"/>
          <p:cNvSpPr txBox="1">
            <a:spLocks noGrp="1"/>
          </p:cNvSpPr>
          <p:nvPr>
            <p:ph type="body" idx="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50" name="Google Shape;450;p38"/>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05605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Quote + wallpaper">
  <p:cSld name="Quote + wallpaper">
    <p:bg>
      <p:bgPr>
        <a:blipFill>
          <a:blip r:embed="rId2">
            <a:alphaModFix/>
          </a:blip>
          <a:stretch>
            <a:fillRect/>
          </a:stretch>
        </a:blipFill>
        <a:effectLst/>
      </p:bgPr>
    </p:bg>
    <p:spTree>
      <p:nvGrpSpPr>
        <p:cNvPr id="1" name="Shape 451"/>
        <p:cNvGrpSpPr/>
        <p:nvPr/>
      </p:nvGrpSpPr>
      <p:grpSpPr>
        <a:xfrm>
          <a:off x="0" y="0"/>
          <a:ext cx="0" cy="0"/>
          <a:chOff x="0" y="0"/>
          <a:chExt cx="0" cy="0"/>
        </a:xfrm>
      </p:grpSpPr>
      <p:sp>
        <p:nvSpPr>
          <p:cNvPr id="452" name="Google Shape;452;p39"/>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53" name="Google Shape;453;p39"/>
          <p:cNvSpPr/>
          <p:nvPr/>
        </p:nvSpPr>
        <p:spPr>
          <a:xfrm>
            <a:off x="1635046" y="1259840"/>
            <a:ext cx="8922000" cy="3820250"/>
          </a:xfrm>
          <a:prstGeom prst="roundRect">
            <a:avLst>
              <a:gd name="adj" fmla="val 50000"/>
            </a:avLst>
          </a:prstGeom>
          <a:solidFill>
            <a:schemeClr val="lt1">
              <a:alpha val="60000"/>
            </a:schemeClr>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54" name="Google Shape;454;p39"/>
          <p:cNvSpPr txBox="1">
            <a:spLocks noGrp="1"/>
          </p:cNvSpPr>
          <p:nvPr>
            <p:ph type="body" idx="1"/>
          </p:nvPr>
        </p:nvSpPr>
        <p:spPr>
          <a:xfrm>
            <a:off x="2803739" y="2723627"/>
            <a:ext cx="6584500" cy="892680"/>
          </a:xfrm>
          <a:prstGeom prst="rect">
            <a:avLst/>
          </a:prstGeom>
          <a:noFill/>
          <a:ln>
            <a:noFill/>
          </a:ln>
        </p:spPr>
        <p:txBody>
          <a:bodyPr spcFirstLastPara="1" wrap="square" lIns="0" tIns="0" rIns="0" bIns="0" anchor="ctr" anchorCtr="0">
            <a:spAutoFit/>
          </a:bodyPr>
          <a:lstStyle>
            <a:lvl1pPr marL="380985" lvl="0" indent="-190492" algn="ctr">
              <a:lnSpc>
                <a:spcPct val="120000"/>
              </a:lnSpc>
              <a:spcBef>
                <a:spcPts val="0"/>
              </a:spcBef>
              <a:spcAft>
                <a:spcPts val="0"/>
              </a:spcAft>
              <a:buSzPts val="3500"/>
              <a:buNone/>
              <a:defRPr sz="2417">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grpSp>
        <p:nvGrpSpPr>
          <p:cNvPr id="455" name="Google Shape;455;p39"/>
          <p:cNvGrpSpPr/>
          <p:nvPr/>
        </p:nvGrpSpPr>
        <p:grpSpPr>
          <a:xfrm>
            <a:off x="2428875" y="1823720"/>
            <a:ext cx="7334220" cy="2692260"/>
            <a:chOff x="2494915" y="1823720"/>
            <a:chExt cx="7334220" cy="2692260"/>
          </a:xfrm>
        </p:grpSpPr>
        <p:grpSp>
          <p:nvGrpSpPr>
            <p:cNvPr id="456" name="Google Shape;456;p39"/>
            <p:cNvGrpSpPr/>
            <p:nvPr/>
          </p:nvGrpSpPr>
          <p:grpSpPr>
            <a:xfrm>
              <a:off x="2494915" y="1823720"/>
              <a:ext cx="212060" cy="345300"/>
              <a:chOff x="3140710" y="1845310"/>
              <a:chExt cx="212060" cy="345300"/>
            </a:xfrm>
          </p:grpSpPr>
          <p:sp>
            <p:nvSpPr>
              <p:cNvPr id="457" name="Google Shape;457;p39"/>
              <p:cNvSpPr/>
              <p:nvPr/>
            </p:nvSpPr>
            <p:spPr>
              <a:xfrm>
                <a:off x="3140710" y="1845310"/>
                <a:ext cx="87600" cy="345300"/>
              </a:xfrm>
              <a:prstGeom prst="roundRect">
                <a:avLst>
                  <a:gd name="adj" fmla="val 50000"/>
                </a:avLst>
              </a:prstGeom>
              <a:solidFill>
                <a:schemeClr val="lt2"/>
              </a:solidFill>
              <a:ln>
                <a:noFill/>
              </a:ln>
            </p:spPr>
            <p:txBody>
              <a:bodyPr spcFirstLastPara="1" wrap="square" lIns="109700" tIns="54850" rIns="109700" bIns="54850"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58" name="Google Shape;458;p39"/>
              <p:cNvSpPr/>
              <p:nvPr/>
            </p:nvSpPr>
            <p:spPr>
              <a:xfrm>
                <a:off x="3265170" y="1845310"/>
                <a:ext cx="87600" cy="345300"/>
              </a:xfrm>
              <a:prstGeom prst="roundRect">
                <a:avLst>
                  <a:gd name="adj" fmla="val 50000"/>
                </a:avLst>
              </a:prstGeom>
              <a:solidFill>
                <a:schemeClr val="lt2"/>
              </a:solidFill>
              <a:ln>
                <a:noFill/>
              </a:ln>
            </p:spPr>
            <p:txBody>
              <a:bodyPr spcFirstLastPara="1" wrap="square" lIns="109700" tIns="54850" rIns="109700" bIns="54850"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grpSp>
        <p:grpSp>
          <p:nvGrpSpPr>
            <p:cNvPr id="459" name="Google Shape;459;p39"/>
            <p:cNvGrpSpPr/>
            <p:nvPr/>
          </p:nvGrpSpPr>
          <p:grpSpPr>
            <a:xfrm>
              <a:off x="9617075" y="4170680"/>
              <a:ext cx="212060" cy="345300"/>
              <a:chOff x="3140710" y="1845310"/>
              <a:chExt cx="212060" cy="345300"/>
            </a:xfrm>
          </p:grpSpPr>
          <p:sp>
            <p:nvSpPr>
              <p:cNvPr id="460" name="Google Shape;460;p39"/>
              <p:cNvSpPr/>
              <p:nvPr/>
            </p:nvSpPr>
            <p:spPr>
              <a:xfrm>
                <a:off x="3140710" y="1845310"/>
                <a:ext cx="87600" cy="345300"/>
              </a:xfrm>
              <a:prstGeom prst="roundRect">
                <a:avLst>
                  <a:gd name="adj" fmla="val 50000"/>
                </a:avLst>
              </a:prstGeom>
              <a:solidFill>
                <a:schemeClr val="lt2"/>
              </a:solidFill>
              <a:ln>
                <a:noFill/>
              </a:ln>
            </p:spPr>
            <p:txBody>
              <a:bodyPr spcFirstLastPara="1" wrap="square" lIns="109700" tIns="54850" rIns="109700" bIns="54850"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61" name="Google Shape;461;p39"/>
              <p:cNvSpPr/>
              <p:nvPr/>
            </p:nvSpPr>
            <p:spPr>
              <a:xfrm>
                <a:off x="3265170" y="1845310"/>
                <a:ext cx="87600" cy="345300"/>
              </a:xfrm>
              <a:prstGeom prst="roundRect">
                <a:avLst>
                  <a:gd name="adj" fmla="val 50000"/>
                </a:avLst>
              </a:prstGeom>
              <a:solidFill>
                <a:schemeClr val="lt2"/>
              </a:solidFill>
              <a:ln>
                <a:noFill/>
              </a:ln>
            </p:spPr>
            <p:txBody>
              <a:bodyPr spcFirstLastPara="1" wrap="square" lIns="109700" tIns="54850" rIns="109700" bIns="54850"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grpSp>
      </p:grpSp>
      <p:sp>
        <p:nvSpPr>
          <p:cNvPr id="462" name="Google Shape;462;p39"/>
          <p:cNvSpPr txBox="1">
            <a:spLocks noGrp="1"/>
          </p:cNvSpPr>
          <p:nvPr>
            <p:ph type="body" idx="2"/>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63" name="Google Shape;463;p39"/>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42124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Quote + portrait">
  <p:cSld name="Quote + portrait">
    <p:bg>
      <p:bgPr>
        <a:solidFill>
          <a:schemeClr val="lt1"/>
        </a:solidFill>
        <a:effectLst/>
      </p:bgPr>
    </p:bg>
    <p:spTree>
      <p:nvGrpSpPr>
        <p:cNvPr id="1" name="Shape 464"/>
        <p:cNvGrpSpPr/>
        <p:nvPr/>
      </p:nvGrpSpPr>
      <p:grpSpPr>
        <a:xfrm>
          <a:off x="0" y="0"/>
          <a:ext cx="0" cy="0"/>
          <a:chOff x="0" y="0"/>
          <a:chExt cx="0" cy="0"/>
        </a:xfrm>
      </p:grpSpPr>
      <p:sp>
        <p:nvSpPr>
          <p:cNvPr id="465" name="Google Shape;465;p40"/>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66" name="Google Shape;466;p40"/>
          <p:cNvSpPr>
            <a:spLocks noGrp="1"/>
          </p:cNvSpPr>
          <p:nvPr>
            <p:ph type="pic" idx="2"/>
          </p:nvPr>
        </p:nvSpPr>
        <p:spPr>
          <a:xfrm>
            <a:off x="921823" y="745423"/>
            <a:ext cx="3417500" cy="4830500"/>
          </a:xfrm>
          <a:prstGeom prst="rect">
            <a:avLst/>
          </a:prstGeom>
          <a:solidFill>
            <a:srgbClr val="F2F2F2"/>
          </a:solidFill>
          <a:ln>
            <a:noFill/>
          </a:ln>
        </p:spPr>
      </p:sp>
      <p:grpSp>
        <p:nvGrpSpPr>
          <p:cNvPr id="467" name="Google Shape;467;p40"/>
          <p:cNvGrpSpPr/>
          <p:nvPr/>
        </p:nvGrpSpPr>
        <p:grpSpPr>
          <a:xfrm>
            <a:off x="4724969" y="1332547"/>
            <a:ext cx="6545178" cy="3656190"/>
            <a:chOff x="4908419" y="1378267"/>
            <a:chExt cx="6545178" cy="3656190"/>
          </a:xfrm>
        </p:grpSpPr>
        <p:grpSp>
          <p:nvGrpSpPr>
            <p:cNvPr id="468" name="Google Shape;468;p40"/>
            <p:cNvGrpSpPr/>
            <p:nvPr/>
          </p:nvGrpSpPr>
          <p:grpSpPr>
            <a:xfrm>
              <a:off x="4908419" y="1378267"/>
              <a:ext cx="212060" cy="345300"/>
              <a:chOff x="2340610" y="1845310"/>
              <a:chExt cx="212060" cy="345300"/>
            </a:xfrm>
          </p:grpSpPr>
          <p:sp>
            <p:nvSpPr>
              <p:cNvPr id="469" name="Google Shape;469;p40"/>
              <p:cNvSpPr/>
              <p:nvPr/>
            </p:nvSpPr>
            <p:spPr>
              <a:xfrm>
                <a:off x="2340610" y="1845310"/>
                <a:ext cx="87600" cy="345300"/>
              </a:xfrm>
              <a:prstGeom prst="roundRect">
                <a:avLst>
                  <a:gd name="adj" fmla="val 50000"/>
                </a:avLst>
              </a:prstGeom>
              <a:solidFill>
                <a:schemeClr val="lt2"/>
              </a:solidFill>
              <a:ln>
                <a:noFill/>
              </a:ln>
            </p:spPr>
            <p:txBody>
              <a:bodyPr spcFirstLastPara="1" wrap="square" lIns="109700" tIns="54850" rIns="109700" bIns="54850"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70" name="Google Shape;470;p40"/>
              <p:cNvSpPr/>
              <p:nvPr/>
            </p:nvSpPr>
            <p:spPr>
              <a:xfrm>
                <a:off x="2465070" y="1845310"/>
                <a:ext cx="87600" cy="345300"/>
              </a:xfrm>
              <a:prstGeom prst="roundRect">
                <a:avLst>
                  <a:gd name="adj" fmla="val 50000"/>
                </a:avLst>
              </a:prstGeom>
              <a:solidFill>
                <a:schemeClr val="lt2"/>
              </a:solidFill>
              <a:ln>
                <a:noFill/>
              </a:ln>
            </p:spPr>
            <p:txBody>
              <a:bodyPr spcFirstLastPara="1" wrap="square" lIns="109700" tIns="54850" rIns="109700" bIns="54850"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grpSp>
        <p:grpSp>
          <p:nvGrpSpPr>
            <p:cNvPr id="471" name="Google Shape;471;p40"/>
            <p:cNvGrpSpPr/>
            <p:nvPr/>
          </p:nvGrpSpPr>
          <p:grpSpPr>
            <a:xfrm>
              <a:off x="11241537" y="4689157"/>
              <a:ext cx="212060" cy="345300"/>
              <a:chOff x="-42545" y="1845310"/>
              <a:chExt cx="212060" cy="345300"/>
            </a:xfrm>
          </p:grpSpPr>
          <p:sp>
            <p:nvSpPr>
              <p:cNvPr id="472" name="Google Shape;472;p40"/>
              <p:cNvSpPr/>
              <p:nvPr/>
            </p:nvSpPr>
            <p:spPr>
              <a:xfrm>
                <a:off x="-42545" y="1845310"/>
                <a:ext cx="87600" cy="345300"/>
              </a:xfrm>
              <a:prstGeom prst="roundRect">
                <a:avLst>
                  <a:gd name="adj" fmla="val 50000"/>
                </a:avLst>
              </a:prstGeom>
              <a:solidFill>
                <a:schemeClr val="lt2"/>
              </a:solidFill>
              <a:ln>
                <a:noFill/>
              </a:ln>
            </p:spPr>
            <p:txBody>
              <a:bodyPr spcFirstLastPara="1" wrap="square" lIns="109700" tIns="54850" rIns="109700" bIns="54850"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73" name="Google Shape;473;p40"/>
              <p:cNvSpPr/>
              <p:nvPr/>
            </p:nvSpPr>
            <p:spPr>
              <a:xfrm>
                <a:off x="81915" y="1845310"/>
                <a:ext cx="87600" cy="345300"/>
              </a:xfrm>
              <a:prstGeom prst="roundRect">
                <a:avLst>
                  <a:gd name="adj" fmla="val 50000"/>
                </a:avLst>
              </a:prstGeom>
              <a:solidFill>
                <a:schemeClr val="lt2"/>
              </a:solidFill>
              <a:ln>
                <a:noFill/>
              </a:ln>
            </p:spPr>
            <p:txBody>
              <a:bodyPr spcFirstLastPara="1" wrap="square" lIns="109700" tIns="54850" rIns="109700" bIns="54850"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grpSp>
      </p:grpSp>
      <p:sp>
        <p:nvSpPr>
          <p:cNvPr id="474" name="Google Shape;474;p40"/>
          <p:cNvSpPr txBox="1">
            <a:spLocks noGrp="1"/>
          </p:cNvSpPr>
          <p:nvPr>
            <p:ph type="body" idx="1"/>
          </p:nvPr>
        </p:nvSpPr>
        <p:spPr>
          <a:xfrm>
            <a:off x="5315717" y="2714367"/>
            <a:ext cx="5276000" cy="892680"/>
          </a:xfrm>
          <a:prstGeom prst="rect">
            <a:avLst/>
          </a:prstGeom>
          <a:noFill/>
          <a:ln>
            <a:noFill/>
          </a:ln>
        </p:spPr>
        <p:txBody>
          <a:bodyPr spcFirstLastPara="1" wrap="square" lIns="0" tIns="0" rIns="0" bIns="0" anchor="ctr" anchorCtr="0">
            <a:spAutoFit/>
          </a:bodyPr>
          <a:lstStyle>
            <a:lvl1pPr marL="380985" lvl="0" indent="-190492" algn="ctr">
              <a:lnSpc>
                <a:spcPct val="120000"/>
              </a:lnSpc>
              <a:spcBef>
                <a:spcPts val="0"/>
              </a:spcBef>
              <a:spcAft>
                <a:spcPts val="0"/>
              </a:spcAft>
              <a:buSzPts val="3500"/>
              <a:buNone/>
              <a:defRPr sz="2417">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cxnSp>
        <p:nvCxnSpPr>
          <p:cNvPr id="475" name="Google Shape;475;p40"/>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476" name="Google Shape;476;p40"/>
          <p:cNvSpPr txBox="1">
            <a:spLocks noGrp="1"/>
          </p:cNvSpPr>
          <p:nvPr>
            <p:ph type="body" idx="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77" name="Google Shape;477;p40"/>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24016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4661">
          <p15:clr>
            <a:srgbClr val="FBAE40"/>
          </p15:clr>
        </p15:guide>
        <p15:guide id="4" orient="horz" pos="38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Empty">
  <p:cSld name="Empty">
    <p:spTree>
      <p:nvGrpSpPr>
        <p:cNvPr id="1" name="Shape 486"/>
        <p:cNvGrpSpPr/>
        <p:nvPr/>
      </p:nvGrpSpPr>
      <p:grpSpPr>
        <a:xfrm>
          <a:off x="0" y="0"/>
          <a:ext cx="0" cy="0"/>
          <a:chOff x="0" y="0"/>
          <a:chExt cx="0" cy="0"/>
        </a:xfrm>
      </p:grpSpPr>
    </p:spTree>
    <p:extLst>
      <p:ext uri="{BB962C8B-B14F-4D97-AF65-F5344CB8AC3E}">
        <p14:creationId xmlns:p14="http://schemas.microsoft.com/office/powerpoint/2010/main" val="3499519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 name="Shape 487"/>
        <p:cNvGrpSpPr/>
        <p:nvPr/>
      </p:nvGrpSpPr>
      <p:grpSpPr>
        <a:xfrm>
          <a:off x="0" y="0"/>
          <a:ext cx="0" cy="0"/>
          <a:chOff x="0" y="0"/>
          <a:chExt cx="0" cy="0"/>
        </a:xfrm>
      </p:grpSpPr>
      <p:sp>
        <p:nvSpPr>
          <p:cNvPr id="488" name="Google Shape;488;p43"/>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489" name="Google Shape;489;p43"/>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490" name="Google Shape;490;p43"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164675061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491"/>
        <p:cNvGrpSpPr/>
        <p:nvPr/>
      </p:nvGrpSpPr>
      <p:grpSpPr>
        <a:xfrm>
          <a:off x="0" y="0"/>
          <a:ext cx="0" cy="0"/>
          <a:chOff x="0" y="0"/>
          <a:chExt cx="0" cy="0"/>
        </a:xfrm>
      </p:grpSpPr>
      <p:sp>
        <p:nvSpPr>
          <p:cNvPr id="492" name="Google Shape;492;p44"/>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493" name="Google Shape;493;p44"/>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494" name="Google Shape;494;p44"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32977872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 name="Shape 495"/>
        <p:cNvGrpSpPr/>
        <p:nvPr/>
      </p:nvGrpSpPr>
      <p:grpSpPr>
        <a:xfrm>
          <a:off x="0" y="0"/>
          <a:ext cx="0" cy="0"/>
          <a:chOff x="0" y="0"/>
          <a:chExt cx="0" cy="0"/>
        </a:xfrm>
      </p:grpSpPr>
      <p:sp>
        <p:nvSpPr>
          <p:cNvPr id="496" name="Google Shape;496;p45"/>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497" name="Google Shape;497;p45"/>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498" name="Google Shape;498;p45"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174522163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Slide 4 master">
  <p:cSld name="Slide 4 master">
    <p:spTree>
      <p:nvGrpSpPr>
        <p:cNvPr id="1" name="Shape 499"/>
        <p:cNvGrpSpPr/>
        <p:nvPr/>
      </p:nvGrpSpPr>
      <p:grpSpPr>
        <a:xfrm>
          <a:off x="0" y="0"/>
          <a:ext cx="0" cy="0"/>
          <a:chOff x="0" y="0"/>
          <a:chExt cx="0" cy="0"/>
        </a:xfrm>
      </p:grpSpPr>
      <p:sp>
        <p:nvSpPr>
          <p:cNvPr id="500" name="Google Shape;500;p46"/>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501" name="Google Shape;501;p46"/>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502" name="Google Shape;502;p46"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237896464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Slide 5 master">
  <p:cSld name="Slide 5 master">
    <p:spTree>
      <p:nvGrpSpPr>
        <p:cNvPr id="1" name="Shape 503"/>
        <p:cNvGrpSpPr/>
        <p:nvPr/>
      </p:nvGrpSpPr>
      <p:grpSpPr>
        <a:xfrm>
          <a:off x="0" y="0"/>
          <a:ext cx="0" cy="0"/>
          <a:chOff x="0" y="0"/>
          <a:chExt cx="0" cy="0"/>
        </a:xfrm>
      </p:grpSpPr>
      <p:sp>
        <p:nvSpPr>
          <p:cNvPr id="504" name="Google Shape;504;p47"/>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505" name="Google Shape;505;p47"/>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506" name="Google Shape;506;p47"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99500897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Slide 6 master">
  <p:cSld name="Slide 6 master">
    <p:spTree>
      <p:nvGrpSpPr>
        <p:cNvPr id="1" name="Shape 507"/>
        <p:cNvGrpSpPr/>
        <p:nvPr/>
      </p:nvGrpSpPr>
      <p:grpSpPr>
        <a:xfrm>
          <a:off x="0" y="0"/>
          <a:ext cx="0" cy="0"/>
          <a:chOff x="0" y="0"/>
          <a:chExt cx="0" cy="0"/>
        </a:xfrm>
      </p:grpSpPr>
      <p:sp>
        <p:nvSpPr>
          <p:cNvPr id="508" name="Google Shape;508;p48"/>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509" name="Google Shape;509;p48"/>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510" name="Google Shape;510;p48"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15748902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Slide 7 master">
  <p:cSld name="Slide 7 master">
    <p:spTree>
      <p:nvGrpSpPr>
        <p:cNvPr id="1" name="Shape 511"/>
        <p:cNvGrpSpPr/>
        <p:nvPr/>
      </p:nvGrpSpPr>
      <p:grpSpPr>
        <a:xfrm>
          <a:off x="0" y="0"/>
          <a:ext cx="0" cy="0"/>
          <a:chOff x="0" y="0"/>
          <a:chExt cx="0" cy="0"/>
        </a:xfrm>
      </p:grpSpPr>
      <p:sp>
        <p:nvSpPr>
          <p:cNvPr id="512" name="Google Shape;512;p49"/>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513" name="Google Shape;513;p49"/>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514" name="Google Shape;514;p49"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37102839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Slide 8 master">
  <p:cSld name="Slide 8 master">
    <p:spTree>
      <p:nvGrpSpPr>
        <p:cNvPr id="1" name="Shape 515"/>
        <p:cNvGrpSpPr/>
        <p:nvPr/>
      </p:nvGrpSpPr>
      <p:grpSpPr>
        <a:xfrm>
          <a:off x="0" y="0"/>
          <a:ext cx="0" cy="0"/>
          <a:chOff x="0" y="0"/>
          <a:chExt cx="0" cy="0"/>
        </a:xfrm>
      </p:grpSpPr>
      <p:sp>
        <p:nvSpPr>
          <p:cNvPr id="516" name="Google Shape;516;p50"/>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517" name="Google Shape;517;p50"/>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518" name="Google Shape;518;p50"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30666168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Slide 9 master">
  <p:cSld name="Slide 9 master">
    <p:spTree>
      <p:nvGrpSpPr>
        <p:cNvPr id="1" name="Shape 519"/>
        <p:cNvGrpSpPr/>
        <p:nvPr/>
      </p:nvGrpSpPr>
      <p:grpSpPr>
        <a:xfrm>
          <a:off x="0" y="0"/>
          <a:ext cx="0" cy="0"/>
          <a:chOff x="0" y="0"/>
          <a:chExt cx="0" cy="0"/>
        </a:xfrm>
      </p:grpSpPr>
      <p:sp>
        <p:nvSpPr>
          <p:cNvPr id="520" name="Google Shape;520;p51"/>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521" name="Google Shape;521;p51"/>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522" name="Google Shape;522;p51"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5880704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Slide 10 master">
  <p:cSld name="Slide 10 master">
    <p:spTree>
      <p:nvGrpSpPr>
        <p:cNvPr id="1" name="Shape 523"/>
        <p:cNvGrpSpPr/>
        <p:nvPr/>
      </p:nvGrpSpPr>
      <p:grpSpPr>
        <a:xfrm>
          <a:off x="0" y="0"/>
          <a:ext cx="0" cy="0"/>
          <a:chOff x="0" y="0"/>
          <a:chExt cx="0" cy="0"/>
        </a:xfrm>
      </p:grpSpPr>
      <p:sp>
        <p:nvSpPr>
          <p:cNvPr id="524" name="Google Shape;524;p52"/>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525" name="Google Shape;525;p52"/>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526" name="Google Shape;526;p52"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3400300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Slide master 1">
  <p:cSld name="Slide master 1">
    <p:bg>
      <p:bgPr>
        <a:solidFill>
          <a:srgbClr val="000000"/>
        </a:solidFill>
        <a:effectLst/>
      </p:bgPr>
    </p:bg>
    <p:spTree>
      <p:nvGrpSpPr>
        <p:cNvPr id="1" name="Shape 527"/>
        <p:cNvGrpSpPr/>
        <p:nvPr/>
      </p:nvGrpSpPr>
      <p:grpSpPr>
        <a:xfrm>
          <a:off x="0" y="0"/>
          <a:ext cx="0" cy="0"/>
          <a:chOff x="0" y="0"/>
          <a:chExt cx="0" cy="0"/>
        </a:xfrm>
      </p:grpSpPr>
    </p:spTree>
    <p:extLst>
      <p:ext uri="{BB962C8B-B14F-4D97-AF65-F5344CB8AC3E}">
        <p14:creationId xmlns:p14="http://schemas.microsoft.com/office/powerpoint/2010/main" val="358587151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744538" y="744539"/>
            <a:ext cx="10515500" cy="47075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3800"/>
              <a:buFont typeface="Avenir"/>
              <a:buNone/>
              <a:defRPr sz="3800" b="1" i="0" u="none" strike="noStrike" cap="none">
                <a:solidFill>
                  <a:schemeClr val="dk1"/>
                </a:solidFill>
                <a:latin typeface="Avenir"/>
                <a:ea typeface="Avenir"/>
                <a:cs typeface="Avenir"/>
                <a:sym typeface="Avenir"/>
              </a:defRPr>
            </a:lvl1pPr>
            <a:lvl2pPr lvl="1">
              <a:spcBef>
                <a:spcPts val="0"/>
              </a:spcBef>
              <a:spcAft>
                <a:spcPts val="0"/>
              </a:spcAft>
              <a:buSzPts val="1700"/>
              <a:buNone/>
              <a:defRPr sz="2200"/>
            </a:lvl2pPr>
            <a:lvl3pPr lvl="2">
              <a:spcBef>
                <a:spcPts val="0"/>
              </a:spcBef>
              <a:spcAft>
                <a:spcPts val="0"/>
              </a:spcAft>
              <a:buSzPts val="1700"/>
              <a:buNone/>
              <a:defRPr sz="2200"/>
            </a:lvl3pPr>
            <a:lvl4pPr lvl="3">
              <a:spcBef>
                <a:spcPts val="0"/>
              </a:spcBef>
              <a:spcAft>
                <a:spcPts val="0"/>
              </a:spcAft>
              <a:buSzPts val="1700"/>
              <a:buNone/>
              <a:defRPr sz="2200"/>
            </a:lvl4pPr>
            <a:lvl5pPr lvl="4">
              <a:spcBef>
                <a:spcPts val="0"/>
              </a:spcBef>
              <a:spcAft>
                <a:spcPts val="0"/>
              </a:spcAft>
              <a:buSzPts val="1700"/>
              <a:buNone/>
              <a:defRPr sz="2200"/>
            </a:lvl5pPr>
            <a:lvl6pPr lvl="5">
              <a:spcBef>
                <a:spcPts val="0"/>
              </a:spcBef>
              <a:spcAft>
                <a:spcPts val="0"/>
              </a:spcAft>
              <a:buSzPts val="1700"/>
              <a:buNone/>
              <a:defRPr sz="2200"/>
            </a:lvl6pPr>
            <a:lvl7pPr lvl="6">
              <a:spcBef>
                <a:spcPts val="0"/>
              </a:spcBef>
              <a:spcAft>
                <a:spcPts val="0"/>
              </a:spcAft>
              <a:buSzPts val="1700"/>
              <a:buNone/>
              <a:defRPr sz="2200"/>
            </a:lvl7pPr>
            <a:lvl8pPr lvl="7">
              <a:spcBef>
                <a:spcPts val="0"/>
              </a:spcBef>
              <a:spcAft>
                <a:spcPts val="0"/>
              </a:spcAft>
              <a:buSzPts val="1700"/>
              <a:buNone/>
              <a:defRPr sz="2200"/>
            </a:lvl8pPr>
            <a:lvl9pPr lvl="8">
              <a:spcBef>
                <a:spcPts val="0"/>
              </a:spcBef>
              <a:spcAft>
                <a:spcPts val="0"/>
              </a:spcAft>
              <a:buSzPts val="1700"/>
              <a:buNone/>
              <a:defRPr sz="2200"/>
            </a:lvl9pPr>
          </a:lstStyle>
          <a:p>
            <a:endParaRPr/>
          </a:p>
        </p:txBody>
      </p:sp>
      <p:sp>
        <p:nvSpPr>
          <p:cNvPr id="11" name="Google Shape;11;p1"/>
          <p:cNvSpPr txBox="1">
            <a:spLocks noGrp="1"/>
          </p:cNvSpPr>
          <p:nvPr>
            <p:ph type="body" idx="1"/>
          </p:nvPr>
        </p:nvSpPr>
        <p:spPr>
          <a:xfrm>
            <a:off x="756113" y="1481559"/>
            <a:ext cx="10515500" cy="4340500"/>
          </a:xfrm>
          <a:prstGeom prst="rect">
            <a:avLst/>
          </a:prstGeom>
          <a:noFill/>
          <a:ln>
            <a:noFill/>
          </a:ln>
        </p:spPr>
        <p:txBody>
          <a:bodyPr spcFirstLastPara="1" wrap="square" lIns="0" tIns="0" rIns="0" bIns="0" anchor="t" anchorCtr="0">
            <a:normAutofit/>
          </a:bodyPr>
          <a:lstStyle>
            <a:lvl1pPr marL="457200" marR="0" lvl="0" indent="-355600" algn="l" rtl="0">
              <a:lnSpc>
                <a:spcPct val="120000"/>
              </a:lnSpc>
              <a:spcBef>
                <a:spcPts val="0"/>
              </a:spcBef>
              <a:spcAft>
                <a:spcPts val="0"/>
              </a:spcAft>
              <a:buClr>
                <a:schemeClr val="dk1"/>
              </a:buClr>
              <a:buSzPts val="2000"/>
              <a:buFont typeface="Arial"/>
              <a:buChar char="•"/>
              <a:defRPr sz="1700" b="0" i="0" u="none" strike="noStrike" cap="none">
                <a:solidFill>
                  <a:schemeClr val="dk1"/>
                </a:solidFill>
                <a:latin typeface="Avenir"/>
                <a:ea typeface="Avenir"/>
                <a:cs typeface="Avenir"/>
                <a:sym typeface="Avenir"/>
              </a:defRPr>
            </a:lvl1pPr>
            <a:lvl2pPr marL="914400" marR="0" lvl="1" indent="-336550" algn="l" rtl="0">
              <a:lnSpc>
                <a:spcPct val="120000"/>
              </a:lnSpc>
              <a:spcBef>
                <a:spcPts val="0"/>
              </a:spcBef>
              <a:spcAft>
                <a:spcPts val="0"/>
              </a:spcAft>
              <a:buClr>
                <a:schemeClr val="dk1"/>
              </a:buClr>
              <a:buSzPts val="1700"/>
              <a:buFont typeface="Arial"/>
              <a:buChar char="•"/>
              <a:defRPr sz="1400" b="0" i="0" u="none" strike="noStrike" cap="none">
                <a:solidFill>
                  <a:schemeClr val="dk1"/>
                </a:solidFill>
                <a:latin typeface="Avenir"/>
                <a:ea typeface="Avenir"/>
                <a:cs typeface="Avenir"/>
                <a:sym typeface="Avenir"/>
              </a:defRPr>
            </a:lvl2pPr>
            <a:lvl3pPr marL="1371600" marR="0" lvl="2" indent="-330200" algn="l" rtl="0">
              <a:lnSpc>
                <a:spcPct val="120000"/>
              </a:lnSpc>
              <a:spcBef>
                <a:spcPts val="0"/>
              </a:spcBef>
              <a:spcAft>
                <a:spcPts val="0"/>
              </a:spcAft>
              <a:buClr>
                <a:schemeClr val="dk1"/>
              </a:buClr>
              <a:buSzPts val="1600"/>
              <a:buFont typeface="Arial"/>
              <a:buChar char="•"/>
              <a:defRPr sz="1300" b="0" i="0" u="none" strike="noStrike" cap="none">
                <a:solidFill>
                  <a:schemeClr val="dk1"/>
                </a:solidFill>
                <a:latin typeface="Avenir"/>
                <a:ea typeface="Avenir"/>
                <a:cs typeface="Avenir"/>
                <a:sym typeface="Avenir"/>
              </a:defRPr>
            </a:lvl3pPr>
            <a:lvl4pPr marL="1828800" marR="0" lvl="3" indent="-323850" algn="l" rtl="0">
              <a:lnSpc>
                <a:spcPct val="120000"/>
              </a:lnSpc>
              <a:spcBef>
                <a:spcPts val="0"/>
              </a:spcBef>
              <a:spcAft>
                <a:spcPts val="0"/>
              </a:spcAft>
              <a:buClr>
                <a:schemeClr val="dk1"/>
              </a:buClr>
              <a:buSzPts val="1500"/>
              <a:buFont typeface="Arial"/>
              <a:buChar char="•"/>
              <a:defRPr sz="1300" b="0" i="0" u="none" strike="noStrike" cap="none">
                <a:solidFill>
                  <a:schemeClr val="dk1"/>
                </a:solidFill>
                <a:latin typeface="Avenir"/>
                <a:ea typeface="Avenir"/>
                <a:cs typeface="Avenir"/>
                <a:sym typeface="Avenir"/>
              </a:defRPr>
            </a:lvl4pPr>
            <a:lvl5pPr marL="2286000" marR="0" lvl="4" indent="-323850" algn="l" rtl="0">
              <a:lnSpc>
                <a:spcPct val="120000"/>
              </a:lnSpc>
              <a:spcBef>
                <a:spcPts val="0"/>
              </a:spcBef>
              <a:spcAft>
                <a:spcPts val="0"/>
              </a:spcAft>
              <a:buClr>
                <a:schemeClr val="dk1"/>
              </a:buClr>
              <a:buSzPts val="1500"/>
              <a:buFont typeface="Arial"/>
              <a:buChar char="•"/>
              <a:defRPr sz="1300" b="0" i="0" u="none" strike="noStrike" cap="none">
                <a:solidFill>
                  <a:schemeClr val="dk1"/>
                </a:solidFill>
                <a:latin typeface="Avenir"/>
                <a:ea typeface="Avenir"/>
                <a:cs typeface="Avenir"/>
                <a:sym typeface="Avenir"/>
              </a:defRPr>
            </a:lvl5pPr>
            <a:lvl6pPr marL="2743200" marR="0" lvl="5" indent="-368300" algn="l" rtl="0">
              <a:lnSpc>
                <a:spcPct val="90000"/>
              </a:lnSpc>
              <a:spcBef>
                <a:spcPts val="600"/>
              </a:spcBef>
              <a:spcAft>
                <a:spcPts val="0"/>
              </a:spcAft>
              <a:buClr>
                <a:schemeClr val="dk1"/>
              </a:buClr>
              <a:buSzPts val="2200"/>
              <a:buFont typeface="Arial"/>
              <a:buChar char="•"/>
              <a:defRPr sz="2200" b="0" i="0" u="none" strike="noStrike" cap="none">
                <a:solidFill>
                  <a:schemeClr val="dk1"/>
                </a:solidFill>
                <a:latin typeface="Avenir"/>
                <a:ea typeface="Avenir"/>
                <a:cs typeface="Avenir"/>
                <a:sym typeface="Avenir"/>
              </a:defRPr>
            </a:lvl6pPr>
            <a:lvl7pPr marL="3200400" marR="0" lvl="6" indent="-368300" algn="l" rtl="0">
              <a:lnSpc>
                <a:spcPct val="90000"/>
              </a:lnSpc>
              <a:spcBef>
                <a:spcPts val="600"/>
              </a:spcBef>
              <a:spcAft>
                <a:spcPts val="0"/>
              </a:spcAft>
              <a:buClr>
                <a:schemeClr val="dk1"/>
              </a:buClr>
              <a:buSzPts val="2200"/>
              <a:buFont typeface="Arial"/>
              <a:buChar char="•"/>
              <a:defRPr sz="2200" b="0" i="0" u="none" strike="noStrike" cap="none">
                <a:solidFill>
                  <a:schemeClr val="dk1"/>
                </a:solidFill>
                <a:latin typeface="Avenir"/>
                <a:ea typeface="Avenir"/>
                <a:cs typeface="Avenir"/>
                <a:sym typeface="Avenir"/>
              </a:defRPr>
            </a:lvl7pPr>
            <a:lvl8pPr marL="3657600" marR="0" lvl="7" indent="-368300" algn="l" rtl="0">
              <a:lnSpc>
                <a:spcPct val="90000"/>
              </a:lnSpc>
              <a:spcBef>
                <a:spcPts val="600"/>
              </a:spcBef>
              <a:spcAft>
                <a:spcPts val="0"/>
              </a:spcAft>
              <a:buClr>
                <a:schemeClr val="dk1"/>
              </a:buClr>
              <a:buSzPts val="2200"/>
              <a:buFont typeface="Arial"/>
              <a:buChar char="•"/>
              <a:defRPr sz="2200" b="0" i="0" u="none" strike="noStrike" cap="none">
                <a:solidFill>
                  <a:schemeClr val="dk1"/>
                </a:solidFill>
                <a:latin typeface="Avenir"/>
                <a:ea typeface="Avenir"/>
                <a:cs typeface="Avenir"/>
                <a:sym typeface="Avenir"/>
              </a:defRPr>
            </a:lvl8pPr>
            <a:lvl9pPr marL="4114800" marR="0" lvl="8" indent="-368300" algn="l" rtl="0">
              <a:lnSpc>
                <a:spcPct val="90000"/>
              </a:lnSpc>
              <a:spcBef>
                <a:spcPts val="600"/>
              </a:spcBef>
              <a:spcAft>
                <a:spcPts val="0"/>
              </a:spcAft>
              <a:buClr>
                <a:schemeClr val="dk1"/>
              </a:buClr>
              <a:buSzPts val="2200"/>
              <a:buFont typeface="Arial"/>
              <a:buChar char="•"/>
              <a:defRPr sz="2200" b="0" i="0" u="none" strike="noStrike" cap="none">
                <a:solidFill>
                  <a:schemeClr val="dk1"/>
                </a:solidFill>
                <a:latin typeface="Avenir"/>
                <a:ea typeface="Avenir"/>
                <a:cs typeface="Avenir"/>
                <a:sym typeface="Avenir"/>
              </a:defRPr>
            </a:lvl9pPr>
          </a:lstStyle>
          <a:p>
            <a:endParaRPr/>
          </a:p>
        </p:txBody>
      </p:sp>
      <p:sp>
        <p:nvSpPr>
          <p:cNvPr id="12" name="Google Shape;12;p1"/>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marR="0" lvl="0" indent="0" algn="l" rtl="0">
              <a:spcBef>
                <a:spcPts val="0"/>
              </a:spcBef>
              <a:buNone/>
              <a:defRPr sz="1167" b="0" i="0" u="none" strike="noStrike" cap="none">
                <a:solidFill>
                  <a:srgbClr val="888888"/>
                </a:solidFill>
                <a:latin typeface="Avenir"/>
                <a:ea typeface="Avenir"/>
                <a:cs typeface="Avenir"/>
                <a:sym typeface="Avenir"/>
              </a:defRPr>
            </a:lvl1pPr>
            <a:lvl2pPr marL="0" marR="0" lvl="1" indent="0" algn="l" rtl="0">
              <a:spcBef>
                <a:spcPts val="0"/>
              </a:spcBef>
              <a:buNone/>
              <a:defRPr sz="1167" b="0" i="0" u="none" strike="noStrike" cap="none">
                <a:solidFill>
                  <a:srgbClr val="888888"/>
                </a:solidFill>
                <a:latin typeface="Avenir"/>
                <a:ea typeface="Avenir"/>
                <a:cs typeface="Avenir"/>
                <a:sym typeface="Avenir"/>
              </a:defRPr>
            </a:lvl2pPr>
            <a:lvl3pPr marL="0" marR="0" lvl="2" indent="0" algn="l" rtl="0">
              <a:spcBef>
                <a:spcPts val="0"/>
              </a:spcBef>
              <a:buNone/>
              <a:defRPr sz="1167" b="0" i="0" u="none" strike="noStrike" cap="none">
                <a:solidFill>
                  <a:srgbClr val="888888"/>
                </a:solidFill>
                <a:latin typeface="Avenir"/>
                <a:ea typeface="Avenir"/>
                <a:cs typeface="Avenir"/>
                <a:sym typeface="Avenir"/>
              </a:defRPr>
            </a:lvl3pPr>
            <a:lvl4pPr marL="0" marR="0" lvl="3" indent="0" algn="l" rtl="0">
              <a:spcBef>
                <a:spcPts val="0"/>
              </a:spcBef>
              <a:buNone/>
              <a:defRPr sz="1167" b="0" i="0" u="none" strike="noStrike" cap="none">
                <a:solidFill>
                  <a:srgbClr val="888888"/>
                </a:solidFill>
                <a:latin typeface="Avenir"/>
                <a:ea typeface="Avenir"/>
                <a:cs typeface="Avenir"/>
                <a:sym typeface="Avenir"/>
              </a:defRPr>
            </a:lvl4pPr>
            <a:lvl5pPr marL="0" marR="0" lvl="4" indent="0" algn="l" rtl="0">
              <a:spcBef>
                <a:spcPts val="0"/>
              </a:spcBef>
              <a:buNone/>
              <a:defRPr sz="1167" b="0" i="0" u="none" strike="noStrike" cap="none">
                <a:solidFill>
                  <a:srgbClr val="888888"/>
                </a:solidFill>
                <a:latin typeface="Avenir"/>
                <a:ea typeface="Avenir"/>
                <a:cs typeface="Avenir"/>
                <a:sym typeface="Avenir"/>
              </a:defRPr>
            </a:lvl5pPr>
            <a:lvl6pPr marL="0" marR="0" lvl="5" indent="0" algn="l" rtl="0">
              <a:spcBef>
                <a:spcPts val="0"/>
              </a:spcBef>
              <a:buNone/>
              <a:defRPr sz="1167" b="0" i="0" u="none" strike="noStrike" cap="none">
                <a:solidFill>
                  <a:srgbClr val="888888"/>
                </a:solidFill>
                <a:latin typeface="Avenir"/>
                <a:ea typeface="Avenir"/>
                <a:cs typeface="Avenir"/>
                <a:sym typeface="Avenir"/>
              </a:defRPr>
            </a:lvl6pPr>
            <a:lvl7pPr marL="0" marR="0" lvl="6" indent="0" algn="l" rtl="0">
              <a:spcBef>
                <a:spcPts val="0"/>
              </a:spcBef>
              <a:buNone/>
              <a:defRPr sz="1167" b="0" i="0" u="none" strike="noStrike" cap="none">
                <a:solidFill>
                  <a:srgbClr val="888888"/>
                </a:solidFill>
                <a:latin typeface="Avenir"/>
                <a:ea typeface="Avenir"/>
                <a:cs typeface="Avenir"/>
                <a:sym typeface="Avenir"/>
              </a:defRPr>
            </a:lvl7pPr>
            <a:lvl8pPr marL="0" marR="0" lvl="7" indent="0" algn="l" rtl="0">
              <a:spcBef>
                <a:spcPts val="0"/>
              </a:spcBef>
              <a:buNone/>
              <a:defRPr sz="1167" b="0" i="0" u="none" strike="noStrike" cap="none">
                <a:solidFill>
                  <a:srgbClr val="888888"/>
                </a:solidFill>
                <a:latin typeface="Avenir"/>
                <a:ea typeface="Avenir"/>
                <a:cs typeface="Avenir"/>
                <a:sym typeface="Avenir"/>
              </a:defRPr>
            </a:lvl8pPr>
            <a:lvl9pPr marL="0" marR="0" lvl="8" indent="0" algn="l" rtl="0">
              <a:spcBef>
                <a:spcPts val="0"/>
              </a:spcBef>
              <a:buNone/>
              <a:defRPr sz="1167" b="0" i="0" u="none" strike="noStrike" cap="none">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77310991"/>
      </p:ext>
    </p:extLst>
  </p:cSld>
  <p:clrMap bg1="lt1" tx1="dk1" bg2="dk2" tx2="lt2" accent1="accent1" accent2="accent2" accent3="accent3" accent4="accent4" accent5="accent5" accent6="accent6" hlink="hlink" folHlink="folHlink"/>
  <p:sldLayoutIdLst>
    <p:sldLayoutId id="2147483702" r:id="rId1"/>
    <p:sldLayoutId id="2147483703" r:id="rId2"/>
    <p:sldLayoutId id="2147483704"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 id="2147483723" r:id="rId21"/>
    <p:sldLayoutId id="2147483724" r:id="rId22"/>
    <p:sldLayoutId id="2147483725" r:id="rId23"/>
    <p:sldLayoutId id="2147483726" r:id="rId24"/>
    <p:sldLayoutId id="2147483727" r:id="rId25"/>
    <p:sldLayoutId id="2147483728" r:id="rId26"/>
    <p:sldLayoutId id="2147483729" r:id="rId27"/>
    <p:sldLayoutId id="2147483730" r:id="rId28"/>
    <p:sldLayoutId id="2147483731" r:id="rId29"/>
    <p:sldLayoutId id="2147483732" r:id="rId30"/>
    <p:sldLayoutId id="2147483733" r:id="rId31"/>
    <p:sldLayoutId id="2147483734" r:id="rId32"/>
    <p:sldLayoutId id="2147483735" r:id="rId33"/>
    <p:sldLayoutId id="2147483736" r:id="rId34"/>
    <p:sldLayoutId id="2147483737" r:id="rId35"/>
    <p:sldLayoutId id="2147483738" r:id="rId36"/>
    <p:sldLayoutId id="2147483739" r:id="rId37"/>
    <p:sldLayoutId id="2147483740" r:id="rId38"/>
    <p:sldLayoutId id="2147483742" r:id="rId39"/>
    <p:sldLayoutId id="2147483743" r:id="rId40"/>
    <p:sldLayoutId id="2147483744" r:id="rId41"/>
    <p:sldLayoutId id="2147483745" r:id="rId42"/>
    <p:sldLayoutId id="2147483746" r:id="rId43"/>
    <p:sldLayoutId id="2147483747" r:id="rId44"/>
    <p:sldLayoutId id="2147483748" r:id="rId45"/>
    <p:sldLayoutId id="2147483749" r:id="rId46"/>
    <p:sldLayoutId id="2147483750" r:id="rId47"/>
    <p:sldLayoutId id="2147483751" r:id="rId48"/>
    <p:sldLayoutId id="2147483752" r:id="rId49"/>
    <p:sldLayoutId id="2147483753" r:id="rId50"/>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5008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54"/>
          <p:cNvSpPr/>
          <p:nvPr/>
        </p:nvSpPr>
        <p:spPr>
          <a:xfrm>
            <a:off x="5610125" y="868250"/>
            <a:ext cx="6581700" cy="1725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3400" b="1" dirty="0" err="1">
                <a:solidFill>
                  <a:schemeClr val="tx1"/>
                </a:solidFill>
                <a:latin typeface="Barlow" panose="00000500000000000000" pitchFamily="2" charset="0"/>
                <a:ea typeface="Avenir"/>
                <a:cs typeface="Avenir"/>
                <a:sym typeface="Avenir"/>
              </a:rPr>
              <a:t>Évaluer</a:t>
            </a:r>
            <a:r>
              <a:rPr lang="en-US" sz="3400" b="1" dirty="0">
                <a:solidFill>
                  <a:schemeClr val="tx1"/>
                </a:solidFill>
                <a:latin typeface="Barlow" panose="00000500000000000000" pitchFamily="2" charset="0"/>
                <a:ea typeface="Avenir"/>
                <a:cs typeface="Avenir"/>
                <a:sym typeface="Avenir"/>
              </a:rPr>
              <a:t> la </a:t>
            </a:r>
            <a:r>
              <a:rPr lang="en-US" sz="3400" b="1" dirty="0" err="1">
                <a:solidFill>
                  <a:schemeClr val="tx1"/>
                </a:solidFill>
                <a:latin typeface="Barlow" panose="00000500000000000000" pitchFamily="2" charset="0"/>
                <a:ea typeface="Avenir"/>
                <a:cs typeface="Avenir"/>
                <a:sym typeface="Avenir"/>
              </a:rPr>
              <a:t>cohérence</a:t>
            </a:r>
            <a:r>
              <a:rPr lang="en-US" sz="3400" b="1" dirty="0">
                <a:solidFill>
                  <a:schemeClr val="tx1"/>
                </a:solidFill>
                <a:latin typeface="Barlow" panose="00000500000000000000" pitchFamily="2" charset="0"/>
                <a:ea typeface="Avenir"/>
                <a:cs typeface="Avenir"/>
                <a:sym typeface="Avenir"/>
              </a:rPr>
              <a:t> et la </a:t>
            </a:r>
            <a:r>
              <a:rPr lang="en-US" sz="3400" b="1" dirty="0" err="1">
                <a:solidFill>
                  <a:schemeClr val="tx1"/>
                </a:solidFill>
                <a:latin typeface="Barlow" panose="00000500000000000000" pitchFamily="2" charset="0"/>
                <a:ea typeface="Avenir"/>
                <a:cs typeface="Avenir"/>
                <a:sym typeface="Avenir"/>
              </a:rPr>
              <a:t>fiabilité</a:t>
            </a:r>
            <a:r>
              <a:rPr lang="en-US" sz="3400" b="1" dirty="0">
                <a:solidFill>
                  <a:schemeClr val="tx1"/>
                </a:solidFill>
                <a:latin typeface="Barlow" panose="00000500000000000000" pitchFamily="2" charset="0"/>
                <a:ea typeface="Avenir"/>
                <a:cs typeface="Avenir"/>
                <a:sym typeface="Avenir"/>
              </a:rPr>
              <a:t> d'un </a:t>
            </a:r>
            <a:r>
              <a:rPr lang="en-US" sz="3400" b="1" dirty="0" err="1">
                <a:solidFill>
                  <a:schemeClr val="tx1"/>
                </a:solidFill>
                <a:latin typeface="Barlow" panose="00000500000000000000" pitchFamily="2" charset="0"/>
                <a:ea typeface="Avenir"/>
                <a:cs typeface="Avenir"/>
                <a:sym typeface="Avenir"/>
              </a:rPr>
              <a:t>système</a:t>
            </a:r>
            <a:r>
              <a:rPr lang="en-US" sz="3400" b="1" dirty="0">
                <a:solidFill>
                  <a:schemeClr val="tx1"/>
                </a:solidFill>
                <a:latin typeface="Barlow" panose="00000500000000000000" pitchFamily="2" charset="0"/>
                <a:ea typeface="Avenir"/>
                <a:cs typeface="Avenir"/>
                <a:sym typeface="Avenir"/>
              </a:rPr>
              <a:t> RAG</a:t>
            </a:r>
            <a:endParaRPr sz="3000" b="0" i="0" u="none" strike="noStrike" cap="none" dirty="0">
              <a:solidFill>
                <a:schemeClr val="tx1"/>
              </a:solidFill>
              <a:latin typeface="Barlow" panose="00000500000000000000" pitchFamily="2" charset="0"/>
              <a:ea typeface="Calibri"/>
              <a:cs typeface="Calibri"/>
              <a:sym typeface="Calibri"/>
            </a:endParaRPr>
          </a:p>
        </p:txBody>
      </p:sp>
      <p:sp>
        <p:nvSpPr>
          <p:cNvPr id="537" name="Google Shape;537;p54"/>
          <p:cNvSpPr/>
          <p:nvPr/>
        </p:nvSpPr>
        <p:spPr>
          <a:xfrm>
            <a:off x="5896176" y="4542920"/>
            <a:ext cx="6009600" cy="735900"/>
          </a:xfrm>
          <a:prstGeom prst="rect">
            <a:avLst/>
          </a:prstGeom>
          <a:noFill/>
          <a:ln>
            <a:noFill/>
          </a:ln>
        </p:spPr>
        <p:txBody>
          <a:bodyPr spcFirstLastPara="1" wrap="square" lIns="0" tIns="0" rIns="0" bIns="0" anchor="t" anchorCtr="0">
            <a:noAutofit/>
          </a:bodyPr>
          <a:lstStyle/>
          <a:p>
            <a:pPr marL="0" marR="0" lvl="0" indent="0" algn="ctr" rtl="0">
              <a:lnSpc>
                <a:spcPct val="133000"/>
              </a:lnSpc>
              <a:spcBef>
                <a:spcPts val="0"/>
              </a:spcBef>
              <a:spcAft>
                <a:spcPts val="0"/>
              </a:spcAft>
              <a:buClr>
                <a:srgbClr val="383838"/>
              </a:buClr>
              <a:buSzPts val="1800"/>
              <a:buFont typeface="Patrick Hand"/>
              <a:buNone/>
            </a:pPr>
            <a:r>
              <a:rPr lang="en-US" sz="1800" b="1" dirty="0">
                <a:solidFill>
                  <a:schemeClr val="tx1"/>
                </a:solidFill>
                <a:latin typeface="Barlow" panose="00000500000000000000" pitchFamily="2" charset="0"/>
                <a:ea typeface="Patrick Hand"/>
                <a:cs typeface="Patrick Hand"/>
                <a:sym typeface="Patrick Hand"/>
              </a:rPr>
              <a:t>C</a:t>
            </a:r>
            <a:r>
              <a:rPr lang="en-US" sz="1800" b="1" i="0" u="none" strike="noStrike" cap="none" dirty="0">
                <a:solidFill>
                  <a:schemeClr val="tx1"/>
                </a:solidFill>
                <a:latin typeface="Barlow" panose="00000500000000000000" pitchFamily="2" charset="0"/>
                <a:ea typeface="Patrick Hand"/>
                <a:cs typeface="Patrick Hand"/>
                <a:sym typeface="Patrick Hand"/>
              </a:rPr>
              <a:t>as ScribBERT</a:t>
            </a:r>
            <a:r>
              <a:rPr lang="en-US" sz="1800" b="0" i="0" u="none" strike="noStrike" cap="none" dirty="0">
                <a:solidFill>
                  <a:schemeClr val="tx1"/>
                </a:solidFill>
                <a:latin typeface="Barlow" panose="00000500000000000000" pitchFamily="2" charset="0"/>
                <a:ea typeface="Patrick Hand"/>
                <a:cs typeface="Patrick Hand"/>
                <a:sym typeface="Patrick Hand"/>
              </a:rPr>
              <a:t> — Département </a:t>
            </a:r>
            <a:r>
              <a:rPr lang="en-US" sz="1800" b="0" i="0" u="none" strike="noStrike" cap="none" dirty="0" err="1">
                <a:solidFill>
                  <a:schemeClr val="tx1"/>
                </a:solidFill>
                <a:latin typeface="Barlow" panose="00000500000000000000" pitchFamily="2" charset="0"/>
                <a:ea typeface="Patrick Hand"/>
                <a:cs typeface="Patrick Hand"/>
                <a:sym typeface="Patrick Hand"/>
              </a:rPr>
              <a:t>Prévention</a:t>
            </a:r>
            <a:r>
              <a:rPr lang="en-US" sz="1800" b="0" i="0" u="none" strike="noStrike" cap="none" dirty="0">
                <a:solidFill>
                  <a:schemeClr val="tx1"/>
                </a:solidFill>
                <a:latin typeface="Barlow" panose="00000500000000000000" pitchFamily="2" charset="0"/>
                <a:ea typeface="Patrick Hand"/>
                <a:cs typeface="Patrick Hand"/>
                <a:sym typeface="Patrick Hand"/>
              </a:rPr>
              <a:t> Santé‑Sécurité, Bouygues Travaux Publics</a:t>
            </a:r>
            <a:endParaRPr sz="1800" b="0" i="0" u="none" strike="noStrike" cap="none" dirty="0">
              <a:solidFill>
                <a:schemeClr val="tx1"/>
              </a:solidFill>
              <a:latin typeface="Barlow" panose="00000500000000000000" pitchFamily="2" charset="0"/>
              <a:ea typeface="Calibri"/>
              <a:cs typeface="Calibri"/>
              <a:sym typeface="Calibri"/>
            </a:endParaRPr>
          </a:p>
        </p:txBody>
      </p:sp>
      <p:sp>
        <p:nvSpPr>
          <p:cNvPr id="538" name="Google Shape;538;p54"/>
          <p:cNvSpPr/>
          <p:nvPr/>
        </p:nvSpPr>
        <p:spPr>
          <a:xfrm>
            <a:off x="5896176" y="5594937"/>
            <a:ext cx="6009600" cy="31800"/>
          </a:xfrm>
          <a:prstGeom prst="roundRect">
            <a:avLst>
              <a:gd name="adj" fmla="val 59999"/>
            </a:avLst>
          </a:pr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539" name="Google Shape;539;p54"/>
          <p:cNvSpPr/>
          <p:nvPr/>
        </p:nvSpPr>
        <p:spPr>
          <a:xfrm>
            <a:off x="5896176" y="5942897"/>
            <a:ext cx="6009600" cy="735900"/>
          </a:xfrm>
          <a:prstGeom prst="rect">
            <a:avLst/>
          </a:prstGeom>
          <a:noFill/>
          <a:ln>
            <a:noFill/>
          </a:ln>
        </p:spPr>
        <p:txBody>
          <a:bodyPr spcFirstLastPara="1" wrap="square" lIns="0" tIns="0" rIns="0" bIns="0" anchor="t" anchorCtr="0">
            <a:noAutofit/>
          </a:bodyPr>
          <a:lstStyle/>
          <a:p>
            <a:pPr marL="0" marR="0" lvl="0" indent="0" algn="ctr" rtl="0">
              <a:lnSpc>
                <a:spcPct val="133000"/>
              </a:lnSpc>
              <a:spcBef>
                <a:spcPts val="0"/>
              </a:spcBef>
              <a:spcAft>
                <a:spcPts val="0"/>
              </a:spcAft>
              <a:buClr>
                <a:srgbClr val="383838"/>
              </a:buClr>
              <a:buSzPts val="1800"/>
              <a:buFont typeface="Patrick Hand"/>
              <a:buNone/>
            </a:pPr>
            <a:r>
              <a:rPr lang="en-US" sz="1800" dirty="0">
                <a:solidFill>
                  <a:schemeClr val="tx1"/>
                </a:solidFill>
                <a:latin typeface="Barlow" panose="00000500000000000000" pitchFamily="2" charset="0"/>
                <a:ea typeface="Patrick Hand"/>
                <a:cs typeface="Patrick Hand"/>
                <a:sym typeface="Patrick Hand"/>
              </a:rPr>
              <a:t>Aurélien LELEU</a:t>
            </a:r>
            <a:endParaRPr sz="1800" dirty="0">
              <a:solidFill>
                <a:schemeClr val="tx1"/>
              </a:solidFill>
              <a:latin typeface="Barlow" panose="00000500000000000000" pitchFamily="2" charset="0"/>
              <a:ea typeface="Patrick Hand"/>
              <a:cs typeface="Patrick Hand"/>
              <a:sym typeface="Patrick Hand"/>
            </a:endParaRPr>
          </a:p>
          <a:p>
            <a:pPr marL="0" marR="0" lvl="0" indent="0" algn="ctr" rtl="0">
              <a:lnSpc>
                <a:spcPct val="133000"/>
              </a:lnSpc>
              <a:spcBef>
                <a:spcPts val="0"/>
              </a:spcBef>
              <a:spcAft>
                <a:spcPts val="0"/>
              </a:spcAft>
              <a:buClr>
                <a:srgbClr val="383838"/>
              </a:buClr>
              <a:buSzPts val="1800"/>
              <a:buFont typeface="Patrick Hand"/>
              <a:buNone/>
            </a:pPr>
            <a:r>
              <a:rPr lang="en-US" sz="1800" b="0" i="0" u="none" strike="noStrike" cap="none" dirty="0" err="1">
                <a:solidFill>
                  <a:schemeClr val="tx1"/>
                </a:solidFill>
                <a:latin typeface="Barlow" panose="00000500000000000000" pitchFamily="2" charset="0"/>
                <a:ea typeface="Patrick Hand"/>
                <a:cs typeface="Patrick Hand"/>
                <a:sym typeface="Patrick Hand"/>
              </a:rPr>
              <a:t>Tuteurs</a:t>
            </a:r>
            <a:r>
              <a:rPr lang="en-US" sz="1800" b="0" i="0" u="none" strike="noStrike" cap="none" dirty="0">
                <a:solidFill>
                  <a:schemeClr val="tx1"/>
                </a:solidFill>
                <a:latin typeface="Barlow" panose="00000500000000000000" pitchFamily="2" charset="0"/>
                <a:ea typeface="Patrick Hand"/>
                <a:cs typeface="Patrick Hand"/>
                <a:sym typeface="Patrick Hand"/>
              </a:rPr>
              <a:t> : Flavien MARTIN &amp; Julien LARSENEUR</a:t>
            </a:r>
            <a:endParaRPr sz="1800" b="0" i="0" u="none" strike="noStrike" cap="none" dirty="0">
              <a:solidFill>
                <a:schemeClr val="tx1"/>
              </a:solidFill>
              <a:latin typeface="Barlow" panose="00000500000000000000" pitchFamily="2" charset="0"/>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7" name="Google Shape;569;p56">
            <a:extLst>
              <a:ext uri="{FF2B5EF4-FFF2-40B4-BE49-F238E27FC236}">
                <a16:creationId xmlns:a16="http://schemas.microsoft.com/office/drawing/2014/main" id="{3551DA0A-52BC-9433-9ACC-31D2576051FB}"/>
              </a:ext>
            </a:extLst>
          </p:cNvPr>
          <p:cNvSpPr/>
          <p:nvPr/>
        </p:nvSpPr>
        <p:spPr>
          <a:xfrm>
            <a:off x="4358282" y="3013442"/>
            <a:ext cx="3475436" cy="1610316"/>
          </a:xfrm>
          <a:prstGeom prst="roundRect">
            <a:avLst>
              <a:gd name="adj" fmla="val 12501"/>
            </a:avLst>
          </a:prstGeom>
          <a:solidFill>
            <a:srgbClr val="E6E6E6"/>
          </a:solidFill>
          <a:ln w="127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9" name="Google Shape;569;p56">
            <a:extLst>
              <a:ext uri="{FF2B5EF4-FFF2-40B4-BE49-F238E27FC236}">
                <a16:creationId xmlns:a16="http://schemas.microsoft.com/office/drawing/2014/main" id="{FB0A7830-2D61-87EA-57F7-5CAE7962FE81}"/>
              </a:ext>
            </a:extLst>
          </p:cNvPr>
          <p:cNvSpPr/>
          <p:nvPr/>
        </p:nvSpPr>
        <p:spPr>
          <a:xfrm>
            <a:off x="7928164" y="3013442"/>
            <a:ext cx="3475436" cy="1610316"/>
          </a:xfrm>
          <a:prstGeom prst="roundRect">
            <a:avLst>
              <a:gd name="adj" fmla="val 12501"/>
            </a:avLst>
          </a:prstGeom>
          <a:solidFill>
            <a:srgbClr val="E6E6E6"/>
          </a:solidFill>
          <a:ln w="127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5" name="Google Shape;569;p56">
            <a:extLst>
              <a:ext uri="{FF2B5EF4-FFF2-40B4-BE49-F238E27FC236}">
                <a16:creationId xmlns:a16="http://schemas.microsoft.com/office/drawing/2014/main" id="{366AD3CC-00B3-17E2-084E-D738EF76E1CA}"/>
              </a:ext>
            </a:extLst>
          </p:cNvPr>
          <p:cNvSpPr/>
          <p:nvPr/>
        </p:nvSpPr>
        <p:spPr>
          <a:xfrm>
            <a:off x="788400" y="3013442"/>
            <a:ext cx="3475436" cy="1610316"/>
          </a:xfrm>
          <a:prstGeom prst="roundRect">
            <a:avLst>
              <a:gd name="adj" fmla="val 12501"/>
            </a:avLst>
          </a:prstGeom>
          <a:solidFill>
            <a:srgbClr val="E6E6E6"/>
          </a:solidFill>
          <a:ln w="127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545" name="Google Shape;545;p55"/>
          <p:cNvSpPr/>
          <p:nvPr/>
        </p:nvSpPr>
        <p:spPr>
          <a:xfrm>
            <a:off x="695325" y="742461"/>
            <a:ext cx="11520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400" b="1" dirty="0">
                <a:solidFill>
                  <a:schemeClr val="tx1"/>
                </a:solidFill>
                <a:latin typeface="Barlow" panose="00000500000000000000" pitchFamily="2" charset="0"/>
                <a:sym typeface="Patrick Hand"/>
              </a:rPr>
              <a:t>Le </a:t>
            </a:r>
            <a:r>
              <a:rPr lang="en-US" sz="2400" b="1" dirty="0" err="1">
                <a:solidFill>
                  <a:schemeClr val="tx1"/>
                </a:solidFill>
                <a:latin typeface="Barlow" panose="00000500000000000000" pitchFamily="2" charset="0"/>
                <a:sym typeface="Patrick Hand"/>
              </a:rPr>
              <a:t>problème</a:t>
            </a:r>
            <a:r>
              <a:rPr lang="en-US" sz="2400" b="1" dirty="0">
                <a:solidFill>
                  <a:schemeClr val="tx1"/>
                </a:solidFill>
                <a:latin typeface="Barlow" panose="00000500000000000000" pitchFamily="2" charset="0"/>
                <a:sym typeface="Patrick Hand"/>
              </a:rPr>
              <a:t> à </a:t>
            </a:r>
            <a:r>
              <a:rPr lang="en-US" sz="2400" b="1" dirty="0" err="1">
                <a:solidFill>
                  <a:schemeClr val="tx1"/>
                </a:solidFill>
                <a:latin typeface="Barlow" panose="00000500000000000000" pitchFamily="2" charset="0"/>
                <a:sym typeface="Patrick Hand"/>
              </a:rPr>
              <a:t>résoudre</a:t>
            </a:r>
            <a:r>
              <a:rPr lang="en-US" sz="2400" b="1" dirty="0">
                <a:solidFill>
                  <a:schemeClr val="tx1"/>
                </a:solidFill>
                <a:latin typeface="Barlow" panose="00000500000000000000" pitchFamily="2" charset="0"/>
                <a:sym typeface="Patrick Hand"/>
              </a:rPr>
              <a:t> : Un </a:t>
            </a:r>
            <a:r>
              <a:rPr lang="en-US" sz="2400" b="1" dirty="0" err="1">
                <a:solidFill>
                  <a:schemeClr val="tx1"/>
                </a:solidFill>
                <a:latin typeface="Barlow" panose="00000500000000000000" pitchFamily="2" charset="0"/>
                <a:sym typeface="Patrick Hand"/>
              </a:rPr>
              <a:t>environnement</a:t>
            </a:r>
            <a:r>
              <a:rPr lang="en-US" sz="2400" b="1" dirty="0">
                <a:solidFill>
                  <a:schemeClr val="tx1"/>
                </a:solidFill>
                <a:latin typeface="Barlow" panose="00000500000000000000" pitchFamily="2" charset="0"/>
                <a:sym typeface="Patrick Hand"/>
              </a:rPr>
              <a:t> </a:t>
            </a:r>
            <a:r>
              <a:rPr lang="en-US" sz="2400" b="1" dirty="0" err="1">
                <a:solidFill>
                  <a:schemeClr val="tx1"/>
                </a:solidFill>
                <a:latin typeface="Barlow" panose="00000500000000000000" pitchFamily="2" charset="0"/>
                <a:sym typeface="Patrick Hand"/>
              </a:rPr>
              <a:t>documentaire</a:t>
            </a:r>
            <a:r>
              <a:rPr lang="en-US" sz="2400" b="1" dirty="0">
                <a:solidFill>
                  <a:schemeClr val="tx1"/>
                </a:solidFill>
                <a:latin typeface="Barlow" panose="00000500000000000000" pitchFamily="2" charset="0"/>
                <a:sym typeface="Patrick Hand"/>
              </a:rPr>
              <a:t> sous tension</a:t>
            </a:r>
            <a:endParaRPr sz="2400" b="1" dirty="0">
              <a:solidFill>
                <a:schemeClr val="tx1"/>
              </a:solidFill>
              <a:latin typeface="Barlow" panose="00000500000000000000" pitchFamily="2" charset="0"/>
              <a:sym typeface="Calibri"/>
            </a:endParaRPr>
          </a:p>
        </p:txBody>
      </p:sp>
      <p:sp>
        <p:nvSpPr>
          <p:cNvPr id="546" name="Google Shape;546;p55"/>
          <p:cNvSpPr/>
          <p:nvPr/>
        </p:nvSpPr>
        <p:spPr>
          <a:xfrm>
            <a:off x="1242098" y="3187381"/>
            <a:ext cx="2567022" cy="560487"/>
          </a:xfrm>
          <a:prstGeom prst="rect">
            <a:avLst/>
          </a:prstGeom>
          <a:noFill/>
          <a:ln>
            <a:noFill/>
          </a:ln>
        </p:spPr>
        <p:txBody>
          <a:bodyPr spcFirstLastPara="1" wrap="square" lIns="0" tIns="0" rIns="0" bIns="0" anchor="t" anchorCtr="0">
            <a:noAutofit/>
          </a:bodyPr>
          <a:lstStyle/>
          <a:p>
            <a:pPr marL="0" marR="0" lvl="0" indent="0" algn="ctr" rtl="0">
              <a:lnSpc>
                <a:spcPct val="83000"/>
              </a:lnSpc>
              <a:spcBef>
                <a:spcPts val="0"/>
              </a:spcBef>
              <a:spcAft>
                <a:spcPts val="0"/>
              </a:spcAft>
              <a:buClr>
                <a:srgbClr val="383838"/>
              </a:buClr>
              <a:buSzPts val="4400"/>
              <a:buFont typeface="Patrick Hand"/>
              <a:buNone/>
            </a:pPr>
            <a:r>
              <a:rPr lang="en-US" sz="4400" b="0" i="0" u="none" strike="noStrike" cap="none" dirty="0">
                <a:solidFill>
                  <a:schemeClr val="tx1"/>
                </a:solidFill>
                <a:latin typeface="Barlow" panose="00000500000000000000" pitchFamily="2" charset="0"/>
                <a:ea typeface="Patrick Hand"/>
                <a:cs typeface="Patrick Hand"/>
                <a:sym typeface="Patrick Hand"/>
              </a:rPr>
              <a:t>130</a:t>
            </a:r>
            <a:endParaRPr sz="4400" b="0" i="0" u="none" strike="noStrike" cap="none" dirty="0">
              <a:solidFill>
                <a:schemeClr val="tx1"/>
              </a:solidFill>
              <a:latin typeface="Barlow" panose="00000500000000000000" pitchFamily="2" charset="0"/>
              <a:ea typeface="Calibri"/>
              <a:cs typeface="Calibri"/>
              <a:sym typeface="Calibri"/>
            </a:endParaRPr>
          </a:p>
        </p:txBody>
      </p:sp>
      <p:sp>
        <p:nvSpPr>
          <p:cNvPr id="547" name="Google Shape;547;p55"/>
          <p:cNvSpPr/>
          <p:nvPr/>
        </p:nvSpPr>
        <p:spPr>
          <a:xfrm>
            <a:off x="822904" y="3840398"/>
            <a:ext cx="3422763" cy="212328"/>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383838"/>
              </a:buClr>
              <a:buSzPts val="1300"/>
              <a:buFont typeface="Patrick Hand"/>
              <a:buNone/>
            </a:pPr>
            <a:r>
              <a:rPr lang="en-US" sz="1300" b="0" i="0" u="none" strike="noStrike" cap="none">
                <a:solidFill>
                  <a:schemeClr val="tx1"/>
                </a:solidFill>
                <a:latin typeface="Barlow" panose="00000500000000000000" pitchFamily="2" charset="0"/>
                <a:ea typeface="Patrick Hand"/>
                <a:cs typeface="Patrick Hand"/>
                <a:sym typeface="Patrick Hand"/>
              </a:rPr>
              <a:t>Documents PDF</a:t>
            </a:r>
            <a:endParaRPr sz="1300" b="0" i="0" u="none" strike="noStrike" cap="none">
              <a:solidFill>
                <a:schemeClr val="tx1"/>
              </a:solidFill>
              <a:latin typeface="Barlow" panose="00000500000000000000" pitchFamily="2" charset="0"/>
              <a:ea typeface="Calibri"/>
              <a:cs typeface="Calibri"/>
              <a:sym typeface="Calibri"/>
            </a:endParaRPr>
          </a:p>
        </p:txBody>
      </p:sp>
      <p:sp>
        <p:nvSpPr>
          <p:cNvPr id="548" name="Google Shape;548;p55"/>
          <p:cNvSpPr/>
          <p:nvPr/>
        </p:nvSpPr>
        <p:spPr>
          <a:xfrm>
            <a:off x="822904" y="4127934"/>
            <a:ext cx="3422763" cy="236141"/>
          </a:xfrm>
          <a:prstGeom prst="rect">
            <a:avLst/>
          </a:prstGeom>
          <a:noFill/>
          <a:ln>
            <a:noFill/>
          </a:ln>
        </p:spPr>
        <p:txBody>
          <a:bodyPr spcFirstLastPara="1" wrap="square" lIns="0" tIns="0" rIns="0" bIns="0" anchor="t" anchorCtr="0">
            <a:noAutofit/>
          </a:bodyPr>
          <a:lstStyle/>
          <a:p>
            <a:pPr marL="0" marR="0" lvl="0" indent="0" algn="ctr" rtl="0">
              <a:lnSpc>
                <a:spcPct val="116000"/>
              </a:lnSpc>
              <a:spcBef>
                <a:spcPts val="0"/>
              </a:spcBef>
              <a:spcAft>
                <a:spcPts val="0"/>
              </a:spcAft>
              <a:buClr>
                <a:srgbClr val="383838"/>
              </a:buClr>
              <a:buSzPts val="1300"/>
              <a:buFont typeface="Patrick Hand"/>
              <a:buNone/>
            </a:pPr>
            <a:r>
              <a:rPr lang="en-US" sz="1300" b="0" i="0" u="none" strike="noStrike" cap="none" dirty="0">
                <a:solidFill>
                  <a:schemeClr val="tx1">
                    <a:lumMod val="50000"/>
                    <a:lumOff val="50000"/>
                  </a:schemeClr>
                </a:solidFill>
                <a:latin typeface="Barlow" panose="00000500000000000000" pitchFamily="2" charset="0"/>
                <a:ea typeface="Patrick Hand"/>
                <a:cs typeface="Patrick Hand"/>
                <a:sym typeface="Patrick Hand"/>
              </a:rPr>
              <a:t>Corpus </a:t>
            </a:r>
            <a:r>
              <a:rPr lang="en-US" sz="1300" b="0" i="0" u="none" strike="noStrike" cap="none" dirty="0" err="1">
                <a:solidFill>
                  <a:schemeClr val="tx1">
                    <a:lumMod val="50000"/>
                    <a:lumOff val="50000"/>
                  </a:schemeClr>
                </a:solidFill>
                <a:latin typeface="Barlow" panose="00000500000000000000" pitchFamily="2" charset="0"/>
                <a:ea typeface="Patrick Hand"/>
                <a:cs typeface="Patrick Hand"/>
                <a:sym typeface="Patrick Hand"/>
              </a:rPr>
              <a:t>réglementaire</a:t>
            </a:r>
            <a:r>
              <a:rPr lang="en-US" sz="1300" b="0" i="0" u="none" strike="noStrike" cap="none" dirty="0">
                <a:solidFill>
                  <a:schemeClr val="tx1">
                    <a:lumMod val="50000"/>
                    <a:lumOff val="50000"/>
                  </a:schemeClr>
                </a:solidFill>
                <a:latin typeface="Barlow" panose="00000500000000000000" pitchFamily="2" charset="0"/>
                <a:ea typeface="Patrick Hand"/>
                <a:cs typeface="Patrick Hand"/>
                <a:sym typeface="Patrick Hand"/>
              </a:rPr>
              <a:t> et </a:t>
            </a:r>
            <a:r>
              <a:rPr lang="en-US" sz="1300" b="0" i="0" u="none" strike="noStrike" cap="none" dirty="0" err="1">
                <a:solidFill>
                  <a:schemeClr val="tx1">
                    <a:lumMod val="50000"/>
                    <a:lumOff val="50000"/>
                  </a:schemeClr>
                </a:solidFill>
                <a:latin typeface="Barlow" panose="00000500000000000000" pitchFamily="2" charset="0"/>
                <a:ea typeface="Patrick Hand"/>
                <a:cs typeface="Patrick Hand"/>
                <a:sym typeface="Patrick Hand"/>
              </a:rPr>
              <a:t>normatif</a:t>
            </a:r>
            <a:r>
              <a:rPr lang="en-US" sz="1300" b="0" i="0" u="none" strike="noStrike" cap="none" dirty="0">
                <a:solidFill>
                  <a:schemeClr val="tx1">
                    <a:lumMod val="50000"/>
                    <a:lumOff val="50000"/>
                  </a:schemeClr>
                </a:solidFill>
                <a:latin typeface="Barlow" panose="00000500000000000000" pitchFamily="2" charset="0"/>
                <a:ea typeface="Patrick Hand"/>
                <a:cs typeface="Patrick Hand"/>
                <a:sym typeface="Patrick Hand"/>
              </a:rPr>
              <a:t> </a:t>
            </a:r>
            <a:r>
              <a:rPr lang="en-US" sz="1300" b="0" i="0" u="none" strike="noStrike" cap="none" dirty="0" err="1">
                <a:solidFill>
                  <a:schemeClr val="tx1">
                    <a:lumMod val="50000"/>
                    <a:lumOff val="50000"/>
                  </a:schemeClr>
                </a:solidFill>
                <a:latin typeface="Barlow" panose="00000500000000000000" pitchFamily="2" charset="0"/>
                <a:ea typeface="Patrick Hand"/>
                <a:cs typeface="Patrick Hand"/>
                <a:sym typeface="Patrick Hand"/>
              </a:rPr>
              <a:t>hétérogène</a:t>
            </a:r>
            <a:endParaRPr sz="1300" b="0" i="0" u="none" strike="noStrike" cap="none" dirty="0">
              <a:solidFill>
                <a:schemeClr val="tx1">
                  <a:lumMod val="50000"/>
                  <a:lumOff val="50000"/>
                </a:schemeClr>
              </a:solidFill>
              <a:latin typeface="Barlow" panose="00000500000000000000" pitchFamily="2" charset="0"/>
              <a:ea typeface="Calibri"/>
              <a:cs typeface="Calibri"/>
              <a:sym typeface="Calibri"/>
            </a:endParaRPr>
          </a:p>
        </p:txBody>
      </p:sp>
      <p:sp>
        <p:nvSpPr>
          <p:cNvPr id="549" name="Google Shape;549;p55"/>
          <p:cNvSpPr/>
          <p:nvPr/>
        </p:nvSpPr>
        <p:spPr>
          <a:xfrm>
            <a:off x="4812488" y="3187381"/>
            <a:ext cx="2567022" cy="560487"/>
          </a:xfrm>
          <a:prstGeom prst="rect">
            <a:avLst/>
          </a:prstGeom>
          <a:noFill/>
          <a:ln>
            <a:noFill/>
          </a:ln>
        </p:spPr>
        <p:txBody>
          <a:bodyPr spcFirstLastPara="1" wrap="square" lIns="0" tIns="0" rIns="0" bIns="0" anchor="t" anchorCtr="0">
            <a:noAutofit/>
          </a:bodyPr>
          <a:lstStyle/>
          <a:p>
            <a:pPr marL="0" marR="0" lvl="0" indent="0" algn="ctr" rtl="0">
              <a:lnSpc>
                <a:spcPct val="83000"/>
              </a:lnSpc>
              <a:spcBef>
                <a:spcPts val="0"/>
              </a:spcBef>
              <a:spcAft>
                <a:spcPts val="0"/>
              </a:spcAft>
              <a:buClr>
                <a:srgbClr val="383838"/>
              </a:buClr>
              <a:buSzPts val="4400"/>
              <a:buFont typeface="Patrick Hand"/>
              <a:buNone/>
            </a:pPr>
            <a:r>
              <a:rPr lang="en-US" sz="4400" b="0" i="0" u="none" strike="noStrike" cap="none" dirty="0">
                <a:solidFill>
                  <a:schemeClr val="tx1"/>
                </a:solidFill>
                <a:latin typeface="Barlow" panose="00000500000000000000" pitchFamily="2" charset="0"/>
                <a:ea typeface="Patrick Hand"/>
                <a:cs typeface="Patrick Hand"/>
                <a:sym typeface="Patrick Hand"/>
              </a:rPr>
              <a:t>2:30</a:t>
            </a:r>
            <a:endParaRPr sz="4400" b="0" i="0" u="none" strike="noStrike" cap="none" dirty="0">
              <a:solidFill>
                <a:schemeClr val="tx1"/>
              </a:solidFill>
              <a:latin typeface="Barlow" panose="00000500000000000000" pitchFamily="2" charset="0"/>
              <a:ea typeface="Calibri"/>
              <a:cs typeface="Calibri"/>
              <a:sym typeface="Calibri"/>
            </a:endParaRPr>
          </a:p>
        </p:txBody>
      </p:sp>
      <p:sp>
        <p:nvSpPr>
          <p:cNvPr id="550" name="Google Shape;550;p55"/>
          <p:cNvSpPr/>
          <p:nvPr/>
        </p:nvSpPr>
        <p:spPr>
          <a:xfrm>
            <a:off x="4384618" y="3840398"/>
            <a:ext cx="3422763" cy="212328"/>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383838"/>
              </a:buClr>
              <a:buSzPts val="1300"/>
              <a:buFont typeface="Patrick Hand"/>
              <a:buNone/>
            </a:pPr>
            <a:r>
              <a:rPr lang="en-US" sz="1300" b="0" i="0" u="none" strike="noStrike" cap="none" dirty="0">
                <a:solidFill>
                  <a:schemeClr val="tx1"/>
                </a:solidFill>
                <a:latin typeface="Barlow" panose="00000500000000000000" pitchFamily="2" charset="0"/>
                <a:ea typeface="Patrick Hand"/>
                <a:cs typeface="Patrick Hand"/>
                <a:sym typeface="Patrick Hand"/>
              </a:rPr>
              <a:t>Min. par recherche</a:t>
            </a:r>
            <a:endParaRPr sz="1300" b="0" i="0" u="none" strike="noStrike" cap="none" dirty="0">
              <a:solidFill>
                <a:schemeClr val="tx1"/>
              </a:solidFill>
              <a:latin typeface="Barlow" panose="00000500000000000000" pitchFamily="2" charset="0"/>
              <a:ea typeface="Calibri"/>
              <a:cs typeface="Calibri"/>
              <a:sym typeface="Calibri"/>
            </a:endParaRPr>
          </a:p>
        </p:txBody>
      </p:sp>
      <p:sp>
        <p:nvSpPr>
          <p:cNvPr id="551" name="Google Shape;551;p55"/>
          <p:cNvSpPr/>
          <p:nvPr/>
        </p:nvSpPr>
        <p:spPr>
          <a:xfrm>
            <a:off x="4384618" y="4127934"/>
            <a:ext cx="3422763" cy="236141"/>
          </a:xfrm>
          <a:prstGeom prst="rect">
            <a:avLst/>
          </a:prstGeom>
          <a:noFill/>
          <a:ln>
            <a:noFill/>
          </a:ln>
        </p:spPr>
        <p:txBody>
          <a:bodyPr spcFirstLastPara="1" wrap="square" lIns="0" tIns="0" rIns="0" bIns="0" anchor="t" anchorCtr="0">
            <a:noAutofit/>
          </a:bodyPr>
          <a:lstStyle/>
          <a:p>
            <a:pPr marL="0" marR="0" lvl="0" indent="0" algn="ctr" rtl="0">
              <a:lnSpc>
                <a:spcPct val="116000"/>
              </a:lnSpc>
              <a:spcBef>
                <a:spcPts val="0"/>
              </a:spcBef>
              <a:spcAft>
                <a:spcPts val="0"/>
              </a:spcAft>
              <a:buClr>
                <a:srgbClr val="383838"/>
              </a:buClr>
              <a:buSzPts val="1300"/>
              <a:buFont typeface="Patrick Hand"/>
              <a:buNone/>
            </a:pPr>
            <a:r>
              <a:rPr lang="en-US" sz="1300" b="0" i="0" u="none" strike="noStrike" cap="none" dirty="0">
                <a:solidFill>
                  <a:schemeClr val="tx1">
                    <a:lumMod val="50000"/>
                    <a:lumOff val="50000"/>
                  </a:schemeClr>
                </a:solidFill>
                <a:latin typeface="Barlow" panose="00000500000000000000" pitchFamily="2" charset="0"/>
                <a:ea typeface="Patrick Hand"/>
                <a:cs typeface="Patrick Hand"/>
                <a:sym typeface="Patrick Hand"/>
              </a:rPr>
              <a:t>Temps moyen </a:t>
            </a:r>
            <a:r>
              <a:rPr lang="en-US" sz="1300" b="0" i="0" u="none" strike="noStrike" cap="none" dirty="0" err="1">
                <a:solidFill>
                  <a:schemeClr val="tx1">
                    <a:lumMod val="50000"/>
                    <a:lumOff val="50000"/>
                  </a:schemeClr>
                </a:solidFill>
                <a:latin typeface="Barlow" panose="00000500000000000000" pitchFamily="2" charset="0"/>
                <a:ea typeface="Patrick Hand"/>
                <a:cs typeface="Patrick Hand"/>
                <a:sym typeface="Patrick Hand"/>
              </a:rPr>
              <a:t>d'accès</a:t>
            </a:r>
            <a:r>
              <a:rPr lang="en-US" sz="1300" b="0" i="0" u="none" strike="noStrike" cap="none" dirty="0">
                <a:solidFill>
                  <a:schemeClr val="tx1">
                    <a:lumMod val="50000"/>
                    <a:lumOff val="50000"/>
                  </a:schemeClr>
                </a:solidFill>
                <a:latin typeface="Barlow" panose="00000500000000000000" pitchFamily="2" charset="0"/>
                <a:ea typeface="Patrick Hand"/>
                <a:cs typeface="Patrick Hand"/>
                <a:sym typeface="Patrick Hand"/>
              </a:rPr>
              <a:t> à </a:t>
            </a:r>
            <a:r>
              <a:rPr lang="en-US" sz="1300" b="0" i="0" u="none" strike="noStrike" cap="none" dirty="0" err="1">
                <a:solidFill>
                  <a:schemeClr val="tx1">
                    <a:lumMod val="50000"/>
                    <a:lumOff val="50000"/>
                  </a:schemeClr>
                </a:solidFill>
                <a:latin typeface="Barlow" panose="00000500000000000000" pitchFamily="2" charset="0"/>
                <a:ea typeface="Patrick Hand"/>
                <a:cs typeface="Patrick Hand"/>
                <a:sym typeface="Patrick Hand"/>
              </a:rPr>
              <a:t>l'information</a:t>
            </a:r>
            <a:r>
              <a:rPr lang="en-US" sz="1300" b="0" i="0" u="none" strike="noStrike" cap="none" dirty="0">
                <a:solidFill>
                  <a:schemeClr val="tx1">
                    <a:lumMod val="50000"/>
                    <a:lumOff val="50000"/>
                  </a:schemeClr>
                </a:solidFill>
                <a:latin typeface="Barlow" panose="00000500000000000000" pitchFamily="2" charset="0"/>
                <a:ea typeface="Patrick Hand"/>
                <a:cs typeface="Patrick Hand"/>
                <a:sym typeface="Patrick Hand"/>
              </a:rPr>
              <a:t> critique</a:t>
            </a:r>
            <a:endParaRPr sz="1300" b="0" i="0" u="none" strike="noStrike" cap="none" dirty="0">
              <a:solidFill>
                <a:schemeClr val="tx1">
                  <a:lumMod val="50000"/>
                  <a:lumOff val="50000"/>
                </a:schemeClr>
              </a:solidFill>
              <a:latin typeface="Barlow" panose="00000500000000000000" pitchFamily="2" charset="0"/>
              <a:ea typeface="Calibri"/>
              <a:cs typeface="Calibri"/>
              <a:sym typeface="Calibri"/>
            </a:endParaRPr>
          </a:p>
        </p:txBody>
      </p:sp>
      <p:sp>
        <p:nvSpPr>
          <p:cNvPr id="552" name="Google Shape;552;p55"/>
          <p:cNvSpPr/>
          <p:nvPr/>
        </p:nvSpPr>
        <p:spPr>
          <a:xfrm>
            <a:off x="8400949" y="3187381"/>
            <a:ext cx="2567022" cy="560487"/>
          </a:xfrm>
          <a:prstGeom prst="rect">
            <a:avLst/>
          </a:prstGeom>
          <a:noFill/>
          <a:ln>
            <a:noFill/>
          </a:ln>
        </p:spPr>
        <p:txBody>
          <a:bodyPr spcFirstLastPara="1" wrap="square" lIns="0" tIns="0" rIns="0" bIns="0" anchor="t" anchorCtr="0">
            <a:noAutofit/>
          </a:bodyPr>
          <a:lstStyle/>
          <a:p>
            <a:pPr marL="0" marR="0" lvl="0" indent="0" algn="ctr" rtl="0">
              <a:lnSpc>
                <a:spcPct val="83000"/>
              </a:lnSpc>
              <a:spcBef>
                <a:spcPts val="0"/>
              </a:spcBef>
              <a:spcAft>
                <a:spcPts val="0"/>
              </a:spcAft>
              <a:buClr>
                <a:srgbClr val="383838"/>
              </a:buClr>
              <a:buSzPts val="4400"/>
              <a:buFont typeface="Patrick Hand"/>
              <a:buNone/>
            </a:pPr>
            <a:r>
              <a:rPr lang="en-US" sz="4400" b="0" i="0" u="none" strike="noStrike" cap="none">
                <a:solidFill>
                  <a:schemeClr val="tx1"/>
                </a:solidFill>
                <a:latin typeface="Barlow" panose="00000500000000000000" pitchFamily="2" charset="0"/>
                <a:ea typeface="Patrick Hand"/>
                <a:cs typeface="Patrick Hand"/>
                <a:sym typeface="Patrick Hand"/>
              </a:rPr>
              <a:t>40%</a:t>
            </a:r>
            <a:endParaRPr sz="4400" b="0" i="0" u="none" strike="noStrike" cap="none">
              <a:solidFill>
                <a:schemeClr val="tx1"/>
              </a:solidFill>
              <a:latin typeface="Barlow" panose="00000500000000000000" pitchFamily="2" charset="0"/>
              <a:ea typeface="Calibri"/>
              <a:cs typeface="Calibri"/>
              <a:sym typeface="Calibri"/>
            </a:endParaRPr>
          </a:p>
        </p:txBody>
      </p:sp>
      <p:sp>
        <p:nvSpPr>
          <p:cNvPr id="553" name="Google Shape;553;p55"/>
          <p:cNvSpPr/>
          <p:nvPr/>
        </p:nvSpPr>
        <p:spPr>
          <a:xfrm>
            <a:off x="7973128" y="3840398"/>
            <a:ext cx="3422763" cy="212328"/>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383838"/>
              </a:buClr>
              <a:buSzPts val="1300"/>
              <a:buFont typeface="Patrick Hand"/>
              <a:buNone/>
            </a:pPr>
            <a:r>
              <a:rPr lang="en-US" sz="1300" b="0" i="0" u="none" strike="noStrike" cap="none" dirty="0">
                <a:solidFill>
                  <a:schemeClr val="tx1"/>
                </a:solidFill>
                <a:latin typeface="Barlow" panose="00000500000000000000" pitchFamily="2" charset="0"/>
                <a:ea typeface="Patrick Hand"/>
                <a:cs typeface="Patrick Hand"/>
                <a:sym typeface="Patrick Hand"/>
              </a:rPr>
              <a:t>FR / 60% EN</a:t>
            </a:r>
            <a:endParaRPr sz="1300" b="0" i="0" u="none" strike="noStrike" cap="none" dirty="0">
              <a:solidFill>
                <a:schemeClr val="tx1"/>
              </a:solidFill>
              <a:latin typeface="Barlow" panose="00000500000000000000" pitchFamily="2" charset="0"/>
              <a:ea typeface="Calibri"/>
              <a:cs typeface="Calibri"/>
              <a:sym typeface="Calibri"/>
            </a:endParaRPr>
          </a:p>
        </p:txBody>
      </p:sp>
      <p:sp>
        <p:nvSpPr>
          <p:cNvPr id="554" name="Google Shape;554;p55"/>
          <p:cNvSpPr/>
          <p:nvPr/>
        </p:nvSpPr>
        <p:spPr>
          <a:xfrm>
            <a:off x="7973128" y="4127934"/>
            <a:ext cx="3422763" cy="236141"/>
          </a:xfrm>
          <a:prstGeom prst="rect">
            <a:avLst/>
          </a:prstGeom>
          <a:noFill/>
          <a:ln>
            <a:noFill/>
          </a:ln>
        </p:spPr>
        <p:txBody>
          <a:bodyPr spcFirstLastPara="1" wrap="square" lIns="0" tIns="0" rIns="0" bIns="0" anchor="t" anchorCtr="0">
            <a:noAutofit/>
          </a:bodyPr>
          <a:lstStyle/>
          <a:p>
            <a:pPr marL="0" marR="0" lvl="0" indent="0" algn="ctr" rtl="0">
              <a:lnSpc>
                <a:spcPct val="116000"/>
              </a:lnSpc>
              <a:spcBef>
                <a:spcPts val="0"/>
              </a:spcBef>
              <a:spcAft>
                <a:spcPts val="0"/>
              </a:spcAft>
              <a:buClr>
                <a:srgbClr val="383838"/>
              </a:buClr>
              <a:buSzPts val="1300"/>
              <a:buFont typeface="Patrick Hand"/>
              <a:buNone/>
            </a:pPr>
            <a:r>
              <a:rPr lang="en-US" sz="1300" b="0" i="0" u="none" strike="noStrike" cap="none">
                <a:solidFill>
                  <a:schemeClr val="tx1">
                    <a:lumMod val="50000"/>
                    <a:lumOff val="50000"/>
                  </a:schemeClr>
                </a:solidFill>
                <a:latin typeface="Barlow" panose="00000500000000000000" pitchFamily="2" charset="0"/>
                <a:ea typeface="Patrick Hand"/>
                <a:cs typeface="Patrick Hand"/>
                <a:sym typeface="Patrick Hand"/>
              </a:rPr>
              <a:t>Documents multilingues non harmonisés</a:t>
            </a:r>
            <a:endParaRPr sz="1300" b="0" i="0" u="none" strike="noStrike" cap="none">
              <a:solidFill>
                <a:schemeClr val="tx1">
                  <a:lumMod val="50000"/>
                  <a:lumOff val="50000"/>
                </a:schemeClr>
              </a:solidFill>
              <a:latin typeface="Barlow" panose="00000500000000000000" pitchFamily="2" charset="0"/>
              <a:ea typeface="Calibri"/>
              <a:cs typeface="Calibri"/>
              <a:sym typeface="Calibri"/>
            </a:endParaRPr>
          </a:p>
        </p:txBody>
      </p:sp>
      <p:sp>
        <p:nvSpPr>
          <p:cNvPr id="3" name="Slide Number Placeholder 2">
            <a:extLst>
              <a:ext uri="{FF2B5EF4-FFF2-40B4-BE49-F238E27FC236}">
                <a16:creationId xmlns:a16="http://schemas.microsoft.com/office/drawing/2014/main" id="{AE637005-96DA-EA6E-3854-BA928E0129BF}"/>
              </a:ext>
            </a:extLst>
          </p:cNvPr>
          <p:cNvSpPr>
            <a:spLocks noGrp="1"/>
          </p:cNvSpPr>
          <p:nvPr>
            <p:ph type="sldNum" idx="12"/>
          </p:nvPr>
        </p:nvSpPr>
        <p:spPr>
          <a:xfrm>
            <a:off x="11349846" y="6321114"/>
            <a:ext cx="508500" cy="381500"/>
          </a:xfrm>
        </p:spPr>
        <p:txBody>
          <a:bodyPr/>
          <a:lstStyle/>
          <a:p>
            <a:pPr marL="0" lvl="0" indent="0" algn="l" rtl="0">
              <a:spcBef>
                <a:spcPts val="0"/>
              </a:spcBef>
              <a:spcAft>
                <a:spcPts val="0"/>
              </a:spcAft>
              <a:buNone/>
            </a:pPr>
            <a:fld id="{00000000-1234-1234-1234-123412341234}" type="slidenum">
              <a:rPr lang="en-US" smtClean="0"/>
              <a:t>3</a:t>
            </a:fld>
            <a:endParaRPr lang="en-US" dirty="0"/>
          </a:p>
        </p:txBody>
      </p:sp>
      <p:sp>
        <p:nvSpPr>
          <p:cNvPr id="11" name="Text Placeholder 10">
            <a:extLst>
              <a:ext uri="{FF2B5EF4-FFF2-40B4-BE49-F238E27FC236}">
                <a16:creationId xmlns:a16="http://schemas.microsoft.com/office/drawing/2014/main" id="{BC221933-5343-78F7-747B-62EDF9C54CBB}"/>
              </a:ext>
            </a:extLst>
          </p:cNvPr>
          <p:cNvSpPr>
            <a:spLocks noGrp="1"/>
          </p:cNvSpPr>
          <p:nvPr>
            <p:ph type="body" idx="1"/>
          </p:nvPr>
        </p:nvSpPr>
        <p:spPr/>
        <p:txBody>
          <a:bodyPr/>
          <a:lstStyle/>
          <a:p>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6" name="Google Shape;566;p56"/>
          <p:cNvSpPr/>
          <p:nvPr/>
        </p:nvSpPr>
        <p:spPr>
          <a:xfrm>
            <a:off x="500401" y="1829787"/>
            <a:ext cx="11191198" cy="868500"/>
          </a:xfrm>
          <a:prstGeom prst="rect">
            <a:avLst/>
          </a:prstGeom>
          <a:noFill/>
          <a:ln>
            <a:noFill/>
          </a:ln>
        </p:spPr>
        <p:txBody>
          <a:bodyPr spcFirstLastPara="1" wrap="square" lIns="0" tIns="0" rIns="0" bIns="0" anchor="t" anchorCtr="0">
            <a:noAutofit/>
          </a:bodyPr>
          <a:lstStyle/>
          <a:p>
            <a:pPr marL="0" marR="0" lvl="0" indent="0" algn="ctr" rtl="0">
              <a:lnSpc>
                <a:spcPct val="133000"/>
              </a:lnSpc>
              <a:spcBef>
                <a:spcPts val="0"/>
              </a:spcBef>
              <a:spcAft>
                <a:spcPts val="0"/>
              </a:spcAft>
              <a:buClr>
                <a:srgbClr val="383838"/>
              </a:buClr>
              <a:buSzPts val="1800"/>
              <a:buFont typeface="Patrick Hand"/>
              <a:buNone/>
            </a:pPr>
            <a:r>
              <a:rPr lang="en-US" sz="1800" b="0" i="0" u="none" strike="noStrike" cap="none" dirty="0" err="1">
                <a:solidFill>
                  <a:schemeClr val="tx1"/>
                </a:solidFill>
                <a:latin typeface="Barlow" panose="00000500000000000000" pitchFamily="2" charset="0"/>
                <a:ea typeface="Patrick Hand"/>
                <a:cs typeface="Patrick Hand"/>
                <a:sym typeface="Patrick Hand"/>
              </a:rPr>
              <a:t>C'est</a:t>
            </a:r>
            <a:r>
              <a:rPr lang="en-US" sz="1800" b="0" i="0" u="none" strike="noStrike" cap="none" dirty="0">
                <a:solidFill>
                  <a:schemeClr val="tx1"/>
                </a:solidFill>
                <a:latin typeface="Barlow" panose="00000500000000000000" pitchFamily="2" charset="0"/>
                <a:ea typeface="Patrick Hand"/>
                <a:cs typeface="Patrick Hand"/>
                <a:sym typeface="Patrick Hand"/>
              </a:rPr>
              <a:t> </a:t>
            </a:r>
            <a:r>
              <a:rPr lang="en-US" sz="1800" b="0" i="0" u="none" strike="noStrike" cap="none" dirty="0" err="1">
                <a:solidFill>
                  <a:schemeClr val="tx1"/>
                </a:solidFill>
                <a:latin typeface="Barlow" panose="00000500000000000000" pitchFamily="2" charset="0"/>
                <a:ea typeface="Patrick Hand"/>
                <a:cs typeface="Patrick Hand"/>
                <a:sym typeface="Patrick Hand"/>
              </a:rPr>
              <a:t>une</a:t>
            </a:r>
            <a:r>
              <a:rPr lang="en-US" sz="1800" b="0" i="0" u="none" strike="noStrike" cap="none" dirty="0">
                <a:solidFill>
                  <a:schemeClr val="tx1"/>
                </a:solidFill>
                <a:latin typeface="Barlow" panose="00000500000000000000" pitchFamily="2" charset="0"/>
                <a:ea typeface="Patrick Hand"/>
                <a:cs typeface="Patrick Hand"/>
                <a:sym typeface="Patrick Hand"/>
              </a:rPr>
              <a:t> </a:t>
            </a:r>
            <a:r>
              <a:rPr lang="en-US" sz="1800" b="0" i="0" u="none" strike="noStrike" cap="none" dirty="0" err="1">
                <a:solidFill>
                  <a:schemeClr val="tx1"/>
                </a:solidFill>
                <a:latin typeface="Barlow" panose="00000500000000000000" pitchFamily="2" charset="0"/>
                <a:ea typeface="Patrick Hand"/>
                <a:cs typeface="Patrick Hand"/>
                <a:sym typeface="Patrick Hand"/>
              </a:rPr>
              <a:t>propriété</a:t>
            </a:r>
            <a:r>
              <a:rPr lang="en-US" sz="1800" b="0" i="0" u="none" strike="noStrike" cap="none" dirty="0">
                <a:solidFill>
                  <a:schemeClr val="tx1"/>
                </a:solidFill>
                <a:latin typeface="Barlow" panose="00000500000000000000" pitchFamily="2" charset="0"/>
                <a:ea typeface="Patrick Hand"/>
                <a:cs typeface="Patrick Hand"/>
                <a:sym typeface="Patrick Hand"/>
              </a:rPr>
              <a:t> </a:t>
            </a:r>
            <a:r>
              <a:rPr lang="en-US" sz="1800" b="0" i="0" u="none" strike="noStrike" cap="none" dirty="0" err="1">
                <a:solidFill>
                  <a:schemeClr val="tx1"/>
                </a:solidFill>
                <a:latin typeface="Barlow" panose="00000500000000000000" pitchFamily="2" charset="0"/>
                <a:ea typeface="Patrick Hand"/>
                <a:cs typeface="Patrick Hand"/>
                <a:sym typeface="Patrick Hand"/>
              </a:rPr>
              <a:t>multidimensionnelle</a:t>
            </a:r>
            <a:r>
              <a:rPr lang="en-US" sz="1800" b="0" i="0" u="none" strike="noStrike" cap="none" dirty="0">
                <a:solidFill>
                  <a:schemeClr val="tx1"/>
                </a:solidFill>
                <a:latin typeface="Barlow" panose="00000500000000000000" pitchFamily="2" charset="0"/>
                <a:ea typeface="Patrick Hand"/>
                <a:cs typeface="Patrick Hand"/>
                <a:sym typeface="Patrick Hand"/>
              </a:rPr>
              <a:t>, </a:t>
            </a:r>
            <a:r>
              <a:rPr lang="en-US" sz="1800" b="0" i="0" u="none" strike="noStrike" cap="none" dirty="0" err="1">
                <a:solidFill>
                  <a:schemeClr val="tx1"/>
                </a:solidFill>
                <a:latin typeface="Barlow" panose="00000500000000000000" pitchFamily="2" charset="0"/>
                <a:ea typeface="Patrick Hand"/>
                <a:cs typeface="Patrick Hand"/>
                <a:sym typeface="Patrick Hand"/>
              </a:rPr>
              <a:t>mesurable</a:t>
            </a:r>
            <a:r>
              <a:rPr lang="en-US" sz="1800" b="0" i="0" u="none" strike="noStrike" cap="none" dirty="0">
                <a:solidFill>
                  <a:schemeClr val="tx1"/>
                </a:solidFill>
                <a:latin typeface="Barlow" panose="00000500000000000000" pitchFamily="2" charset="0"/>
                <a:ea typeface="Patrick Hand"/>
                <a:cs typeface="Patrick Hand"/>
                <a:sym typeface="Patrick Hand"/>
              </a:rPr>
              <a:t>, et reproductible</a:t>
            </a:r>
            <a:endParaRPr sz="1800" b="0" i="0" u="none" strike="noStrike" cap="none" dirty="0">
              <a:solidFill>
                <a:schemeClr val="tx1"/>
              </a:solidFill>
              <a:latin typeface="Barlow" panose="00000500000000000000" pitchFamily="2" charset="0"/>
              <a:ea typeface="Calibri"/>
              <a:cs typeface="Calibri"/>
              <a:sym typeface="Calibri"/>
            </a:endParaRPr>
          </a:p>
        </p:txBody>
      </p:sp>
      <p:sp>
        <p:nvSpPr>
          <p:cNvPr id="567" name="Google Shape;567;p56"/>
          <p:cNvSpPr/>
          <p:nvPr/>
        </p:nvSpPr>
        <p:spPr>
          <a:xfrm>
            <a:off x="814277" y="3269255"/>
            <a:ext cx="3373849" cy="772815"/>
          </a:xfrm>
          <a:prstGeom prst="roundRect">
            <a:avLst>
              <a:gd name="adj" fmla="val 12501"/>
            </a:avLst>
          </a:prstGeom>
          <a:solidFill>
            <a:srgbClr val="E6E6E6"/>
          </a:solidFill>
          <a:ln w="127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tx1"/>
              </a:solidFill>
              <a:latin typeface="Barlow" panose="00000500000000000000" pitchFamily="2" charset="0"/>
            </a:endParaRPr>
          </a:p>
        </p:txBody>
      </p:sp>
      <p:sp>
        <p:nvSpPr>
          <p:cNvPr id="568" name="Google Shape;568;p56"/>
          <p:cNvSpPr/>
          <p:nvPr/>
        </p:nvSpPr>
        <p:spPr>
          <a:xfrm>
            <a:off x="1038793" y="3511944"/>
            <a:ext cx="2888483" cy="287437"/>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383838"/>
              </a:buClr>
              <a:buSzPts val="1800"/>
              <a:buFont typeface="Patrick Hand"/>
              <a:buNone/>
            </a:pPr>
            <a:r>
              <a:rPr lang="en-US" sz="1800" b="0" i="0" u="none" strike="noStrike" cap="none" dirty="0">
                <a:solidFill>
                  <a:schemeClr val="tx1"/>
                </a:solidFill>
                <a:latin typeface="Barlow" panose="00000500000000000000" pitchFamily="2" charset="0"/>
                <a:ea typeface="Patrick Hand"/>
                <a:cs typeface="Patrick Hand"/>
                <a:sym typeface="Patrick Hand"/>
              </a:rPr>
              <a:t>Pertinence de la </a:t>
            </a:r>
            <a:r>
              <a:rPr lang="en-US" sz="1800" b="0" i="0" u="none" strike="noStrike" cap="none" dirty="0" err="1">
                <a:solidFill>
                  <a:schemeClr val="tx1"/>
                </a:solidFill>
                <a:latin typeface="Barlow" panose="00000500000000000000" pitchFamily="2" charset="0"/>
                <a:ea typeface="Patrick Hand"/>
                <a:cs typeface="Patrick Hand"/>
                <a:sym typeface="Patrick Hand"/>
              </a:rPr>
              <a:t>récupération</a:t>
            </a:r>
            <a:r>
              <a:rPr lang="en-US" sz="1800" b="0" i="0" u="none" strike="noStrike" cap="none" dirty="0">
                <a:solidFill>
                  <a:schemeClr val="tx1"/>
                </a:solidFill>
                <a:latin typeface="Barlow" panose="00000500000000000000" pitchFamily="2" charset="0"/>
                <a:ea typeface="Patrick Hand"/>
                <a:cs typeface="Patrick Hand"/>
                <a:sym typeface="Patrick Hand"/>
              </a:rPr>
              <a:t> (retrieval)</a:t>
            </a:r>
            <a:endParaRPr sz="1800" b="0" i="0" u="none" strike="noStrike" cap="none" dirty="0">
              <a:solidFill>
                <a:schemeClr val="tx1"/>
              </a:solidFill>
              <a:latin typeface="Barlow" panose="00000500000000000000" pitchFamily="2" charset="0"/>
              <a:ea typeface="Calibri"/>
              <a:cs typeface="Calibri"/>
              <a:sym typeface="Calibri"/>
            </a:endParaRPr>
          </a:p>
        </p:txBody>
      </p:sp>
      <p:sp>
        <p:nvSpPr>
          <p:cNvPr id="569" name="Google Shape;569;p56"/>
          <p:cNvSpPr/>
          <p:nvPr/>
        </p:nvSpPr>
        <p:spPr>
          <a:xfrm>
            <a:off x="4418109" y="3269255"/>
            <a:ext cx="3373849" cy="772815"/>
          </a:xfrm>
          <a:prstGeom prst="roundRect">
            <a:avLst>
              <a:gd name="adj" fmla="val 12501"/>
            </a:avLst>
          </a:prstGeom>
          <a:solidFill>
            <a:srgbClr val="E6E6E6"/>
          </a:solidFill>
          <a:ln w="127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tx1"/>
              </a:solidFill>
              <a:latin typeface="Barlow" panose="00000500000000000000" pitchFamily="2" charset="0"/>
            </a:endParaRPr>
          </a:p>
        </p:txBody>
      </p:sp>
      <p:sp>
        <p:nvSpPr>
          <p:cNvPr id="570" name="Google Shape;570;p56"/>
          <p:cNvSpPr/>
          <p:nvPr/>
        </p:nvSpPr>
        <p:spPr>
          <a:xfrm>
            <a:off x="4660792" y="3511944"/>
            <a:ext cx="2888483" cy="287437"/>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383838"/>
              </a:buClr>
              <a:buSzPts val="1800"/>
              <a:buFont typeface="Patrick Hand"/>
              <a:buNone/>
            </a:pPr>
            <a:r>
              <a:rPr lang="en-US" sz="1800" b="0" i="0" u="none" strike="noStrike" cap="none">
                <a:solidFill>
                  <a:schemeClr val="tx1"/>
                </a:solidFill>
                <a:latin typeface="Barlow" panose="00000500000000000000" pitchFamily="2" charset="0"/>
                <a:ea typeface="Patrick Hand"/>
                <a:cs typeface="Patrick Hand"/>
                <a:sym typeface="Patrick Hand"/>
              </a:rPr>
              <a:t>Fidélité</a:t>
            </a:r>
            <a:endParaRPr sz="1800" b="0" i="0" u="none" strike="noStrike" cap="none">
              <a:solidFill>
                <a:schemeClr val="tx1"/>
              </a:solidFill>
              <a:latin typeface="Barlow" panose="00000500000000000000" pitchFamily="2" charset="0"/>
              <a:ea typeface="Calibri"/>
              <a:cs typeface="Calibri"/>
              <a:sym typeface="Calibri"/>
            </a:endParaRPr>
          </a:p>
        </p:txBody>
      </p:sp>
      <p:sp>
        <p:nvSpPr>
          <p:cNvPr id="571" name="Google Shape;571;p56"/>
          <p:cNvSpPr/>
          <p:nvPr/>
        </p:nvSpPr>
        <p:spPr>
          <a:xfrm>
            <a:off x="8021942" y="3269255"/>
            <a:ext cx="3373948" cy="772815"/>
          </a:xfrm>
          <a:prstGeom prst="roundRect">
            <a:avLst>
              <a:gd name="adj" fmla="val 12501"/>
            </a:avLst>
          </a:prstGeom>
          <a:solidFill>
            <a:srgbClr val="E6E6E6"/>
          </a:solidFill>
          <a:ln w="127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tx1"/>
              </a:solidFill>
              <a:latin typeface="Barlow" panose="00000500000000000000" pitchFamily="2" charset="0"/>
            </a:endParaRPr>
          </a:p>
        </p:txBody>
      </p:sp>
      <p:sp>
        <p:nvSpPr>
          <p:cNvPr id="572" name="Google Shape;572;p56"/>
          <p:cNvSpPr/>
          <p:nvPr/>
        </p:nvSpPr>
        <p:spPr>
          <a:xfrm>
            <a:off x="8264625" y="3511944"/>
            <a:ext cx="2888582" cy="287437"/>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383838"/>
              </a:buClr>
              <a:buSzPts val="1800"/>
              <a:buFont typeface="Patrick Hand"/>
              <a:buNone/>
            </a:pPr>
            <a:r>
              <a:rPr lang="en-US" sz="1800" b="0" i="0" u="none" strike="noStrike" cap="none" dirty="0">
                <a:solidFill>
                  <a:schemeClr val="tx1"/>
                </a:solidFill>
                <a:latin typeface="Barlow" panose="00000500000000000000" pitchFamily="2" charset="0"/>
                <a:ea typeface="Patrick Hand"/>
                <a:cs typeface="Patrick Hand"/>
                <a:sym typeface="Patrick Hand"/>
              </a:rPr>
              <a:t>Pertinence de la </a:t>
            </a:r>
            <a:r>
              <a:rPr lang="en-US" sz="1800" b="0" i="0" u="none" strike="noStrike" cap="none" dirty="0" err="1">
                <a:solidFill>
                  <a:schemeClr val="tx1"/>
                </a:solidFill>
                <a:latin typeface="Barlow" panose="00000500000000000000" pitchFamily="2" charset="0"/>
                <a:ea typeface="Patrick Hand"/>
                <a:cs typeface="Patrick Hand"/>
                <a:sym typeface="Patrick Hand"/>
              </a:rPr>
              <a:t>réponse</a:t>
            </a:r>
            <a:endParaRPr sz="1800" b="0" i="0" u="none" strike="noStrike" cap="none" dirty="0">
              <a:solidFill>
                <a:schemeClr val="tx1"/>
              </a:solidFill>
              <a:latin typeface="Barlow" panose="00000500000000000000" pitchFamily="2" charset="0"/>
              <a:ea typeface="Calibri"/>
              <a:cs typeface="Calibri"/>
              <a:sym typeface="Calibri"/>
            </a:endParaRPr>
          </a:p>
        </p:txBody>
      </p:sp>
      <p:sp>
        <p:nvSpPr>
          <p:cNvPr id="573" name="Google Shape;573;p56"/>
          <p:cNvSpPr/>
          <p:nvPr/>
        </p:nvSpPr>
        <p:spPr>
          <a:xfrm>
            <a:off x="814277" y="4272059"/>
            <a:ext cx="5175815" cy="772815"/>
          </a:xfrm>
          <a:prstGeom prst="roundRect">
            <a:avLst>
              <a:gd name="adj" fmla="val 12501"/>
            </a:avLst>
          </a:prstGeom>
          <a:solidFill>
            <a:srgbClr val="E6E6E6"/>
          </a:solidFill>
          <a:ln w="127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tx1"/>
              </a:solidFill>
              <a:latin typeface="Barlow" panose="00000500000000000000" pitchFamily="2" charset="0"/>
            </a:endParaRPr>
          </a:p>
        </p:txBody>
      </p:sp>
      <p:sp>
        <p:nvSpPr>
          <p:cNvPr id="574" name="Google Shape;574;p56"/>
          <p:cNvSpPr/>
          <p:nvPr/>
        </p:nvSpPr>
        <p:spPr>
          <a:xfrm>
            <a:off x="1056960" y="4514748"/>
            <a:ext cx="4690449" cy="287437"/>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383838"/>
              </a:buClr>
              <a:buSzPts val="1800"/>
              <a:buFont typeface="Patrick Hand"/>
              <a:buNone/>
            </a:pPr>
            <a:r>
              <a:rPr lang="en-US" sz="1800" b="0" i="0" u="none" strike="noStrike" cap="none">
                <a:solidFill>
                  <a:schemeClr val="tx1"/>
                </a:solidFill>
                <a:latin typeface="Barlow" panose="00000500000000000000" pitchFamily="2" charset="0"/>
                <a:ea typeface="Patrick Hand"/>
                <a:cs typeface="Patrick Hand"/>
                <a:sym typeface="Patrick Hand"/>
              </a:rPr>
              <a:t>Stabilité</a:t>
            </a:r>
            <a:endParaRPr sz="1800" b="0" i="0" u="none" strike="noStrike" cap="none">
              <a:solidFill>
                <a:schemeClr val="tx1"/>
              </a:solidFill>
              <a:latin typeface="Barlow" panose="00000500000000000000" pitchFamily="2" charset="0"/>
              <a:ea typeface="Calibri"/>
              <a:cs typeface="Calibri"/>
              <a:sym typeface="Calibri"/>
            </a:endParaRPr>
          </a:p>
        </p:txBody>
      </p:sp>
      <p:sp>
        <p:nvSpPr>
          <p:cNvPr id="575" name="Google Shape;575;p56"/>
          <p:cNvSpPr/>
          <p:nvPr/>
        </p:nvSpPr>
        <p:spPr>
          <a:xfrm>
            <a:off x="6220075" y="4272059"/>
            <a:ext cx="5175815" cy="772815"/>
          </a:xfrm>
          <a:prstGeom prst="roundRect">
            <a:avLst>
              <a:gd name="adj" fmla="val 12501"/>
            </a:avLst>
          </a:prstGeom>
          <a:solidFill>
            <a:srgbClr val="E6E6E6"/>
          </a:solidFill>
          <a:ln w="127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tx1"/>
              </a:solidFill>
              <a:latin typeface="Barlow" panose="00000500000000000000" pitchFamily="2" charset="0"/>
            </a:endParaRPr>
          </a:p>
        </p:txBody>
      </p:sp>
      <p:sp>
        <p:nvSpPr>
          <p:cNvPr id="576" name="Google Shape;576;p56"/>
          <p:cNvSpPr/>
          <p:nvPr/>
        </p:nvSpPr>
        <p:spPr>
          <a:xfrm>
            <a:off x="6462758" y="4514748"/>
            <a:ext cx="4690449" cy="287437"/>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383838"/>
              </a:buClr>
              <a:buSzPts val="1800"/>
              <a:buFont typeface="Patrick Hand"/>
              <a:buNone/>
            </a:pPr>
            <a:r>
              <a:rPr lang="en-US" sz="1800" b="0" i="0" u="none" strike="noStrike" cap="none">
                <a:solidFill>
                  <a:schemeClr val="tx1"/>
                </a:solidFill>
                <a:latin typeface="Barlow" panose="00000500000000000000" pitchFamily="2" charset="0"/>
                <a:ea typeface="Patrick Hand"/>
                <a:cs typeface="Patrick Hand"/>
                <a:sym typeface="Patrick Hand"/>
              </a:rPr>
              <a:t>Traçabilité</a:t>
            </a:r>
            <a:endParaRPr sz="1800" b="0" i="0" u="none" strike="noStrike" cap="none">
              <a:solidFill>
                <a:schemeClr val="tx1"/>
              </a:solidFill>
              <a:latin typeface="Barlow" panose="00000500000000000000" pitchFamily="2" charset="0"/>
              <a:ea typeface="Calibri"/>
              <a:cs typeface="Calibri"/>
              <a:sym typeface="Calibri"/>
            </a:endParaRPr>
          </a:p>
        </p:txBody>
      </p:sp>
      <p:sp>
        <p:nvSpPr>
          <p:cNvPr id="3" name="Espace réservé du texte 2">
            <a:extLst>
              <a:ext uri="{FF2B5EF4-FFF2-40B4-BE49-F238E27FC236}">
                <a16:creationId xmlns:a16="http://schemas.microsoft.com/office/drawing/2014/main" id="{D75F6F50-07AB-2C5B-7C7C-D59AB0EAA38B}"/>
              </a:ext>
            </a:extLst>
          </p:cNvPr>
          <p:cNvSpPr>
            <a:spLocks noGrp="1"/>
          </p:cNvSpPr>
          <p:nvPr>
            <p:ph type="body" idx="1"/>
          </p:nvPr>
        </p:nvSpPr>
        <p:spPr/>
        <p:txBody>
          <a:bodyPr/>
          <a:lstStyle/>
          <a:p>
            <a:endParaRPr lang="fr-FR">
              <a:solidFill>
                <a:schemeClr val="tx1"/>
              </a:solidFill>
              <a:latin typeface="Barlow" panose="00000500000000000000" pitchFamily="2" charset="0"/>
            </a:endParaRPr>
          </a:p>
        </p:txBody>
      </p:sp>
      <p:sp>
        <p:nvSpPr>
          <p:cNvPr id="4" name="Google Shape;545;p55">
            <a:extLst>
              <a:ext uri="{FF2B5EF4-FFF2-40B4-BE49-F238E27FC236}">
                <a16:creationId xmlns:a16="http://schemas.microsoft.com/office/drawing/2014/main" id="{27BA8C9B-7ADB-BBC8-1CBA-AB535F2DE20E}"/>
              </a:ext>
            </a:extLst>
          </p:cNvPr>
          <p:cNvSpPr/>
          <p:nvPr/>
        </p:nvSpPr>
        <p:spPr>
          <a:xfrm>
            <a:off x="695325" y="742461"/>
            <a:ext cx="11520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400" b="1" dirty="0">
                <a:solidFill>
                  <a:schemeClr val="tx1"/>
                </a:solidFill>
                <a:latin typeface="Barlow" panose="00000500000000000000" pitchFamily="2" charset="0"/>
                <a:sym typeface="Patrick Hand"/>
              </a:rPr>
              <a:t>La </a:t>
            </a:r>
            <a:r>
              <a:rPr lang="en-US" sz="2400" b="1" dirty="0" err="1">
                <a:solidFill>
                  <a:schemeClr val="tx1"/>
                </a:solidFill>
                <a:latin typeface="Barlow" panose="00000500000000000000" pitchFamily="2" charset="0"/>
                <a:sym typeface="Patrick Hand"/>
              </a:rPr>
              <a:t>fiabilité</a:t>
            </a:r>
            <a:r>
              <a:rPr lang="en-US" sz="2400" b="1" dirty="0">
                <a:solidFill>
                  <a:schemeClr val="tx1"/>
                </a:solidFill>
                <a:latin typeface="Barlow" panose="00000500000000000000" pitchFamily="2" charset="0"/>
                <a:sym typeface="Patrick Hand"/>
              </a:rPr>
              <a:t> d’un RAG </a:t>
            </a:r>
            <a:r>
              <a:rPr lang="en-US" sz="2400" b="1" dirty="0" err="1">
                <a:solidFill>
                  <a:schemeClr val="tx1"/>
                </a:solidFill>
                <a:latin typeface="Barlow" panose="00000500000000000000" pitchFamily="2" charset="0"/>
                <a:sym typeface="Patrick Hand"/>
              </a:rPr>
              <a:t>n’est</a:t>
            </a:r>
            <a:r>
              <a:rPr lang="en-US" sz="2400" b="1" dirty="0">
                <a:solidFill>
                  <a:schemeClr val="tx1"/>
                </a:solidFill>
                <a:latin typeface="Barlow" panose="00000500000000000000" pitchFamily="2" charset="0"/>
                <a:sym typeface="Patrick Hand"/>
              </a:rPr>
              <a:t> pas un score.</a:t>
            </a:r>
            <a:endParaRPr sz="2400" b="1" dirty="0">
              <a:solidFill>
                <a:schemeClr val="tx1"/>
              </a:solidFill>
              <a:latin typeface="Barlow" panose="00000500000000000000" pitchFamily="2" charset="0"/>
              <a:sym typeface="Calibri"/>
            </a:endParaRPr>
          </a:p>
        </p:txBody>
      </p:sp>
      <p:sp>
        <p:nvSpPr>
          <p:cNvPr id="5" name="Slide Number Placeholder 2">
            <a:extLst>
              <a:ext uri="{FF2B5EF4-FFF2-40B4-BE49-F238E27FC236}">
                <a16:creationId xmlns:a16="http://schemas.microsoft.com/office/drawing/2014/main" id="{FBAE917C-D08A-0648-8FA7-8D845249FC88}"/>
              </a:ext>
            </a:extLst>
          </p:cNvPr>
          <p:cNvSpPr>
            <a:spLocks noGrp="1"/>
          </p:cNvSpPr>
          <p:nvPr>
            <p:ph type="sldNum" idx="12"/>
          </p:nvPr>
        </p:nvSpPr>
        <p:spPr>
          <a:xfrm>
            <a:off x="11349846" y="6321114"/>
            <a:ext cx="508500" cy="381500"/>
          </a:xfrm>
        </p:spPr>
        <p:txBody>
          <a:bodyPr/>
          <a:lstStyle/>
          <a:p>
            <a:pPr marL="0" lvl="0" indent="0" algn="l" rtl="0">
              <a:spcBef>
                <a:spcPts val="0"/>
              </a:spcBef>
              <a:spcAft>
                <a:spcPts val="0"/>
              </a:spcAft>
              <a:buNone/>
            </a:pPr>
            <a:fld id="{00000000-1234-1234-1234-123412341234}" type="slidenum">
              <a:rPr lang="en-US" smtClean="0"/>
              <a:t>4</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pic>
        <p:nvPicPr>
          <p:cNvPr id="585" name="Google Shape;585;p57" descr="preencoded.png"/>
          <p:cNvPicPr preferRelativeResize="0"/>
          <p:nvPr/>
        </p:nvPicPr>
        <p:blipFill rotWithShape="1">
          <a:blip r:embed="rId3">
            <a:alphaModFix/>
          </a:blip>
          <a:srcRect/>
          <a:stretch/>
        </p:blipFill>
        <p:spPr>
          <a:xfrm>
            <a:off x="2582153" y="1594452"/>
            <a:ext cx="6877969" cy="2596980"/>
          </a:xfrm>
          <a:prstGeom prst="rect">
            <a:avLst/>
          </a:prstGeom>
          <a:noFill/>
          <a:ln>
            <a:noFill/>
          </a:ln>
        </p:spPr>
      </p:pic>
      <p:sp>
        <p:nvSpPr>
          <p:cNvPr id="586" name="Google Shape;586;p57"/>
          <p:cNvSpPr/>
          <p:nvPr/>
        </p:nvSpPr>
        <p:spPr>
          <a:xfrm>
            <a:off x="4666599" y="3657335"/>
            <a:ext cx="1039484" cy="148901"/>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383838"/>
              </a:buClr>
              <a:buSzPts val="900"/>
              <a:buFont typeface="Patrick Hand"/>
              <a:buNone/>
            </a:pPr>
            <a:r>
              <a:rPr lang="en-US" sz="1100" b="0" i="0" u="none" strike="noStrike" cap="none" dirty="0">
                <a:solidFill>
                  <a:schemeClr val="tx1"/>
                </a:solidFill>
                <a:latin typeface="Barlow" panose="00000500000000000000" pitchFamily="2" charset="0"/>
                <a:ea typeface="Patrick Hand"/>
                <a:cs typeface="Patrick Hand"/>
                <a:sym typeface="Patrick Hand"/>
              </a:rPr>
              <a:t>Recherche</a:t>
            </a:r>
            <a:endParaRPr sz="1100" b="0" i="0" u="none" strike="noStrike" cap="none" dirty="0">
              <a:solidFill>
                <a:schemeClr val="tx1"/>
              </a:solidFill>
              <a:latin typeface="Barlow" panose="00000500000000000000" pitchFamily="2" charset="0"/>
              <a:ea typeface="Calibri"/>
              <a:cs typeface="Calibri"/>
              <a:sym typeface="Calibri"/>
            </a:endParaRPr>
          </a:p>
        </p:txBody>
      </p:sp>
      <p:sp>
        <p:nvSpPr>
          <p:cNvPr id="587" name="Google Shape;587;p57"/>
          <p:cNvSpPr/>
          <p:nvPr/>
        </p:nvSpPr>
        <p:spPr>
          <a:xfrm>
            <a:off x="4666599" y="3674920"/>
            <a:ext cx="1039484" cy="245686"/>
          </a:xfrm>
          <a:prstGeom prst="rect">
            <a:avLst/>
          </a:prstGeom>
          <a:noFill/>
          <a:ln>
            <a:noFill/>
          </a:ln>
        </p:spPr>
        <p:txBody>
          <a:bodyPr spcFirstLastPara="1" wrap="square" lIns="0" tIns="0" rIns="0" bIns="0" anchor="t" anchorCtr="0">
            <a:noAutofit/>
          </a:bodyPr>
          <a:lstStyle/>
          <a:p>
            <a:pPr marL="0" marR="0" lvl="0" indent="0" algn="ctr" rtl="0">
              <a:lnSpc>
                <a:spcPct val="86000"/>
              </a:lnSpc>
              <a:spcBef>
                <a:spcPts val="0"/>
              </a:spcBef>
              <a:spcAft>
                <a:spcPts val="0"/>
              </a:spcAft>
              <a:buClr>
                <a:srgbClr val="383838"/>
              </a:buClr>
              <a:buSzPts val="900"/>
              <a:buFont typeface="Patrick Hand"/>
              <a:buNone/>
            </a:pPr>
            <a:r>
              <a:rPr lang="en-US" sz="1100" b="0" i="0" u="none" strike="noStrike" cap="none" dirty="0">
                <a:solidFill>
                  <a:schemeClr val="tx1"/>
                </a:solidFill>
                <a:latin typeface="Barlow" panose="00000500000000000000" pitchFamily="2" charset="0"/>
                <a:ea typeface="Patrick Hand"/>
                <a:cs typeface="Patrick Hand"/>
                <a:sym typeface="Patrick Hand"/>
              </a:rPr>
              <a:t>Recherche </a:t>
            </a:r>
            <a:r>
              <a:rPr lang="en-US" sz="1100" b="0" i="0" u="none" strike="noStrike" cap="none" dirty="0" err="1">
                <a:solidFill>
                  <a:schemeClr val="tx1"/>
                </a:solidFill>
                <a:latin typeface="Barlow" panose="00000500000000000000" pitchFamily="2" charset="0"/>
                <a:ea typeface="Patrick Hand"/>
                <a:cs typeface="Patrick Hand"/>
                <a:sym typeface="Patrick Hand"/>
              </a:rPr>
              <a:t>en</a:t>
            </a:r>
            <a:r>
              <a:rPr lang="en-US" sz="1100" b="0" i="0" u="none" strike="noStrike" cap="none" dirty="0">
                <a:solidFill>
                  <a:schemeClr val="tx1"/>
                </a:solidFill>
                <a:latin typeface="Barlow" panose="00000500000000000000" pitchFamily="2" charset="0"/>
                <a:ea typeface="Patrick Hand"/>
                <a:cs typeface="Patrick Hand"/>
                <a:sym typeface="Patrick Hand"/>
              </a:rPr>
              <a:t> base </a:t>
            </a:r>
            <a:r>
              <a:rPr lang="en-US" sz="1100" b="0" i="0" u="none" strike="noStrike" cap="none" dirty="0" err="1">
                <a:solidFill>
                  <a:schemeClr val="tx1"/>
                </a:solidFill>
                <a:latin typeface="Barlow" panose="00000500000000000000" pitchFamily="2" charset="0"/>
                <a:ea typeface="Patrick Hand"/>
                <a:cs typeface="Patrick Hand"/>
                <a:sym typeface="Patrick Hand"/>
              </a:rPr>
              <a:t>vectorielle</a:t>
            </a:r>
            <a:endParaRPr sz="1100" b="0" i="0" u="none" strike="noStrike" cap="none" dirty="0">
              <a:solidFill>
                <a:schemeClr val="tx1"/>
              </a:solidFill>
              <a:latin typeface="Barlow" panose="00000500000000000000" pitchFamily="2" charset="0"/>
              <a:ea typeface="Calibri"/>
              <a:cs typeface="Calibri"/>
              <a:sym typeface="Calibri"/>
            </a:endParaRPr>
          </a:p>
        </p:txBody>
      </p:sp>
      <p:sp>
        <p:nvSpPr>
          <p:cNvPr id="588" name="Google Shape;588;p57"/>
          <p:cNvSpPr/>
          <p:nvPr/>
        </p:nvSpPr>
        <p:spPr>
          <a:xfrm>
            <a:off x="7968794" y="3657335"/>
            <a:ext cx="1039484" cy="148901"/>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383838"/>
              </a:buClr>
              <a:buSzPts val="900"/>
              <a:buFont typeface="Patrick Hand"/>
              <a:buNone/>
            </a:pPr>
            <a:r>
              <a:rPr lang="en-US" sz="1100" b="0" i="0" u="none" strike="noStrike" cap="none" dirty="0" err="1">
                <a:solidFill>
                  <a:schemeClr val="tx1"/>
                </a:solidFill>
                <a:latin typeface="Barlow" panose="00000500000000000000" pitchFamily="2" charset="0"/>
                <a:ea typeface="Patrick Hand"/>
                <a:cs typeface="Patrick Hand"/>
                <a:sym typeface="Patrick Hand"/>
              </a:rPr>
              <a:t>Réponse</a:t>
            </a:r>
            <a:endParaRPr sz="1100" b="0" i="0" u="none" strike="noStrike" cap="none" dirty="0">
              <a:solidFill>
                <a:schemeClr val="tx1"/>
              </a:solidFill>
              <a:latin typeface="Barlow" panose="00000500000000000000" pitchFamily="2" charset="0"/>
              <a:ea typeface="Calibri"/>
              <a:cs typeface="Calibri"/>
              <a:sym typeface="Calibri"/>
            </a:endParaRPr>
          </a:p>
        </p:txBody>
      </p:sp>
      <p:sp>
        <p:nvSpPr>
          <p:cNvPr id="589" name="Google Shape;589;p57"/>
          <p:cNvSpPr/>
          <p:nvPr/>
        </p:nvSpPr>
        <p:spPr>
          <a:xfrm>
            <a:off x="7968794" y="3548528"/>
            <a:ext cx="1039484" cy="245686"/>
          </a:xfrm>
          <a:prstGeom prst="rect">
            <a:avLst/>
          </a:prstGeom>
          <a:noFill/>
          <a:ln>
            <a:noFill/>
          </a:ln>
        </p:spPr>
        <p:txBody>
          <a:bodyPr spcFirstLastPara="1" wrap="square" lIns="0" tIns="0" rIns="0" bIns="0" anchor="t" anchorCtr="0">
            <a:noAutofit/>
          </a:bodyPr>
          <a:lstStyle/>
          <a:p>
            <a:pPr marL="0" marR="0" lvl="0" indent="0" algn="ctr" rtl="0">
              <a:lnSpc>
                <a:spcPct val="86000"/>
              </a:lnSpc>
              <a:spcBef>
                <a:spcPts val="0"/>
              </a:spcBef>
              <a:spcAft>
                <a:spcPts val="0"/>
              </a:spcAft>
              <a:buClr>
                <a:srgbClr val="383838"/>
              </a:buClr>
              <a:buSzPts val="900"/>
              <a:buFont typeface="Patrick Hand"/>
              <a:buNone/>
            </a:pPr>
            <a:r>
              <a:rPr lang="en-US" sz="1100" b="0" i="0" u="none" strike="noStrike" cap="none" dirty="0">
                <a:solidFill>
                  <a:schemeClr val="tx1"/>
                </a:solidFill>
                <a:latin typeface="Barlow" panose="00000500000000000000" pitchFamily="2" charset="0"/>
                <a:ea typeface="Patrick Hand"/>
                <a:cs typeface="Patrick Hand"/>
                <a:sym typeface="Patrick Hand"/>
              </a:rPr>
              <a:t>Réponse </a:t>
            </a:r>
            <a:r>
              <a:rPr lang="en-US" sz="1100" b="0" i="0" u="none" strike="noStrike" cap="none" dirty="0" err="1">
                <a:solidFill>
                  <a:schemeClr val="tx1"/>
                </a:solidFill>
                <a:latin typeface="Barlow" panose="00000500000000000000" pitchFamily="2" charset="0"/>
                <a:ea typeface="Patrick Hand"/>
                <a:cs typeface="Patrick Hand"/>
                <a:sym typeface="Patrick Hand"/>
              </a:rPr>
              <a:t>sourcée</a:t>
            </a:r>
            <a:r>
              <a:rPr lang="en-US" sz="1100" b="0" i="0" u="none" strike="noStrike" cap="none" dirty="0">
                <a:solidFill>
                  <a:schemeClr val="tx1"/>
                </a:solidFill>
                <a:latin typeface="Barlow" panose="00000500000000000000" pitchFamily="2" charset="0"/>
                <a:ea typeface="Patrick Hand"/>
                <a:cs typeface="Patrick Hand"/>
                <a:sym typeface="Patrick Hand"/>
              </a:rPr>
              <a:t> avec citations</a:t>
            </a:r>
            <a:endParaRPr sz="1100" b="0" i="0" u="none" strike="noStrike" cap="none" dirty="0">
              <a:solidFill>
                <a:schemeClr val="tx1"/>
              </a:solidFill>
              <a:latin typeface="Barlow" panose="00000500000000000000" pitchFamily="2" charset="0"/>
              <a:ea typeface="Calibri"/>
              <a:cs typeface="Calibri"/>
              <a:sym typeface="Calibri"/>
            </a:endParaRPr>
          </a:p>
        </p:txBody>
      </p:sp>
      <p:sp>
        <p:nvSpPr>
          <p:cNvPr id="590" name="Google Shape;590;p57"/>
          <p:cNvSpPr/>
          <p:nvPr/>
        </p:nvSpPr>
        <p:spPr>
          <a:xfrm>
            <a:off x="3042662" y="1836306"/>
            <a:ext cx="1039484" cy="1489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383838"/>
              </a:buClr>
              <a:buSzPts val="900"/>
              <a:buFont typeface="Patrick Hand"/>
              <a:buNone/>
            </a:pPr>
            <a:r>
              <a:rPr lang="en-US" sz="1100" b="0" i="0" u="none" strike="noStrike" cap="none" dirty="0">
                <a:solidFill>
                  <a:schemeClr val="tx1"/>
                </a:solidFill>
                <a:latin typeface="Barlow" panose="00000500000000000000" pitchFamily="2" charset="0"/>
                <a:ea typeface="Patrick Hand"/>
                <a:cs typeface="Patrick Hand"/>
                <a:sym typeface="Patrick Hand"/>
              </a:rPr>
              <a:t>Question</a:t>
            </a:r>
            <a:endParaRPr sz="1100" b="0" i="0" u="none" strike="noStrike" cap="none" dirty="0">
              <a:solidFill>
                <a:schemeClr val="tx1"/>
              </a:solidFill>
              <a:latin typeface="Barlow" panose="00000500000000000000" pitchFamily="2" charset="0"/>
              <a:ea typeface="Calibri"/>
              <a:cs typeface="Calibri"/>
              <a:sym typeface="Calibri"/>
            </a:endParaRPr>
          </a:p>
        </p:txBody>
      </p:sp>
      <p:sp>
        <p:nvSpPr>
          <p:cNvPr id="591" name="Google Shape;591;p57"/>
          <p:cNvSpPr/>
          <p:nvPr/>
        </p:nvSpPr>
        <p:spPr>
          <a:xfrm>
            <a:off x="3042662" y="1835612"/>
            <a:ext cx="1039484" cy="245685"/>
          </a:xfrm>
          <a:prstGeom prst="rect">
            <a:avLst/>
          </a:prstGeom>
          <a:noFill/>
          <a:ln>
            <a:noFill/>
          </a:ln>
        </p:spPr>
        <p:txBody>
          <a:bodyPr spcFirstLastPara="1" wrap="square" lIns="0" tIns="0" rIns="0" bIns="0" anchor="t" anchorCtr="0">
            <a:noAutofit/>
          </a:bodyPr>
          <a:lstStyle/>
          <a:p>
            <a:pPr marL="0" marR="0" lvl="0" indent="0" algn="ctr" rtl="0">
              <a:lnSpc>
                <a:spcPct val="86000"/>
              </a:lnSpc>
              <a:spcBef>
                <a:spcPts val="0"/>
              </a:spcBef>
              <a:spcAft>
                <a:spcPts val="0"/>
              </a:spcAft>
              <a:buClr>
                <a:srgbClr val="383838"/>
              </a:buClr>
              <a:buSzPts val="900"/>
              <a:buFont typeface="Patrick Hand"/>
              <a:buNone/>
            </a:pPr>
            <a:r>
              <a:rPr lang="en-US" sz="1100" b="0" i="0" u="none" strike="noStrike" cap="none" dirty="0">
                <a:solidFill>
                  <a:schemeClr val="tx1"/>
                </a:solidFill>
                <a:latin typeface="Barlow" panose="00000500000000000000" pitchFamily="2" charset="0"/>
                <a:ea typeface="Patrick Hand"/>
                <a:cs typeface="Patrick Hand"/>
                <a:sym typeface="Patrick Hand"/>
              </a:rPr>
              <a:t>Question </a:t>
            </a:r>
            <a:r>
              <a:rPr lang="en-US" sz="1100" b="0" i="0" u="none" strike="noStrike" cap="none" dirty="0" err="1">
                <a:solidFill>
                  <a:schemeClr val="tx1"/>
                </a:solidFill>
                <a:latin typeface="Barlow" panose="00000500000000000000" pitchFamily="2" charset="0"/>
                <a:ea typeface="Patrick Hand"/>
                <a:cs typeface="Patrick Hand"/>
                <a:sym typeface="Patrick Hand"/>
              </a:rPr>
              <a:t>utilisateur</a:t>
            </a:r>
            <a:r>
              <a:rPr lang="en-US" sz="1100" b="0" i="0" u="none" strike="noStrike" cap="none" dirty="0">
                <a:solidFill>
                  <a:schemeClr val="tx1"/>
                </a:solidFill>
                <a:latin typeface="Barlow" panose="00000500000000000000" pitchFamily="2" charset="0"/>
                <a:ea typeface="Patrick Hand"/>
                <a:cs typeface="Patrick Hand"/>
                <a:sym typeface="Patrick Hand"/>
              </a:rPr>
              <a:t> </a:t>
            </a:r>
            <a:r>
              <a:rPr lang="en-US" sz="1100" b="0" i="0" u="none" strike="noStrike" cap="none" dirty="0" err="1">
                <a:solidFill>
                  <a:schemeClr val="tx1"/>
                </a:solidFill>
                <a:latin typeface="Barlow" panose="00000500000000000000" pitchFamily="2" charset="0"/>
                <a:ea typeface="Patrick Hand"/>
                <a:cs typeface="Patrick Hand"/>
                <a:sym typeface="Patrick Hand"/>
              </a:rPr>
              <a:t>initiale</a:t>
            </a:r>
            <a:endParaRPr sz="1100" b="0" i="0" u="none" strike="noStrike" cap="none" dirty="0">
              <a:solidFill>
                <a:schemeClr val="tx1"/>
              </a:solidFill>
              <a:latin typeface="Barlow" panose="00000500000000000000" pitchFamily="2" charset="0"/>
              <a:ea typeface="Calibri"/>
              <a:cs typeface="Calibri"/>
              <a:sym typeface="Calibri"/>
            </a:endParaRPr>
          </a:p>
        </p:txBody>
      </p:sp>
      <p:sp>
        <p:nvSpPr>
          <p:cNvPr id="592" name="Google Shape;592;p57"/>
          <p:cNvSpPr/>
          <p:nvPr/>
        </p:nvSpPr>
        <p:spPr>
          <a:xfrm>
            <a:off x="6331622" y="1836306"/>
            <a:ext cx="1039484" cy="1489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383838"/>
              </a:buClr>
              <a:buSzPts val="900"/>
              <a:buFont typeface="Patrick Hand"/>
              <a:buNone/>
            </a:pPr>
            <a:r>
              <a:rPr lang="en-US" sz="1100" b="0" i="0" u="none" strike="noStrike" cap="none" dirty="0" err="1">
                <a:solidFill>
                  <a:schemeClr val="tx1"/>
                </a:solidFill>
                <a:latin typeface="Barlow" panose="00000500000000000000" pitchFamily="2" charset="0"/>
                <a:ea typeface="Patrick Hand"/>
                <a:cs typeface="Patrick Hand"/>
                <a:sym typeface="Patrick Hand"/>
              </a:rPr>
              <a:t>Rédaction</a:t>
            </a:r>
            <a:endParaRPr sz="1100" b="0" i="0" u="none" strike="noStrike" cap="none" dirty="0">
              <a:solidFill>
                <a:schemeClr val="tx1"/>
              </a:solidFill>
              <a:latin typeface="Barlow" panose="00000500000000000000" pitchFamily="2" charset="0"/>
              <a:ea typeface="Calibri"/>
              <a:cs typeface="Calibri"/>
              <a:sym typeface="Calibri"/>
            </a:endParaRPr>
          </a:p>
        </p:txBody>
      </p:sp>
      <p:sp>
        <p:nvSpPr>
          <p:cNvPr id="593" name="Google Shape;593;p57"/>
          <p:cNvSpPr/>
          <p:nvPr/>
        </p:nvSpPr>
        <p:spPr>
          <a:xfrm>
            <a:off x="6331622" y="1835612"/>
            <a:ext cx="1039484" cy="245685"/>
          </a:xfrm>
          <a:prstGeom prst="rect">
            <a:avLst/>
          </a:prstGeom>
          <a:noFill/>
          <a:ln>
            <a:noFill/>
          </a:ln>
        </p:spPr>
        <p:txBody>
          <a:bodyPr spcFirstLastPara="1" wrap="square" lIns="0" tIns="0" rIns="0" bIns="0" anchor="t" anchorCtr="0">
            <a:noAutofit/>
          </a:bodyPr>
          <a:lstStyle/>
          <a:p>
            <a:pPr marL="0" marR="0" lvl="0" indent="0" algn="ctr" rtl="0">
              <a:lnSpc>
                <a:spcPct val="86000"/>
              </a:lnSpc>
              <a:spcBef>
                <a:spcPts val="0"/>
              </a:spcBef>
              <a:spcAft>
                <a:spcPts val="0"/>
              </a:spcAft>
              <a:buClr>
                <a:srgbClr val="383838"/>
              </a:buClr>
              <a:buSzPts val="900"/>
              <a:buFont typeface="Patrick Hand"/>
              <a:buNone/>
            </a:pPr>
            <a:r>
              <a:rPr lang="en-US" sz="1100" b="0" i="0" u="none" strike="noStrike" cap="none" dirty="0">
                <a:solidFill>
                  <a:schemeClr val="tx1"/>
                </a:solidFill>
                <a:latin typeface="Barlow" panose="00000500000000000000" pitchFamily="2" charset="0"/>
                <a:ea typeface="Patrick Hand"/>
                <a:cs typeface="Patrick Hand"/>
                <a:sym typeface="Patrick Hand"/>
              </a:rPr>
              <a:t>LLM </a:t>
            </a:r>
            <a:r>
              <a:rPr lang="en-US" sz="1100" b="0" i="0" u="none" strike="noStrike" cap="none" dirty="0" err="1">
                <a:solidFill>
                  <a:schemeClr val="tx1"/>
                </a:solidFill>
                <a:latin typeface="Barlow" panose="00000500000000000000" pitchFamily="2" charset="0"/>
                <a:ea typeface="Patrick Hand"/>
                <a:cs typeface="Patrick Hand"/>
                <a:sym typeface="Patrick Hand"/>
              </a:rPr>
              <a:t>rédige</a:t>
            </a:r>
            <a:r>
              <a:rPr lang="en-US" sz="1100" b="0" i="0" u="none" strike="noStrike" cap="none" dirty="0">
                <a:solidFill>
                  <a:schemeClr val="tx1"/>
                </a:solidFill>
                <a:latin typeface="Barlow" panose="00000500000000000000" pitchFamily="2" charset="0"/>
                <a:ea typeface="Patrick Hand"/>
                <a:cs typeface="Patrick Hand"/>
                <a:sym typeface="Patrick Hand"/>
              </a:rPr>
              <a:t> avec le </a:t>
            </a:r>
            <a:r>
              <a:rPr lang="en-US" sz="1100" b="0" i="0" u="none" strike="noStrike" cap="none" dirty="0" err="1">
                <a:solidFill>
                  <a:schemeClr val="tx1"/>
                </a:solidFill>
                <a:latin typeface="Barlow" panose="00000500000000000000" pitchFamily="2" charset="0"/>
                <a:ea typeface="Patrick Hand"/>
                <a:cs typeface="Patrick Hand"/>
                <a:sym typeface="Patrick Hand"/>
              </a:rPr>
              <a:t>contexte</a:t>
            </a:r>
            <a:r>
              <a:rPr lang="en-US" sz="1100" b="0" i="0" u="none" strike="noStrike" cap="none" dirty="0">
                <a:solidFill>
                  <a:schemeClr val="tx1"/>
                </a:solidFill>
                <a:latin typeface="Barlow" panose="00000500000000000000" pitchFamily="2" charset="0"/>
                <a:ea typeface="Patrick Hand"/>
                <a:cs typeface="Patrick Hand"/>
                <a:sym typeface="Patrick Hand"/>
              </a:rPr>
              <a:t> </a:t>
            </a:r>
            <a:r>
              <a:rPr lang="en-US" sz="1100" b="0" i="0" u="none" strike="noStrike" cap="none" dirty="0" err="1">
                <a:solidFill>
                  <a:schemeClr val="tx1"/>
                </a:solidFill>
                <a:latin typeface="Barlow" panose="00000500000000000000" pitchFamily="2" charset="0"/>
                <a:ea typeface="Patrick Hand"/>
                <a:cs typeface="Patrick Hand"/>
                <a:sym typeface="Patrick Hand"/>
              </a:rPr>
              <a:t>récupéré</a:t>
            </a:r>
            <a:endParaRPr sz="1100" b="0" i="0" u="none" strike="noStrike" cap="none" dirty="0">
              <a:solidFill>
                <a:schemeClr val="tx1"/>
              </a:solidFill>
              <a:latin typeface="Barlow" panose="00000500000000000000" pitchFamily="2" charset="0"/>
              <a:ea typeface="Calibri"/>
              <a:cs typeface="Calibri"/>
              <a:sym typeface="Calibri"/>
            </a:endParaRPr>
          </a:p>
        </p:txBody>
      </p:sp>
      <p:sp>
        <p:nvSpPr>
          <p:cNvPr id="594" name="Google Shape;594;p57"/>
          <p:cNvSpPr/>
          <p:nvPr/>
        </p:nvSpPr>
        <p:spPr>
          <a:xfrm>
            <a:off x="695324" y="4508939"/>
            <a:ext cx="5323747" cy="863203"/>
          </a:xfrm>
          <a:prstGeom prst="roundRect">
            <a:avLst>
              <a:gd name="adj" fmla="val 12472"/>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tx1"/>
              </a:solidFill>
              <a:latin typeface="Barlow" panose="00000500000000000000" pitchFamily="2" charset="0"/>
            </a:endParaRPr>
          </a:p>
        </p:txBody>
      </p:sp>
      <p:sp>
        <p:nvSpPr>
          <p:cNvPr id="595" name="Google Shape;595;p57"/>
          <p:cNvSpPr/>
          <p:nvPr/>
        </p:nvSpPr>
        <p:spPr>
          <a:xfrm>
            <a:off x="844843" y="4606074"/>
            <a:ext cx="5024709" cy="18682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383838"/>
              </a:buClr>
              <a:buSzPts val="1150"/>
              <a:buFont typeface="Patrick Hand"/>
              <a:buNone/>
            </a:pPr>
            <a:r>
              <a:rPr lang="en-US" b="0" i="0" u="none" strike="noStrike" cap="none" dirty="0">
                <a:solidFill>
                  <a:schemeClr val="tx1"/>
                </a:solidFill>
                <a:latin typeface="Barlow" panose="00000500000000000000" pitchFamily="2" charset="0"/>
                <a:ea typeface="Patrick Hand"/>
                <a:cs typeface="Patrick Hand"/>
                <a:sym typeface="Patrick Hand"/>
              </a:rPr>
              <a:t>LLM seul</a:t>
            </a:r>
            <a:endParaRPr b="0" i="0" u="none" strike="noStrike" cap="none" dirty="0">
              <a:solidFill>
                <a:schemeClr val="tx1"/>
              </a:solidFill>
              <a:latin typeface="Barlow" panose="00000500000000000000" pitchFamily="2" charset="0"/>
              <a:ea typeface="Calibri"/>
              <a:cs typeface="Calibri"/>
              <a:sym typeface="Calibri"/>
            </a:endParaRPr>
          </a:p>
        </p:txBody>
      </p:sp>
      <p:sp>
        <p:nvSpPr>
          <p:cNvPr id="596" name="Google Shape;596;p57"/>
          <p:cNvSpPr/>
          <p:nvPr/>
        </p:nvSpPr>
        <p:spPr>
          <a:xfrm>
            <a:off x="844843" y="4890038"/>
            <a:ext cx="5024709" cy="394692"/>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383838"/>
              </a:buClr>
              <a:buSzPts val="1150"/>
              <a:buFont typeface="Patrick Hand"/>
              <a:buNone/>
            </a:pPr>
            <a:r>
              <a:rPr lang="en-US" b="0" i="0" u="none" strike="noStrike" cap="none" dirty="0" err="1">
                <a:solidFill>
                  <a:schemeClr val="tx1"/>
                </a:solidFill>
                <a:latin typeface="Barlow" panose="00000500000000000000" pitchFamily="2" charset="0"/>
                <a:ea typeface="Patrick Hand"/>
                <a:cs typeface="Patrick Hand"/>
                <a:sym typeface="Patrick Hand"/>
              </a:rPr>
              <a:t>Réponses</a:t>
            </a:r>
            <a:r>
              <a:rPr lang="en-US" b="0" i="0" u="none" strike="noStrike" cap="none" dirty="0">
                <a:solidFill>
                  <a:schemeClr val="tx1"/>
                </a:solidFill>
                <a:latin typeface="Barlow" panose="00000500000000000000" pitchFamily="2" charset="0"/>
                <a:ea typeface="Patrick Hand"/>
                <a:cs typeface="Patrick Hand"/>
                <a:sym typeface="Patrick Hand"/>
              </a:rPr>
              <a:t> </a:t>
            </a:r>
            <a:r>
              <a:rPr lang="en-US" b="0" i="0" u="none" strike="noStrike" cap="none" dirty="0" err="1">
                <a:solidFill>
                  <a:schemeClr val="tx1"/>
                </a:solidFill>
                <a:latin typeface="Barlow" panose="00000500000000000000" pitchFamily="2" charset="0"/>
                <a:ea typeface="Patrick Hand"/>
                <a:cs typeface="Patrick Hand"/>
                <a:sym typeface="Patrick Hand"/>
              </a:rPr>
              <a:t>génériques</a:t>
            </a:r>
            <a:r>
              <a:rPr lang="en-US" b="0" i="0" u="none" strike="noStrike" cap="none" dirty="0">
                <a:solidFill>
                  <a:schemeClr val="tx1"/>
                </a:solidFill>
                <a:latin typeface="Barlow" panose="00000500000000000000" pitchFamily="2" charset="0"/>
                <a:ea typeface="Patrick Hand"/>
                <a:cs typeface="Patrick Hand"/>
                <a:sym typeface="Patrick Hand"/>
              </a:rPr>
              <a:t>, </a:t>
            </a:r>
            <a:r>
              <a:rPr lang="en-US" b="0" i="0" u="none" strike="noStrike" cap="none" dirty="0" err="1">
                <a:solidFill>
                  <a:schemeClr val="tx1"/>
                </a:solidFill>
                <a:latin typeface="Barlow" panose="00000500000000000000" pitchFamily="2" charset="0"/>
                <a:ea typeface="Patrick Hand"/>
                <a:cs typeface="Patrick Hand"/>
                <a:sym typeface="Patrick Hand"/>
              </a:rPr>
              <a:t>risque</a:t>
            </a:r>
            <a:r>
              <a:rPr lang="en-US" b="0" i="0" u="none" strike="noStrike" cap="none" dirty="0">
                <a:solidFill>
                  <a:schemeClr val="tx1"/>
                </a:solidFill>
                <a:latin typeface="Barlow" panose="00000500000000000000" pitchFamily="2" charset="0"/>
                <a:ea typeface="Patrick Hand"/>
                <a:cs typeface="Patrick Hand"/>
                <a:sym typeface="Patrick Hand"/>
              </a:rPr>
              <a:t> </a:t>
            </a:r>
            <a:r>
              <a:rPr lang="en-US" b="0" i="0" u="none" strike="noStrike" cap="none" dirty="0" err="1">
                <a:solidFill>
                  <a:schemeClr val="tx1"/>
                </a:solidFill>
                <a:latin typeface="Barlow" panose="00000500000000000000" pitchFamily="2" charset="0"/>
                <a:ea typeface="Patrick Hand"/>
                <a:cs typeface="Patrick Hand"/>
                <a:sym typeface="Patrick Hand"/>
              </a:rPr>
              <a:t>d'hallucination</a:t>
            </a:r>
            <a:r>
              <a:rPr lang="en-US" b="0" i="0" u="none" strike="noStrike" cap="none" dirty="0">
                <a:solidFill>
                  <a:schemeClr val="tx1"/>
                </a:solidFill>
                <a:latin typeface="Barlow" panose="00000500000000000000" pitchFamily="2" charset="0"/>
                <a:ea typeface="Patrick Hand"/>
                <a:cs typeface="Patrick Hand"/>
                <a:sym typeface="Patrick Hand"/>
              </a:rPr>
              <a:t> </a:t>
            </a:r>
            <a:r>
              <a:rPr lang="en-US" b="0" i="0" u="none" strike="noStrike" cap="none" dirty="0" err="1">
                <a:solidFill>
                  <a:schemeClr val="tx1"/>
                </a:solidFill>
                <a:latin typeface="Barlow" panose="00000500000000000000" pitchFamily="2" charset="0"/>
                <a:ea typeface="Patrick Hand"/>
                <a:cs typeface="Patrick Hand"/>
                <a:sym typeface="Patrick Hand"/>
              </a:rPr>
              <a:t>élevé</a:t>
            </a:r>
            <a:r>
              <a:rPr lang="en-US" b="0" i="0" u="none" strike="noStrike" cap="none" dirty="0">
                <a:solidFill>
                  <a:schemeClr val="tx1"/>
                </a:solidFill>
                <a:latin typeface="Barlow" panose="00000500000000000000" pitchFamily="2" charset="0"/>
                <a:ea typeface="Patrick Hand"/>
                <a:cs typeface="Patrick Hand"/>
                <a:sym typeface="Patrick Hand"/>
              </a:rPr>
              <a:t>, </a:t>
            </a:r>
            <a:r>
              <a:rPr lang="en-US" b="0" i="0" u="none" strike="noStrike" cap="none" dirty="0" err="1">
                <a:solidFill>
                  <a:schemeClr val="tx1"/>
                </a:solidFill>
                <a:latin typeface="Barlow" panose="00000500000000000000" pitchFamily="2" charset="0"/>
                <a:ea typeface="Patrick Hand"/>
                <a:cs typeface="Patrick Hand"/>
                <a:sym typeface="Patrick Hand"/>
              </a:rPr>
              <a:t>aucune</a:t>
            </a:r>
            <a:r>
              <a:rPr lang="en-US" b="0" i="0" u="none" strike="noStrike" cap="none" dirty="0">
                <a:solidFill>
                  <a:schemeClr val="tx1"/>
                </a:solidFill>
                <a:latin typeface="Barlow" panose="00000500000000000000" pitchFamily="2" charset="0"/>
                <a:ea typeface="Patrick Hand"/>
                <a:cs typeface="Patrick Hand"/>
                <a:sym typeface="Patrick Hand"/>
              </a:rPr>
              <a:t> </a:t>
            </a:r>
            <a:r>
              <a:rPr lang="en-US" b="0" i="0" u="none" strike="noStrike" cap="none" dirty="0" err="1">
                <a:solidFill>
                  <a:schemeClr val="tx1"/>
                </a:solidFill>
                <a:latin typeface="Barlow" panose="00000500000000000000" pitchFamily="2" charset="0"/>
                <a:ea typeface="Patrick Hand"/>
                <a:cs typeface="Patrick Hand"/>
                <a:sym typeface="Patrick Hand"/>
              </a:rPr>
              <a:t>traçabilité</a:t>
            </a:r>
            <a:r>
              <a:rPr lang="en-US" b="0" i="0" u="none" strike="noStrike" cap="none" dirty="0">
                <a:solidFill>
                  <a:schemeClr val="tx1"/>
                </a:solidFill>
                <a:latin typeface="Barlow" panose="00000500000000000000" pitchFamily="2" charset="0"/>
                <a:ea typeface="Patrick Hand"/>
                <a:cs typeface="Patrick Hand"/>
                <a:sym typeface="Patrick Hand"/>
              </a:rPr>
              <a:t> vers les sources </a:t>
            </a:r>
            <a:r>
              <a:rPr lang="en-US" b="0" i="0" u="none" strike="noStrike" cap="none" dirty="0" err="1">
                <a:solidFill>
                  <a:schemeClr val="tx1"/>
                </a:solidFill>
                <a:latin typeface="Barlow" panose="00000500000000000000" pitchFamily="2" charset="0"/>
                <a:ea typeface="Patrick Hand"/>
                <a:cs typeface="Patrick Hand"/>
                <a:sym typeface="Patrick Hand"/>
              </a:rPr>
              <a:t>documentaires</a:t>
            </a:r>
            <a:r>
              <a:rPr lang="en-US" b="0" i="0" u="none" strike="noStrike" cap="none" dirty="0">
                <a:solidFill>
                  <a:schemeClr val="tx1"/>
                </a:solidFill>
                <a:latin typeface="Barlow" panose="00000500000000000000" pitchFamily="2" charset="0"/>
                <a:ea typeface="Patrick Hand"/>
                <a:cs typeface="Patrick Hand"/>
                <a:sym typeface="Patrick Hand"/>
              </a:rPr>
              <a:t>.</a:t>
            </a:r>
            <a:endParaRPr b="0" i="0" u="none" strike="noStrike" cap="none" dirty="0">
              <a:solidFill>
                <a:schemeClr val="tx1"/>
              </a:solidFill>
              <a:latin typeface="Barlow" panose="00000500000000000000" pitchFamily="2" charset="0"/>
              <a:ea typeface="Calibri"/>
              <a:cs typeface="Calibri"/>
              <a:sym typeface="Calibri"/>
            </a:endParaRPr>
          </a:p>
        </p:txBody>
      </p:sp>
      <p:sp>
        <p:nvSpPr>
          <p:cNvPr id="2" name="Google Shape;594;p57">
            <a:extLst>
              <a:ext uri="{FF2B5EF4-FFF2-40B4-BE49-F238E27FC236}">
                <a16:creationId xmlns:a16="http://schemas.microsoft.com/office/drawing/2014/main" id="{071B6211-CC54-67CD-B956-34BB157BD530}"/>
              </a:ext>
            </a:extLst>
          </p:cNvPr>
          <p:cNvSpPr/>
          <p:nvPr/>
        </p:nvSpPr>
        <p:spPr>
          <a:xfrm>
            <a:off x="6174839" y="4508938"/>
            <a:ext cx="5323747" cy="863203"/>
          </a:xfrm>
          <a:prstGeom prst="roundRect">
            <a:avLst>
              <a:gd name="adj" fmla="val 12472"/>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tx1"/>
              </a:solidFill>
              <a:latin typeface="Barlow" panose="00000500000000000000" pitchFamily="2" charset="0"/>
            </a:endParaRPr>
          </a:p>
        </p:txBody>
      </p:sp>
      <p:sp>
        <p:nvSpPr>
          <p:cNvPr id="597" name="Google Shape;597;p57"/>
          <p:cNvSpPr/>
          <p:nvPr/>
        </p:nvSpPr>
        <p:spPr>
          <a:xfrm>
            <a:off x="6282490" y="4606074"/>
            <a:ext cx="5108447" cy="18682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383838"/>
              </a:buClr>
              <a:buSzPts val="1150"/>
              <a:buFont typeface="Patrick Hand"/>
              <a:buNone/>
            </a:pPr>
            <a:r>
              <a:rPr lang="en-US" b="0" i="0" u="none" strike="noStrike" cap="none">
                <a:solidFill>
                  <a:schemeClr val="tx1"/>
                </a:solidFill>
                <a:latin typeface="Barlow" panose="00000500000000000000" pitchFamily="2" charset="0"/>
                <a:ea typeface="Patrick Hand"/>
                <a:cs typeface="Patrick Hand"/>
                <a:sym typeface="Patrick Hand"/>
              </a:rPr>
              <a:t>Moteur de recherche classique</a:t>
            </a:r>
            <a:endParaRPr b="0" i="0" u="none" strike="noStrike" cap="none">
              <a:solidFill>
                <a:schemeClr val="tx1"/>
              </a:solidFill>
              <a:latin typeface="Barlow" panose="00000500000000000000" pitchFamily="2" charset="0"/>
              <a:ea typeface="Calibri"/>
              <a:cs typeface="Calibri"/>
              <a:sym typeface="Calibri"/>
            </a:endParaRPr>
          </a:p>
        </p:txBody>
      </p:sp>
      <p:sp>
        <p:nvSpPr>
          <p:cNvPr id="598" name="Google Shape;598;p57"/>
          <p:cNvSpPr/>
          <p:nvPr/>
        </p:nvSpPr>
        <p:spPr>
          <a:xfrm>
            <a:off x="6282490" y="4890038"/>
            <a:ext cx="5718032" cy="197346"/>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383838"/>
              </a:buClr>
              <a:buSzPts val="1150"/>
              <a:buFont typeface="Patrick Hand"/>
              <a:buNone/>
            </a:pPr>
            <a:r>
              <a:rPr lang="en-US" b="0" i="0" u="none" strike="noStrike" cap="none">
                <a:solidFill>
                  <a:schemeClr val="tx1"/>
                </a:solidFill>
                <a:latin typeface="Barlow" panose="00000500000000000000" pitchFamily="2" charset="0"/>
                <a:ea typeface="Patrick Hand"/>
                <a:cs typeface="Patrick Hand"/>
                <a:sym typeface="Patrick Hand"/>
              </a:rPr>
              <a:t>Retour de documents bruts, sans synthèse ni mise en contexte sémantique pour l'utilisateur.</a:t>
            </a:r>
            <a:endParaRPr b="0" i="0" u="none" strike="noStrike" cap="none">
              <a:solidFill>
                <a:schemeClr val="tx1"/>
              </a:solidFill>
              <a:latin typeface="Barlow" panose="00000500000000000000" pitchFamily="2" charset="0"/>
              <a:ea typeface="Calibri"/>
              <a:cs typeface="Calibri"/>
              <a:sym typeface="Calibri"/>
            </a:endParaRPr>
          </a:p>
        </p:txBody>
      </p:sp>
      <p:sp>
        <p:nvSpPr>
          <p:cNvPr id="599" name="Google Shape;599;p57"/>
          <p:cNvSpPr/>
          <p:nvPr/>
        </p:nvSpPr>
        <p:spPr>
          <a:xfrm>
            <a:off x="805041" y="5642967"/>
            <a:ext cx="10581613" cy="456505"/>
          </a:xfrm>
          <a:prstGeom prst="roundRect">
            <a:avLst>
              <a:gd name="adj" fmla="val 13756"/>
            </a:avLst>
          </a:pr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pic>
        <p:nvPicPr>
          <p:cNvPr id="600" name="Google Shape;600;p57" descr="preencoded.png"/>
          <p:cNvPicPr preferRelativeResize="0"/>
          <p:nvPr/>
        </p:nvPicPr>
        <p:blipFill rotWithShape="1">
          <a:blip r:embed="rId4">
            <a:alphaModFix/>
          </a:blip>
          <a:srcRect/>
          <a:stretch/>
        </p:blipFill>
        <p:spPr>
          <a:xfrm>
            <a:off x="954560" y="5838627"/>
            <a:ext cx="186824" cy="149523"/>
          </a:xfrm>
          <a:prstGeom prst="rect">
            <a:avLst/>
          </a:prstGeom>
          <a:noFill/>
          <a:ln>
            <a:noFill/>
          </a:ln>
        </p:spPr>
      </p:pic>
      <p:sp>
        <p:nvSpPr>
          <p:cNvPr id="601" name="Google Shape;601;p57"/>
          <p:cNvSpPr/>
          <p:nvPr/>
        </p:nvSpPr>
        <p:spPr>
          <a:xfrm>
            <a:off x="1290903" y="5777409"/>
            <a:ext cx="10555817" cy="197346"/>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000000"/>
              </a:buClr>
              <a:buSzPts val="1150"/>
              <a:buFont typeface="Patrick Hand"/>
              <a:buNone/>
            </a:pPr>
            <a:r>
              <a:rPr lang="en-US" sz="1150" b="0" i="0" u="none" strike="noStrike" cap="none">
                <a:solidFill>
                  <a:schemeClr val="tx1"/>
                </a:solidFill>
                <a:latin typeface="Barlow" panose="00000500000000000000" pitchFamily="2" charset="0"/>
                <a:ea typeface="Patrick Hand"/>
                <a:cs typeface="Patrick Hand"/>
                <a:sym typeface="Patrick Hand"/>
              </a:rPr>
              <a:t>Le RAG combine les deux approches : il ancre la génération dans des sources vérifiables et citées.</a:t>
            </a:r>
            <a:endParaRPr sz="1150" b="0" i="0" u="none" strike="noStrike" cap="none">
              <a:solidFill>
                <a:schemeClr val="tx1"/>
              </a:solidFill>
              <a:latin typeface="Barlow" panose="00000500000000000000" pitchFamily="2" charset="0"/>
              <a:ea typeface="Calibri"/>
              <a:cs typeface="Calibri"/>
              <a:sym typeface="Calibri"/>
            </a:endParaRPr>
          </a:p>
        </p:txBody>
      </p:sp>
      <p:sp>
        <p:nvSpPr>
          <p:cNvPr id="3" name="Espace réservé du texte 2">
            <a:extLst>
              <a:ext uri="{FF2B5EF4-FFF2-40B4-BE49-F238E27FC236}">
                <a16:creationId xmlns:a16="http://schemas.microsoft.com/office/drawing/2014/main" id="{B63E1091-6D52-9100-3B84-CE76C116EC39}"/>
              </a:ext>
            </a:extLst>
          </p:cNvPr>
          <p:cNvSpPr>
            <a:spLocks noGrp="1"/>
          </p:cNvSpPr>
          <p:nvPr>
            <p:ph type="body" idx="1"/>
          </p:nvPr>
        </p:nvSpPr>
        <p:spPr/>
        <p:txBody>
          <a:bodyPr/>
          <a:lstStyle/>
          <a:p>
            <a:endParaRPr lang="fr-FR" dirty="0">
              <a:solidFill>
                <a:schemeClr val="tx1"/>
              </a:solidFill>
              <a:latin typeface="Barlow" panose="00000500000000000000" pitchFamily="2" charset="0"/>
            </a:endParaRPr>
          </a:p>
        </p:txBody>
      </p:sp>
      <p:sp>
        <p:nvSpPr>
          <p:cNvPr id="5" name="Google Shape;545;p55">
            <a:extLst>
              <a:ext uri="{FF2B5EF4-FFF2-40B4-BE49-F238E27FC236}">
                <a16:creationId xmlns:a16="http://schemas.microsoft.com/office/drawing/2014/main" id="{B551484D-E20F-92B1-B013-16F7450E7140}"/>
              </a:ext>
            </a:extLst>
          </p:cNvPr>
          <p:cNvSpPr/>
          <p:nvPr/>
        </p:nvSpPr>
        <p:spPr>
          <a:xfrm>
            <a:off x="695325" y="742461"/>
            <a:ext cx="11520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400" b="1" dirty="0">
                <a:solidFill>
                  <a:schemeClr val="tx1"/>
                </a:solidFill>
                <a:latin typeface="Barlow" panose="00000500000000000000" pitchFamily="2" charset="0"/>
                <a:sym typeface="Patrick Hand"/>
              </a:rPr>
              <a:t>Fondamentaux RAG 1/2 : Le RAG </a:t>
            </a:r>
            <a:r>
              <a:rPr lang="en-US" sz="2400" b="1" dirty="0" err="1">
                <a:solidFill>
                  <a:schemeClr val="tx1"/>
                </a:solidFill>
                <a:latin typeface="Barlow" panose="00000500000000000000" pitchFamily="2" charset="0"/>
                <a:sym typeface="Patrick Hand"/>
              </a:rPr>
              <a:t>en</a:t>
            </a:r>
            <a:r>
              <a:rPr lang="en-US" sz="2400" b="1" dirty="0">
                <a:solidFill>
                  <a:schemeClr val="tx1"/>
                </a:solidFill>
                <a:latin typeface="Barlow" panose="00000500000000000000" pitchFamily="2" charset="0"/>
                <a:sym typeface="Patrick Hand"/>
              </a:rPr>
              <a:t> pratique</a:t>
            </a:r>
            <a:endParaRPr sz="2400" b="1" dirty="0">
              <a:solidFill>
                <a:schemeClr val="tx1"/>
              </a:solidFill>
              <a:latin typeface="Barlow" panose="00000500000000000000" pitchFamily="2" charset="0"/>
              <a:sym typeface="Calibri"/>
            </a:endParaRPr>
          </a:p>
        </p:txBody>
      </p:sp>
      <p:sp>
        <p:nvSpPr>
          <p:cNvPr id="4" name="Slide Number Placeholder 2">
            <a:extLst>
              <a:ext uri="{FF2B5EF4-FFF2-40B4-BE49-F238E27FC236}">
                <a16:creationId xmlns:a16="http://schemas.microsoft.com/office/drawing/2014/main" id="{B81D1C17-8D12-D74C-082E-C6D886A3A704}"/>
              </a:ext>
            </a:extLst>
          </p:cNvPr>
          <p:cNvSpPr>
            <a:spLocks noGrp="1"/>
          </p:cNvSpPr>
          <p:nvPr>
            <p:ph type="sldNum" idx="12"/>
          </p:nvPr>
        </p:nvSpPr>
        <p:spPr>
          <a:xfrm>
            <a:off x="11349846" y="6321114"/>
            <a:ext cx="508500" cy="381500"/>
          </a:xfrm>
        </p:spPr>
        <p:txBody>
          <a:bodyPr/>
          <a:lstStyle/>
          <a:p>
            <a:pPr marL="0" lvl="0" indent="0" algn="l" rtl="0">
              <a:spcBef>
                <a:spcPts val="0"/>
              </a:spcBef>
              <a:spcAft>
                <a:spcPts val="0"/>
              </a:spcAft>
              <a:buNone/>
            </a:pPr>
            <a:fld id="{00000000-1234-1234-1234-123412341234}" type="slidenum">
              <a:rPr lang="en-US" smtClean="0"/>
              <a:t>5</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91"/>
                                        </p:tgtEl>
                                        <p:attrNameLst>
                                          <p:attrName>style.visibility</p:attrName>
                                        </p:attrNameLst>
                                      </p:cBhvr>
                                      <p:to>
                                        <p:strVal val="visible"/>
                                      </p:to>
                                    </p:set>
                                    <p:animEffect transition="in" filter="fade">
                                      <p:cBhvr>
                                        <p:cTn id="7" dur="500"/>
                                        <p:tgtEl>
                                          <p:spTgt spid="59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93"/>
                                        </p:tgtEl>
                                        <p:attrNameLst>
                                          <p:attrName>style.visibility</p:attrName>
                                        </p:attrNameLst>
                                      </p:cBhvr>
                                      <p:to>
                                        <p:strVal val="visible"/>
                                      </p:to>
                                    </p:set>
                                    <p:animEffect transition="in" filter="fade">
                                      <p:cBhvr>
                                        <p:cTn id="10" dur="500"/>
                                        <p:tgtEl>
                                          <p:spTgt spid="59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87"/>
                                        </p:tgtEl>
                                        <p:attrNameLst>
                                          <p:attrName>style.visibility</p:attrName>
                                        </p:attrNameLst>
                                      </p:cBhvr>
                                      <p:to>
                                        <p:strVal val="visible"/>
                                      </p:to>
                                    </p:set>
                                    <p:animEffect transition="in" filter="fade">
                                      <p:cBhvr>
                                        <p:cTn id="13" dur="500"/>
                                        <p:tgtEl>
                                          <p:spTgt spid="58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89"/>
                                        </p:tgtEl>
                                        <p:attrNameLst>
                                          <p:attrName>style.visibility</p:attrName>
                                        </p:attrNameLst>
                                      </p:cBhvr>
                                      <p:to>
                                        <p:strVal val="visible"/>
                                      </p:to>
                                    </p:set>
                                    <p:animEffect transition="in" filter="fade">
                                      <p:cBhvr>
                                        <p:cTn id="16" dur="500"/>
                                        <p:tgtEl>
                                          <p:spTgt spid="589"/>
                                        </p:tgtEl>
                                      </p:cBhvr>
                                    </p:animEffect>
                                  </p:childTnLst>
                                </p:cTn>
                              </p:par>
                              <p:par>
                                <p:cTn id="17" presetID="10" presetClass="exit" presetSubtype="0" fill="hold" grpId="0" nodeType="withEffect">
                                  <p:stCondLst>
                                    <p:cond delay="0"/>
                                  </p:stCondLst>
                                  <p:childTnLst>
                                    <p:animEffect transition="out" filter="fade">
                                      <p:cBhvr>
                                        <p:cTn id="18" dur="500"/>
                                        <p:tgtEl>
                                          <p:spTgt spid="590"/>
                                        </p:tgtEl>
                                      </p:cBhvr>
                                    </p:animEffect>
                                    <p:set>
                                      <p:cBhvr>
                                        <p:cTn id="19" dur="1" fill="hold">
                                          <p:stCondLst>
                                            <p:cond delay="499"/>
                                          </p:stCondLst>
                                        </p:cTn>
                                        <p:tgtEl>
                                          <p:spTgt spid="590"/>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21" dur="500"/>
                                        <p:tgtEl>
                                          <p:spTgt spid="592"/>
                                        </p:tgtEl>
                                      </p:cBhvr>
                                    </p:animEffect>
                                    <p:set>
                                      <p:cBhvr>
                                        <p:cTn id="22" dur="1" fill="hold">
                                          <p:stCondLst>
                                            <p:cond delay="499"/>
                                          </p:stCondLst>
                                        </p:cTn>
                                        <p:tgtEl>
                                          <p:spTgt spid="592"/>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4" dur="500"/>
                                        <p:tgtEl>
                                          <p:spTgt spid="586"/>
                                        </p:tgtEl>
                                      </p:cBhvr>
                                    </p:animEffect>
                                    <p:set>
                                      <p:cBhvr>
                                        <p:cTn id="25" dur="1" fill="hold">
                                          <p:stCondLst>
                                            <p:cond delay="499"/>
                                          </p:stCondLst>
                                        </p:cTn>
                                        <p:tgtEl>
                                          <p:spTgt spid="586"/>
                                        </p:tgtEl>
                                        <p:attrNameLst>
                                          <p:attrName>style.visibility</p:attrName>
                                        </p:attrNameLst>
                                      </p:cBhvr>
                                      <p:to>
                                        <p:strVal val="hidden"/>
                                      </p:to>
                                    </p:set>
                                  </p:childTnLst>
                                </p:cTn>
                              </p:par>
                              <p:par>
                                <p:cTn id="26" presetID="10" presetClass="exit" presetSubtype="0" fill="hold" grpId="0" nodeType="withEffect">
                                  <p:stCondLst>
                                    <p:cond delay="0"/>
                                  </p:stCondLst>
                                  <p:childTnLst>
                                    <p:animEffect transition="out" filter="fade">
                                      <p:cBhvr>
                                        <p:cTn id="27" dur="500"/>
                                        <p:tgtEl>
                                          <p:spTgt spid="588"/>
                                        </p:tgtEl>
                                      </p:cBhvr>
                                    </p:animEffect>
                                    <p:set>
                                      <p:cBhvr>
                                        <p:cTn id="28" dur="1" fill="hold">
                                          <p:stCondLst>
                                            <p:cond delay="499"/>
                                          </p:stCondLst>
                                        </p:cTn>
                                        <p:tgtEl>
                                          <p:spTgt spid="5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6" grpId="0"/>
      <p:bldP spid="587" grpId="0"/>
      <p:bldP spid="588" grpId="0"/>
      <p:bldP spid="589" grpId="0"/>
      <p:bldP spid="590" grpId="0"/>
      <p:bldP spid="591" grpId="0"/>
      <p:bldP spid="592" grpId="0"/>
      <p:bldP spid="59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11" name="Google Shape;611;p58"/>
          <p:cNvSpPr/>
          <p:nvPr/>
        </p:nvSpPr>
        <p:spPr>
          <a:xfrm>
            <a:off x="805193" y="5715115"/>
            <a:ext cx="10581613" cy="400423"/>
          </a:xfrm>
          <a:prstGeom prst="roundRect">
            <a:avLst>
              <a:gd name="adj" fmla="val 15301"/>
            </a:avLst>
          </a:pr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pic>
        <p:nvPicPr>
          <p:cNvPr id="612" name="Google Shape;612;p58" descr="preencoded.png"/>
          <p:cNvPicPr preferRelativeResize="0"/>
          <p:nvPr/>
        </p:nvPicPr>
        <p:blipFill rotWithShape="1">
          <a:blip r:embed="rId3">
            <a:alphaModFix/>
          </a:blip>
          <a:srcRect/>
          <a:stretch/>
        </p:blipFill>
        <p:spPr>
          <a:xfrm>
            <a:off x="862689" y="5816887"/>
            <a:ext cx="258755" cy="219581"/>
          </a:xfrm>
          <a:prstGeom prst="rect">
            <a:avLst/>
          </a:prstGeom>
          <a:noFill/>
          <a:ln>
            <a:noFill/>
          </a:ln>
        </p:spPr>
      </p:pic>
      <p:sp>
        <p:nvSpPr>
          <p:cNvPr id="613" name="Google Shape;613;p58"/>
          <p:cNvSpPr/>
          <p:nvPr/>
        </p:nvSpPr>
        <p:spPr>
          <a:xfrm>
            <a:off x="1178939" y="5805261"/>
            <a:ext cx="10702459" cy="13791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Patrick Hand"/>
              <a:buNone/>
            </a:pPr>
            <a:r>
              <a:rPr lang="en-US" b="0" i="0" u="none" strike="noStrike" cap="none" dirty="0" err="1">
                <a:solidFill>
                  <a:schemeClr val="tx1"/>
                </a:solidFill>
                <a:latin typeface="Barlow" panose="00000500000000000000" pitchFamily="2" charset="0"/>
                <a:ea typeface="Patrick Hand"/>
                <a:cs typeface="Patrick Hand"/>
                <a:sym typeface="Patrick Hand"/>
              </a:rPr>
              <a:t>Chaque</a:t>
            </a:r>
            <a:r>
              <a:rPr lang="en-US" b="0" i="0" u="none" strike="noStrike" cap="none" dirty="0">
                <a:solidFill>
                  <a:schemeClr val="tx1"/>
                </a:solidFill>
                <a:latin typeface="Barlow" panose="00000500000000000000" pitchFamily="2" charset="0"/>
                <a:ea typeface="Patrick Hand"/>
                <a:cs typeface="Patrick Hand"/>
                <a:sym typeface="Patrick Hand"/>
              </a:rPr>
              <a:t> étage </a:t>
            </a:r>
            <a:r>
              <a:rPr lang="en-US" b="0" i="0" u="none" strike="noStrike" cap="none" dirty="0" err="1">
                <a:solidFill>
                  <a:schemeClr val="tx1"/>
                </a:solidFill>
                <a:latin typeface="Barlow" panose="00000500000000000000" pitchFamily="2" charset="0"/>
                <a:ea typeface="Patrick Hand"/>
                <a:cs typeface="Patrick Hand"/>
                <a:sym typeface="Patrick Hand"/>
              </a:rPr>
              <a:t>peut</a:t>
            </a:r>
            <a:r>
              <a:rPr lang="en-US" b="0" i="0" u="none" strike="noStrike" cap="none" dirty="0">
                <a:solidFill>
                  <a:schemeClr val="tx1"/>
                </a:solidFill>
                <a:latin typeface="Barlow" panose="00000500000000000000" pitchFamily="2" charset="0"/>
                <a:ea typeface="Patrick Hand"/>
                <a:cs typeface="Patrick Hand"/>
                <a:sym typeface="Patrick Hand"/>
              </a:rPr>
              <a:t> </a:t>
            </a:r>
            <a:r>
              <a:rPr lang="en-US" b="0" i="0" u="none" strike="noStrike" cap="none" dirty="0" err="1">
                <a:solidFill>
                  <a:schemeClr val="tx1"/>
                </a:solidFill>
                <a:latin typeface="Barlow" panose="00000500000000000000" pitchFamily="2" charset="0"/>
                <a:ea typeface="Patrick Hand"/>
                <a:cs typeface="Patrick Hand"/>
                <a:sym typeface="Patrick Hand"/>
              </a:rPr>
              <a:t>défaillir</a:t>
            </a:r>
            <a:r>
              <a:rPr lang="en-US" b="0" i="0" u="none" strike="noStrike" cap="none" dirty="0">
                <a:solidFill>
                  <a:schemeClr val="tx1"/>
                </a:solidFill>
                <a:latin typeface="Barlow" panose="00000500000000000000" pitchFamily="2" charset="0"/>
                <a:ea typeface="Patrick Hand"/>
                <a:cs typeface="Patrick Hand"/>
                <a:sym typeface="Patrick Hand"/>
              </a:rPr>
              <a:t> </a:t>
            </a:r>
            <a:r>
              <a:rPr lang="en-US" b="0" i="0" u="none" strike="noStrike" cap="none" dirty="0" err="1">
                <a:solidFill>
                  <a:schemeClr val="tx1"/>
                </a:solidFill>
                <a:latin typeface="Barlow" panose="00000500000000000000" pitchFamily="2" charset="0"/>
                <a:ea typeface="Patrick Hand"/>
                <a:cs typeface="Patrick Hand"/>
                <a:sym typeface="Patrick Hand"/>
              </a:rPr>
              <a:t>indépendamment</a:t>
            </a:r>
            <a:r>
              <a:rPr lang="en-US" b="0" i="0" u="none" strike="noStrike" cap="none" dirty="0">
                <a:solidFill>
                  <a:schemeClr val="tx1"/>
                </a:solidFill>
                <a:latin typeface="Barlow" panose="00000500000000000000" pitchFamily="2" charset="0"/>
                <a:ea typeface="Patrick Hand"/>
                <a:cs typeface="Patrick Hand"/>
                <a:sym typeface="Patrick Hand"/>
              </a:rPr>
              <a:t>. </a:t>
            </a:r>
            <a:r>
              <a:rPr lang="en-US" b="0" i="0" u="none" strike="noStrike" cap="none" dirty="0" err="1">
                <a:solidFill>
                  <a:schemeClr val="tx1"/>
                </a:solidFill>
                <a:latin typeface="Barlow" panose="00000500000000000000" pitchFamily="2" charset="0"/>
                <a:ea typeface="Patrick Hand"/>
                <a:cs typeface="Patrick Hand"/>
                <a:sym typeface="Patrick Hand"/>
              </a:rPr>
              <a:t>L'évaluation</a:t>
            </a:r>
            <a:r>
              <a:rPr lang="en-US" b="0" i="0" u="none" strike="noStrike" cap="none" dirty="0">
                <a:solidFill>
                  <a:schemeClr val="tx1"/>
                </a:solidFill>
                <a:latin typeface="Barlow" panose="00000500000000000000" pitchFamily="2" charset="0"/>
                <a:ea typeface="Patrick Hand"/>
                <a:cs typeface="Patrick Hand"/>
                <a:sym typeface="Patrick Hand"/>
              </a:rPr>
              <a:t> doit </a:t>
            </a:r>
            <a:r>
              <a:rPr lang="en-US" b="0" i="0" u="none" strike="noStrike" cap="none" dirty="0" err="1">
                <a:solidFill>
                  <a:schemeClr val="tx1"/>
                </a:solidFill>
                <a:latin typeface="Barlow" panose="00000500000000000000" pitchFamily="2" charset="0"/>
                <a:ea typeface="Patrick Hand"/>
                <a:cs typeface="Patrick Hand"/>
                <a:sym typeface="Patrick Hand"/>
              </a:rPr>
              <a:t>être</a:t>
            </a:r>
            <a:r>
              <a:rPr lang="en-US" b="0" i="0" u="none" strike="noStrike" cap="none" dirty="0">
                <a:solidFill>
                  <a:schemeClr val="tx1"/>
                </a:solidFill>
                <a:latin typeface="Barlow" panose="00000500000000000000" pitchFamily="2" charset="0"/>
                <a:ea typeface="Patrick Hand"/>
                <a:cs typeface="Patrick Hand"/>
                <a:sym typeface="Patrick Hand"/>
              </a:rPr>
              <a:t> </a:t>
            </a:r>
            <a:r>
              <a:rPr lang="en-US" b="0" i="0" u="none" strike="noStrike" cap="none" dirty="0" err="1">
                <a:solidFill>
                  <a:schemeClr val="tx1"/>
                </a:solidFill>
                <a:latin typeface="Barlow" panose="00000500000000000000" pitchFamily="2" charset="0"/>
                <a:ea typeface="Patrick Hand"/>
                <a:cs typeface="Patrick Hand"/>
                <a:sym typeface="Patrick Hand"/>
              </a:rPr>
              <a:t>granulaire</a:t>
            </a:r>
            <a:r>
              <a:rPr lang="en-US" b="0" i="0" u="none" strike="noStrike" cap="none" dirty="0">
                <a:solidFill>
                  <a:schemeClr val="tx1"/>
                </a:solidFill>
                <a:latin typeface="Barlow" panose="00000500000000000000" pitchFamily="2" charset="0"/>
                <a:ea typeface="Patrick Hand"/>
                <a:cs typeface="Patrick Hand"/>
                <a:sym typeface="Patrick Hand"/>
              </a:rPr>
              <a:t>, dimension par dimension.</a:t>
            </a:r>
            <a:endParaRPr b="0" i="0" u="none" strike="noStrike" cap="none" dirty="0">
              <a:solidFill>
                <a:schemeClr val="tx1"/>
              </a:solidFill>
              <a:latin typeface="Barlow" panose="00000500000000000000" pitchFamily="2" charset="0"/>
              <a:ea typeface="Calibri"/>
              <a:cs typeface="Calibri"/>
              <a:sym typeface="Calibri"/>
            </a:endParaRPr>
          </a:p>
        </p:txBody>
      </p:sp>
      <p:sp>
        <p:nvSpPr>
          <p:cNvPr id="3" name="Espace réservé du texte 2">
            <a:extLst>
              <a:ext uri="{FF2B5EF4-FFF2-40B4-BE49-F238E27FC236}">
                <a16:creationId xmlns:a16="http://schemas.microsoft.com/office/drawing/2014/main" id="{481C301D-8854-CFCD-252D-59789CBB7C01}"/>
              </a:ext>
            </a:extLst>
          </p:cNvPr>
          <p:cNvSpPr>
            <a:spLocks noGrp="1"/>
          </p:cNvSpPr>
          <p:nvPr>
            <p:ph type="body" idx="1"/>
          </p:nvPr>
        </p:nvSpPr>
        <p:spPr/>
        <p:txBody>
          <a:bodyPr/>
          <a:lstStyle/>
          <a:p>
            <a:endParaRPr lang="fr-FR">
              <a:solidFill>
                <a:schemeClr val="tx1"/>
              </a:solidFill>
              <a:latin typeface="Barlow" panose="00000500000000000000" pitchFamily="2" charset="0"/>
            </a:endParaRPr>
          </a:p>
        </p:txBody>
      </p:sp>
      <p:sp>
        <p:nvSpPr>
          <p:cNvPr id="10" name="Google Shape;545;p55">
            <a:extLst>
              <a:ext uri="{FF2B5EF4-FFF2-40B4-BE49-F238E27FC236}">
                <a16:creationId xmlns:a16="http://schemas.microsoft.com/office/drawing/2014/main" id="{65B4F8CB-7045-B8A8-3CE1-B5DEE522A62C}"/>
              </a:ext>
            </a:extLst>
          </p:cNvPr>
          <p:cNvSpPr/>
          <p:nvPr/>
        </p:nvSpPr>
        <p:spPr>
          <a:xfrm>
            <a:off x="695325" y="742461"/>
            <a:ext cx="11520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400" b="1" dirty="0">
                <a:solidFill>
                  <a:schemeClr val="tx1"/>
                </a:solidFill>
                <a:latin typeface="Barlow" panose="00000500000000000000" pitchFamily="2" charset="0"/>
                <a:sym typeface="Patrick Hand"/>
              </a:rPr>
              <a:t>Fondamentaux RAG 2/2 : </a:t>
            </a:r>
            <a:r>
              <a:rPr lang="en-US" sz="2400" b="1" dirty="0" err="1">
                <a:solidFill>
                  <a:schemeClr val="tx1"/>
                </a:solidFill>
                <a:latin typeface="Barlow" panose="00000500000000000000" pitchFamily="2" charset="0"/>
                <a:sym typeface="Patrick Hand"/>
              </a:rPr>
              <a:t>Anatomie</a:t>
            </a:r>
            <a:r>
              <a:rPr lang="en-US" sz="2400" b="1" dirty="0">
                <a:solidFill>
                  <a:schemeClr val="tx1"/>
                </a:solidFill>
                <a:latin typeface="Barlow" panose="00000500000000000000" pitchFamily="2" charset="0"/>
                <a:sym typeface="Patrick Hand"/>
              </a:rPr>
              <a:t> </a:t>
            </a:r>
            <a:r>
              <a:rPr lang="en-US" sz="2400" b="1" dirty="0" err="1">
                <a:solidFill>
                  <a:schemeClr val="tx1"/>
                </a:solidFill>
                <a:latin typeface="Barlow" panose="00000500000000000000" pitchFamily="2" charset="0"/>
                <a:sym typeface="Patrick Hand"/>
              </a:rPr>
              <a:t>d’une</a:t>
            </a:r>
            <a:r>
              <a:rPr lang="en-US" sz="2400" b="1" dirty="0">
                <a:solidFill>
                  <a:schemeClr val="tx1"/>
                </a:solidFill>
                <a:latin typeface="Barlow" panose="00000500000000000000" pitchFamily="2" charset="0"/>
                <a:sym typeface="Patrick Hand"/>
              </a:rPr>
              <a:t> </a:t>
            </a:r>
            <a:r>
              <a:rPr lang="en-US" sz="2400" b="1" dirty="0" err="1">
                <a:solidFill>
                  <a:schemeClr val="tx1"/>
                </a:solidFill>
                <a:latin typeface="Barlow" panose="00000500000000000000" pitchFamily="2" charset="0"/>
                <a:sym typeface="Patrick Hand"/>
              </a:rPr>
              <a:t>chaîne</a:t>
            </a:r>
            <a:r>
              <a:rPr lang="en-US" sz="2400" b="1" dirty="0">
                <a:solidFill>
                  <a:schemeClr val="tx1"/>
                </a:solidFill>
                <a:latin typeface="Barlow" panose="00000500000000000000" pitchFamily="2" charset="0"/>
                <a:sym typeface="Patrick Hand"/>
              </a:rPr>
              <a:t> RAG</a:t>
            </a:r>
            <a:endParaRPr sz="2400" b="1" dirty="0">
              <a:solidFill>
                <a:schemeClr val="tx1"/>
              </a:solidFill>
              <a:latin typeface="Barlow" panose="00000500000000000000" pitchFamily="2" charset="0"/>
              <a:sym typeface="Calibri"/>
            </a:endParaRPr>
          </a:p>
        </p:txBody>
      </p:sp>
      <p:grpSp>
        <p:nvGrpSpPr>
          <p:cNvPr id="16" name="Google Shape;1135;p113">
            <a:extLst>
              <a:ext uri="{FF2B5EF4-FFF2-40B4-BE49-F238E27FC236}">
                <a16:creationId xmlns:a16="http://schemas.microsoft.com/office/drawing/2014/main" id="{6C4FEE64-5A97-283F-D011-C89A30FE4EB1}"/>
              </a:ext>
            </a:extLst>
          </p:cNvPr>
          <p:cNvGrpSpPr/>
          <p:nvPr/>
        </p:nvGrpSpPr>
        <p:grpSpPr>
          <a:xfrm>
            <a:off x="666750" y="1419225"/>
            <a:ext cx="10858500" cy="1762200"/>
            <a:chOff x="666750" y="1381125"/>
            <a:chExt cx="10858500" cy="1762200"/>
          </a:xfrm>
        </p:grpSpPr>
        <p:sp>
          <p:nvSpPr>
            <p:cNvPr id="17" name="Google Shape;1136;p113">
              <a:extLst>
                <a:ext uri="{FF2B5EF4-FFF2-40B4-BE49-F238E27FC236}">
                  <a16:creationId xmlns:a16="http://schemas.microsoft.com/office/drawing/2014/main" id="{185C6BBA-5AD7-27DA-054C-437E4694974C}"/>
                </a:ext>
              </a:extLst>
            </p:cNvPr>
            <p:cNvSpPr/>
            <p:nvPr/>
          </p:nvSpPr>
          <p:spPr>
            <a:xfrm>
              <a:off x="666750" y="1381125"/>
              <a:ext cx="10858500" cy="1762200"/>
            </a:xfrm>
            <a:prstGeom prst="roundRect">
              <a:avLst>
                <a:gd name="adj" fmla="val 8648"/>
              </a:avLst>
            </a:prstGeom>
            <a:solidFill>
              <a:srgbClr val="F4F6F9"/>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600">
                <a:latin typeface="Barlow" panose="00000500000000000000" pitchFamily="2" charset="0"/>
              </a:endParaRPr>
            </a:p>
          </p:txBody>
        </p:sp>
        <p:sp>
          <p:nvSpPr>
            <p:cNvPr id="18" name="Google Shape;1137;p113">
              <a:extLst>
                <a:ext uri="{FF2B5EF4-FFF2-40B4-BE49-F238E27FC236}">
                  <a16:creationId xmlns:a16="http://schemas.microsoft.com/office/drawing/2014/main" id="{9F1ECBCE-0F64-C65A-12C3-B46FD71E59F7}"/>
                </a:ext>
              </a:extLst>
            </p:cNvPr>
            <p:cNvSpPr txBox="1"/>
            <p:nvPr/>
          </p:nvSpPr>
          <p:spPr>
            <a:xfrm>
              <a:off x="904875" y="1524000"/>
              <a:ext cx="10382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600" b="1" dirty="0">
                  <a:solidFill>
                    <a:srgbClr val="E75113"/>
                  </a:solidFill>
                  <a:latin typeface="Barlow" panose="00000500000000000000" pitchFamily="2" charset="0"/>
                  <a:ea typeface="Barlow"/>
                  <a:cs typeface="Barlow"/>
                  <a:sym typeface="Barlow"/>
                </a:rPr>
                <a:t>Phase </a:t>
              </a:r>
              <a:r>
                <a:rPr lang="en-US" sz="1600" b="1" dirty="0" err="1">
                  <a:solidFill>
                    <a:srgbClr val="E75113"/>
                  </a:solidFill>
                  <a:latin typeface="Barlow" panose="00000500000000000000" pitchFamily="2" charset="0"/>
                  <a:ea typeface="Barlow"/>
                  <a:cs typeface="Barlow"/>
                  <a:sym typeface="Barlow"/>
                </a:rPr>
                <a:t>d'Ingestion</a:t>
              </a:r>
              <a:r>
                <a:rPr lang="en-US" sz="1600" b="1" dirty="0">
                  <a:solidFill>
                    <a:srgbClr val="E75113"/>
                  </a:solidFill>
                  <a:latin typeface="Barlow" panose="00000500000000000000" pitchFamily="2" charset="0"/>
                  <a:ea typeface="Barlow"/>
                  <a:cs typeface="Barlow"/>
                  <a:sym typeface="Barlow"/>
                </a:rPr>
                <a:t> (</a:t>
              </a:r>
              <a:r>
                <a:rPr lang="en-US" sz="1600" b="1" dirty="0" err="1">
                  <a:solidFill>
                    <a:srgbClr val="E75113"/>
                  </a:solidFill>
                  <a:latin typeface="Barlow" panose="00000500000000000000" pitchFamily="2" charset="0"/>
                  <a:ea typeface="Barlow"/>
                  <a:cs typeface="Barlow"/>
                  <a:sym typeface="Barlow"/>
                </a:rPr>
                <a:t>Préparation</a:t>
              </a:r>
              <a:r>
                <a:rPr lang="en-US" sz="1600" b="1" dirty="0">
                  <a:solidFill>
                    <a:srgbClr val="E75113"/>
                  </a:solidFill>
                  <a:latin typeface="Barlow" panose="00000500000000000000" pitchFamily="2" charset="0"/>
                  <a:ea typeface="Barlow"/>
                  <a:cs typeface="Barlow"/>
                  <a:sym typeface="Barlow"/>
                </a:rPr>
                <a:t> &amp; Indexation des données)</a:t>
              </a:r>
              <a:endParaRPr sz="1600" b="1" dirty="0">
                <a:solidFill>
                  <a:srgbClr val="E75113"/>
                </a:solidFill>
                <a:latin typeface="Barlow" panose="00000500000000000000" pitchFamily="2" charset="0"/>
                <a:ea typeface="Barlow"/>
                <a:cs typeface="Barlow"/>
                <a:sym typeface="Barlow"/>
              </a:endParaRPr>
            </a:p>
          </p:txBody>
        </p:sp>
        <p:sp>
          <p:nvSpPr>
            <p:cNvPr id="19" name="Google Shape;1138;p113">
              <a:extLst>
                <a:ext uri="{FF2B5EF4-FFF2-40B4-BE49-F238E27FC236}">
                  <a16:creationId xmlns:a16="http://schemas.microsoft.com/office/drawing/2014/main" id="{799D0F6F-21E5-E14E-89A8-FEDED451B678}"/>
                </a:ext>
              </a:extLst>
            </p:cNvPr>
            <p:cNvSpPr/>
            <p:nvPr/>
          </p:nvSpPr>
          <p:spPr>
            <a:xfrm>
              <a:off x="1066800" y="1952625"/>
              <a:ext cx="2190900" cy="904800"/>
            </a:xfrm>
            <a:prstGeom prst="roundRect">
              <a:avLst>
                <a:gd name="adj" fmla="val 12631"/>
              </a:avLst>
            </a:prstGeom>
            <a:solidFill>
              <a:srgbClr val="FFFFFF"/>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600">
                <a:latin typeface="Barlow" panose="00000500000000000000" pitchFamily="2" charset="0"/>
              </a:endParaRPr>
            </a:p>
          </p:txBody>
        </p:sp>
        <p:sp>
          <p:nvSpPr>
            <p:cNvPr id="20" name="Google Shape;1139;p113">
              <a:extLst>
                <a:ext uri="{FF2B5EF4-FFF2-40B4-BE49-F238E27FC236}">
                  <a16:creationId xmlns:a16="http://schemas.microsoft.com/office/drawing/2014/main" id="{DB5B74C5-AB76-D54E-198A-9ACFA4BF1125}"/>
                </a:ext>
              </a:extLst>
            </p:cNvPr>
            <p:cNvSpPr txBox="1"/>
            <p:nvPr/>
          </p:nvSpPr>
          <p:spPr>
            <a:xfrm>
              <a:off x="1066800" y="1952625"/>
              <a:ext cx="2190900" cy="904800"/>
            </a:xfrm>
            <a:prstGeom prst="rect">
              <a:avLst/>
            </a:prstGeom>
            <a:noFill/>
            <a:ln>
              <a:noFill/>
            </a:ln>
          </p:spPr>
          <p:txBody>
            <a:bodyPr spcFirstLastPara="1" wrap="square" lIns="114300" tIns="114300" rIns="114300" bIns="114300" anchor="ctr" anchorCtr="0">
              <a:noAutofit/>
            </a:bodyPr>
            <a:lstStyle/>
            <a:p>
              <a:pPr marL="0" lvl="0" indent="0" algn="ctr" rtl="0">
                <a:spcBef>
                  <a:spcPts val="0"/>
                </a:spcBef>
                <a:spcAft>
                  <a:spcPts val="0"/>
                </a:spcAft>
                <a:buNone/>
              </a:pPr>
              <a:r>
                <a:rPr lang="en-US" b="1" dirty="0">
                  <a:solidFill>
                    <a:srgbClr val="1E293B"/>
                  </a:solidFill>
                  <a:latin typeface="Barlow" panose="00000500000000000000" pitchFamily="2" charset="0"/>
                  <a:ea typeface="Barlow"/>
                  <a:cs typeface="Barlow"/>
                  <a:sym typeface="Barlow"/>
                </a:rPr>
                <a:t>Document</a:t>
              </a:r>
              <a:endParaRPr b="1" dirty="0">
                <a:solidFill>
                  <a:srgbClr val="1E293B"/>
                </a:solidFill>
                <a:latin typeface="Barlow" panose="00000500000000000000" pitchFamily="2" charset="0"/>
                <a:ea typeface="Barlow"/>
                <a:cs typeface="Barlow"/>
                <a:sym typeface="Barlow"/>
              </a:endParaRPr>
            </a:p>
          </p:txBody>
        </p:sp>
        <p:sp>
          <p:nvSpPr>
            <p:cNvPr id="22" name="Google Shape;1141;p113">
              <a:extLst>
                <a:ext uri="{FF2B5EF4-FFF2-40B4-BE49-F238E27FC236}">
                  <a16:creationId xmlns:a16="http://schemas.microsoft.com/office/drawing/2014/main" id="{75E1203B-C5F6-7C37-E512-BC89442F6CBE}"/>
                </a:ext>
              </a:extLst>
            </p:cNvPr>
            <p:cNvSpPr/>
            <p:nvPr/>
          </p:nvSpPr>
          <p:spPr>
            <a:xfrm>
              <a:off x="3686175" y="1952625"/>
              <a:ext cx="2190900" cy="904800"/>
            </a:xfrm>
            <a:prstGeom prst="roundRect">
              <a:avLst>
                <a:gd name="adj" fmla="val 12631"/>
              </a:avLst>
            </a:prstGeom>
            <a:solidFill>
              <a:srgbClr val="FFFFFF"/>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600">
                <a:latin typeface="Barlow" panose="00000500000000000000" pitchFamily="2" charset="0"/>
              </a:endParaRPr>
            </a:p>
          </p:txBody>
        </p:sp>
        <p:sp>
          <p:nvSpPr>
            <p:cNvPr id="23" name="Google Shape;1142;p113">
              <a:extLst>
                <a:ext uri="{FF2B5EF4-FFF2-40B4-BE49-F238E27FC236}">
                  <a16:creationId xmlns:a16="http://schemas.microsoft.com/office/drawing/2014/main" id="{A54F0AD3-2F1B-17FB-C5FA-3D98064DFF2B}"/>
                </a:ext>
              </a:extLst>
            </p:cNvPr>
            <p:cNvSpPr txBox="1"/>
            <p:nvPr/>
          </p:nvSpPr>
          <p:spPr>
            <a:xfrm>
              <a:off x="3686175" y="1952625"/>
              <a:ext cx="2190900" cy="904800"/>
            </a:xfrm>
            <a:prstGeom prst="rect">
              <a:avLst/>
            </a:prstGeom>
            <a:noFill/>
            <a:ln>
              <a:noFill/>
            </a:ln>
          </p:spPr>
          <p:txBody>
            <a:bodyPr spcFirstLastPara="1" wrap="square" lIns="114300" tIns="114300" rIns="114300" bIns="114300" anchor="ctr" anchorCtr="0">
              <a:noAutofit/>
            </a:bodyPr>
            <a:lstStyle/>
            <a:p>
              <a:pPr marL="0" lvl="0" indent="0" algn="ctr" rtl="0">
                <a:spcBef>
                  <a:spcPts val="0"/>
                </a:spcBef>
                <a:spcAft>
                  <a:spcPts val="0"/>
                </a:spcAft>
                <a:buNone/>
              </a:pPr>
              <a:r>
                <a:rPr lang="en-US" b="1" dirty="0">
                  <a:solidFill>
                    <a:srgbClr val="1E293B"/>
                  </a:solidFill>
                  <a:latin typeface="Barlow" panose="00000500000000000000" pitchFamily="2" charset="0"/>
                  <a:ea typeface="Barlow"/>
                  <a:cs typeface="Barlow"/>
                  <a:sym typeface="Barlow"/>
                </a:rPr>
                <a:t>Chunking</a:t>
              </a:r>
              <a:endParaRPr b="1" dirty="0">
                <a:solidFill>
                  <a:srgbClr val="1E293B"/>
                </a:solidFill>
                <a:latin typeface="Barlow" panose="00000500000000000000" pitchFamily="2" charset="0"/>
                <a:ea typeface="Barlow"/>
                <a:cs typeface="Barlow"/>
                <a:sym typeface="Barlow"/>
              </a:endParaRPr>
            </a:p>
          </p:txBody>
        </p:sp>
        <p:sp>
          <p:nvSpPr>
            <p:cNvPr id="25" name="Google Shape;1144;p113">
              <a:extLst>
                <a:ext uri="{FF2B5EF4-FFF2-40B4-BE49-F238E27FC236}">
                  <a16:creationId xmlns:a16="http://schemas.microsoft.com/office/drawing/2014/main" id="{9D8EA913-DD93-8F2C-D124-BB23087AE2B3}"/>
                </a:ext>
              </a:extLst>
            </p:cNvPr>
            <p:cNvSpPr/>
            <p:nvPr/>
          </p:nvSpPr>
          <p:spPr>
            <a:xfrm>
              <a:off x="6305550" y="1952625"/>
              <a:ext cx="2190900" cy="904800"/>
            </a:xfrm>
            <a:prstGeom prst="roundRect">
              <a:avLst>
                <a:gd name="adj" fmla="val 12631"/>
              </a:avLst>
            </a:prstGeom>
            <a:solidFill>
              <a:srgbClr val="FFFFFF"/>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600">
                <a:latin typeface="Barlow" panose="00000500000000000000" pitchFamily="2" charset="0"/>
              </a:endParaRPr>
            </a:p>
          </p:txBody>
        </p:sp>
        <p:sp>
          <p:nvSpPr>
            <p:cNvPr id="26" name="Google Shape;1145;p113">
              <a:extLst>
                <a:ext uri="{FF2B5EF4-FFF2-40B4-BE49-F238E27FC236}">
                  <a16:creationId xmlns:a16="http://schemas.microsoft.com/office/drawing/2014/main" id="{A3FF78A1-B064-A36F-0F2E-53EE56C57BF4}"/>
                </a:ext>
              </a:extLst>
            </p:cNvPr>
            <p:cNvSpPr txBox="1"/>
            <p:nvPr/>
          </p:nvSpPr>
          <p:spPr>
            <a:xfrm>
              <a:off x="6305550" y="1952625"/>
              <a:ext cx="2190900" cy="904800"/>
            </a:xfrm>
            <a:prstGeom prst="rect">
              <a:avLst/>
            </a:prstGeom>
            <a:noFill/>
            <a:ln>
              <a:noFill/>
            </a:ln>
          </p:spPr>
          <p:txBody>
            <a:bodyPr spcFirstLastPara="1" wrap="square" lIns="114300" tIns="114300" rIns="114300" bIns="114300" anchor="ctr" anchorCtr="0">
              <a:noAutofit/>
            </a:bodyPr>
            <a:lstStyle/>
            <a:p>
              <a:pPr marL="0" lvl="0" indent="0" algn="ctr" rtl="0">
                <a:spcBef>
                  <a:spcPts val="0"/>
                </a:spcBef>
                <a:spcAft>
                  <a:spcPts val="0"/>
                </a:spcAft>
                <a:buNone/>
              </a:pPr>
              <a:r>
                <a:rPr lang="en-US" b="1" dirty="0" err="1">
                  <a:solidFill>
                    <a:srgbClr val="1E293B"/>
                  </a:solidFill>
                  <a:latin typeface="Barlow" panose="00000500000000000000" pitchFamily="2" charset="0"/>
                  <a:ea typeface="Barlow"/>
                  <a:cs typeface="Barlow"/>
                  <a:sym typeface="Barlow"/>
                </a:rPr>
                <a:t>Vectorisation</a:t>
              </a:r>
              <a:endParaRPr b="1" dirty="0">
                <a:solidFill>
                  <a:srgbClr val="1E293B"/>
                </a:solidFill>
                <a:latin typeface="Barlow" panose="00000500000000000000" pitchFamily="2" charset="0"/>
                <a:ea typeface="Barlow"/>
                <a:cs typeface="Barlow"/>
                <a:sym typeface="Barlow"/>
              </a:endParaRPr>
            </a:p>
          </p:txBody>
        </p:sp>
        <p:sp>
          <p:nvSpPr>
            <p:cNvPr id="28" name="Google Shape;1147;p113">
              <a:extLst>
                <a:ext uri="{FF2B5EF4-FFF2-40B4-BE49-F238E27FC236}">
                  <a16:creationId xmlns:a16="http://schemas.microsoft.com/office/drawing/2014/main" id="{B0355FE7-4B01-664E-CE7A-EF0EBCE994BA}"/>
                </a:ext>
              </a:extLst>
            </p:cNvPr>
            <p:cNvSpPr/>
            <p:nvPr/>
          </p:nvSpPr>
          <p:spPr>
            <a:xfrm>
              <a:off x="8924925" y="1952625"/>
              <a:ext cx="2190900" cy="904800"/>
            </a:xfrm>
            <a:prstGeom prst="roundRect">
              <a:avLst>
                <a:gd name="adj" fmla="val 12631"/>
              </a:avLst>
            </a:prstGeom>
            <a:solidFill>
              <a:srgbClr val="3098B2"/>
            </a:solidFill>
            <a:ln>
              <a:noFill/>
            </a:ln>
          </p:spPr>
          <p:txBody>
            <a:bodyPr spcFirstLastPara="1" wrap="square" lIns="0" tIns="0" rIns="0" bIns="0" anchor="ctr" anchorCtr="0">
              <a:noAutofit/>
            </a:bodyPr>
            <a:lstStyle/>
            <a:p>
              <a:pPr marL="0" lvl="0" indent="0" algn="l" rtl="0">
                <a:spcBef>
                  <a:spcPts val="0"/>
                </a:spcBef>
                <a:spcAft>
                  <a:spcPts val="0"/>
                </a:spcAft>
                <a:buNone/>
              </a:pPr>
              <a:endParaRPr sz="1600">
                <a:latin typeface="Barlow" panose="00000500000000000000" pitchFamily="2" charset="0"/>
              </a:endParaRPr>
            </a:p>
          </p:txBody>
        </p:sp>
        <p:sp>
          <p:nvSpPr>
            <p:cNvPr id="29" name="Google Shape;1148;p113">
              <a:extLst>
                <a:ext uri="{FF2B5EF4-FFF2-40B4-BE49-F238E27FC236}">
                  <a16:creationId xmlns:a16="http://schemas.microsoft.com/office/drawing/2014/main" id="{74003974-1C5B-3BD1-E945-91025C546CD1}"/>
                </a:ext>
              </a:extLst>
            </p:cNvPr>
            <p:cNvSpPr txBox="1"/>
            <p:nvPr/>
          </p:nvSpPr>
          <p:spPr>
            <a:xfrm>
              <a:off x="8924925" y="1952625"/>
              <a:ext cx="2190900" cy="904800"/>
            </a:xfrm>
            <a:prstGeom prst="rect">
              <a:avLst/>
            </a:prstGeom>
            <a:noFill/>
            <a:ln>
              <a:noFill/>
            </a:ln>
          </p:spPr>
          <p:txBody>
            <a:bodyPr spcFirstLastPara="1" wrap="square" lIns="114300" tIns="114300" rIns="114300" bIns="114300" anchor="ctr" anchorCtr="0">
              <a:noAutofit/>
            </a:bodyPr>
            <a:lstStyle/>
            <a:p>
              <a:pPr marL="0" lvl="0" indent="0" algn="ctr" rtl="0">
                <a:spcBef>
                  <a:spcPts val="0"/>
                </a:spcBef>
                <a:spcAft>
                  <a:spcPts val="0"/>
                </a:spcAft>
                <a:buNone/>
              </a:pPr>
              <a:r>
                <a:rPr lang="en-US" b="1" dirty="0">
                  <a:solidFill>
                    <a:srgbClr val="FFFFFF"/>
                  </a:solidFill>
                  <a:latin typeface="Barlow" panose="00000500000000000000" pitchFamily="2" charset="0"/>
                  <a:ea typeface="Barlow"/>
                  <a:cs typeface="Barlow"/>
                  <a:sym typeface="Barlow"/>
                </a:rPr>
                <a:t>Vector Store</a:t>
              </a:r>
              <a:endParaRPr b="1" dirty="0">
                <a:solidFill>
                  <a:srgbClr val="FFFFFF"/>
                </a:solidFill>
                <a:latin typeface="Barlow" panose="00000500000000000000" pitchFamily="2" charset="0"/>
                <a:ea typeface="Barlow"/>
                <a:cs typeface="Barlow"/>
                <a:sym typeface="Barlow"/>
              </a:endParaRPr>
            </a:p>
          </p:txBody>
        </p:sp>
      </p:grpSp>
      <p:grpSp>
        <p:nvGrpSpPr>
          <p:cNvPr id="30" name="Google Shape;1149;p113">
            <a:extLst>
              <a:ext uri="{FF2B5EF4-FFF2-40B4-BE49-F238E27FC236}">
                <a16:creationId xmlns:a16="http://schemas.microsoft.com/office/drawing/2014/main" id="{8D956192-71AA-4CD4-35B1-42283A0AF081}"/>
              </a:ext>
            </a:extLst>
          </p:cNvPr>
          <p:cNvGrpSpPr/>
          <p:nvPr/>
        </p:nvGrpSpPr>
        <p:grpSpPr>
          <a:xfrm>
            <a:off x="666750" y="3485898"/>
            <a:ext cx="10858500" cy="1981602"/>
            <a:chOff x="666750" y="3333750"/>
            <a:chExt cx="10858500" cy="2190900"/>
          </a:xfrm>
        </p:grpSpPr>
        <p:sp>
          <p:nvSpPr>
            <p:cNvPr id="31" name="Google Shape;1150;p113">
              <a:extLst>
                <a:ext uri="{FF2B5EF4-FFF2-40B4-BE49-F238E27FC236}">
                  <a16:creationId xmlns:a16="http://schemas.microsoft.com/office/drawing/2014/main" id="{0C9E5E0B-64D1-8A9F-A27E-997B473912DB}"/>
                </a:ext>
              </a:extLst>
            </p:cNvPr>
            <p:cNvSpPr/>
            <p:nvPr/>
          </p:nvSpPr>
          <p:spPr>
            <a:xfrm>
              <a:off x="666750" y="3333750"/>
              <a:ext cx="10858500" cy="2190900"/>
            </a:xfrm>
            <a:prstGeom prst="roundRect">
              <a:avLst>
                <a:gd name="adj" fmla="val 6956"/>
              </a:avLst>
            </a:prstGeom>
            <a:solidFill>
              <a:srgbClr val="F4F6F9"/>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600">
                <a:latin typeface="Barlow" panose="00000500000000000000" pitchFamily="2" charset="0"/>
              </a:endParaRPr>
            </a:p>
          </p:txBody>
        </p:sp>
        <p:sp>
          <p:nvSpPr>
            <p:cNvPr id="32" name="Google Shape;1151;p113">
              <a:extLst>
                <a:ext uri="{FF2B5EF4-FFF2-40B4-BE49-F238E27FC236}">
                  <a16:creationId xmlns:a16="http://schemas.microsoft.com/office/drawing/2014/main" id="{12771879-E44F-E442-7648-3CA5296F22AC}"/>
                </a:ext>
              </a:extLst>
            </p:cNvPr>
            <p:cNvSpPr txBox="1"/>
            <p:nvPr/>
          </p:nvSpPr>
          <p:spPr>
            <a:xfrm>
              <a:off x="904875" y="3476625"/>
              <a:ext cx="10382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600" b="1" dirty="0">
                  <a:solidFill>
                    <a:schemeClr val="tx2"/>
                  </a:solidFill>
                  <a:latin typeface="Barlow" panose="00000500000000000000" pitchFamily="2" charset="0"/>
                  <a:ea typeface="Barlow"/>
                  <a:cs typeface="Barlow"/>
                  <a:sym typeface="Barlow"/>
                </a:rPr>
                <a:t>Phase </a:t>
              </a:r>
              <a:r>
                <a:rPr lang="en-US" sz="1600" b="1" dirty="0" err="1">
                  <a:solidFill>
                    <a:schemeClr val="tx2"/>
                  </a:solidFill>
                  <a:latin typeface="Barlow" panose="00000500000000000000" pitchFamily="2" charset="0"/>
                  <a:ea typeface="Barlow"/>
                  <a:cs typeface="Barlow"/>
                  <a:sym typeface="Barlow"/>
                </a:rPr>
                <a:t>d'Interrogation</a:t>
              </a:r>
              <a:r>
                <a:rPr lang="en-US" sz="1600" b="1" dirty="0">
                  <a:solidFill>
                    <a:schemeClr val="tx2"/>
                  </a:solidFill>
                  <a:latin typeface="Barlow" panose="00000500000000000000" pitchFamily="2" charset="0"/>
                  <a:ea typeface="Barlow"/>
                  <a:cs typeface="Barlow"/>
                  <a:sym typeface="Barlow"/>
                </a:rPr>
                <a:t> (</a:t>
              </a:r>
              <a:r>
                <a:rPr lang="en-US" sz="1600" b="1" dirty="0" err="1">
                  <a:solidFill>
                    <a:schemeClr val="tx2"/>
                  </a:solidFill>
                  <a:latin typeface="Barlow" panose="00000500000000000000" pitchFamily="2" charset="0"/>
                  <a:ea typeface="Barlow"/>
                  <a:cs typeface="Barlow"/>
                  <a:sym typeface="Barlow"/>
                </a:rPr>
                <a:t>Génération</a:t>
              </a:r>
              <a:r>
                <a:rPr lang="en-US" sz="1600" b="1" dirty="0">
                  <a:solidFill>
                    <a:schemeClr val="tx2"/>
                  </a:solidFill>
                  <a:latin typeface="Barlow" panose="00000500000000000000" pitchFamily="2" charset="0"/>
                  <a:ea typeface="Barlow"/>
                  <a:cs typeface="Barlow"/>
                  <a:sym typeface="Barlow"/>
                </a:rPr>
                <a:t> de </a:t>
              </a:r>
              <a:r>
                <a:rPr lang="en-US" sz="1600" b="1" dirty="0" err="1">
                  <a:solidFill>
                    <a:schemeClr val="tx2"/>
                  </a:solidFill>
                  <a:latin typeface="Barlow" panose="00000500000000000000" pitchFamily="2" charset="0"/>
                  <a:ea typeface="Barlow"/>
                  <a:cs typeface="Barlow"/>
                  <a:sym typeface="Barlow"/>
                </a:rPr>
                <a:t>réponse</a:t>
              </a:r>
              <a:r>
                <a:rPr lang="en-US" sz="1600" b="1" dirty="0">
                  <a:solidFill>
                    <a:schemeClr val="tx2"/>
                  </a:solidFill>
                  <a:latin typeface="Barlow" panose="00000500000000000000" pitchFamily="2" charset="0"/>
                  <a:ea typeface="Barlow"/>
                  <a:cs typeface="Barlow"/>
                  <a:sym typeface="Barlow"/>
                </a:rPr>
                <a:t> </a:t>
              </a:r>
              <a:r>
                <a:rPr lang="en-US" sz="1600" b="1" dirty="0" err="1">
                  <a:solidFill>
                    <a:schemeClr val="tx2"/>
                  </a:solidFill>
                  <a:latin typeface="Barlow" panose="00000500000000000000" pitchFamily="2" charset="0"/>
                  <a:ea typeface="Barlow"/>
                  <a:cs typeface="Barlow"/>
                  <a:sym typeface="Barlow"/>
                </a:rPr>
                <a:t>en</a:t>
              </a:r>
              <a:r>
                <a:rPr lang="en-US" sz="1600" b="1" dirty="0">
                  <a:solidFill>
                    <a:schemeClr val="tx2"/>
                  </a:solidFill>
                  <a:latin typeface="Barlow" panose="00000500000000000000" pitchFamily="2" charset="0"/>
                  <a:ea typeface="Barlow"/>
                  <a:cs typeface="Barlow"/>
                  <a:sym typeface="Barlow"/>
                </a:rPr>
                <a:t> temps </a:t>
              </a:r>
              <a:r>
                <a:rPr lang="en-US" sz="1600" b="1" dirty="0" err="1">
                  <a:solidFill>
                    <a:schemeClr val="tx2"/>
                  </a:solidFill>
                  <a:latin typeface="Barlow" panose="00000500000000000000" pitchFamily="2" charset="0"/>
                  <a:ea typeface="Barlow"/>
                  <a:cs typeface="Barlow"/>
                  <a:sym typeface="Barlow"/>
                </a:rPr>
                <a:t>réel</a:t>
              </a:r>
              <a:r>
                <a:rPr lang="en-US" sz="1600" b="1" dirty="0">
                  <a:solidFill>
                    <a:schemeClr val="tx2"/>
                  </a:solidFill>
                  <a:latin typeface="Barlow" panose="00000500000000000000" pitchFamily="2" charset="0"/>
                  <a:ea typeface="Barlow"/>
                  <a:cs typeface="Barlow"/>
                  <a:sym typeface="Barlow"/>
                </a:rPr>
                <a:t>)</a:t>
              </a:r>
              <a:endParaRPr sz="1600" b="1" dirty="0">
                <a:solidFill>
                  <a:schemeClr val="tx2"/>
                </a:solidFill>
                <a:latin typeface="Barlow" panose="00000500000000000000" pitchFamily="2" charset="0"/>
                <a:ea typeface="Barlow"/>
                <a:cs typeface="Barlow"/>
                <a:sym typeface="Barlow"/>
              </a:endParaRPr>
            </a:p>
          </p:txBody>
        </p:sp>
        <p:sp>
          <p:nvSpPr>
            <p:cNvPr id="33" name="Google Shape;1152;p113">
              <a:extLst>
                <a:ext uri="{FF2B5EF4-FFF2-40B4-BE49-F238E27FC236}">
                  <a16:creationId xmlns:a16="http://schemas.microsoft.com/office/drawing/2014/main" id="{492ECC8C-2B53-5FCE-306A-9123E7212AD9}"/>
                </a:ext>
              </a:extLst>
            </p:cNvPr>
            <p:cNvSpPr/>
            <p:nvPr/>
          </p:nvSpPr>
          <p:spPr>
            <a:xfrm>
              <a:off x="1114425" y="3952875"/>
              <a:ext cx="1381200" cy="1285800"/>
            </a:xfrm>
            <a:prstGeom prst="roundRect">
              <a:avLst>
                <a:gd name="adj" fmla="val 7407"/>
              </a:avLst>
            </a:prstGeom>
            <a:solidFill>
              <a:srgbClr val="FFFFFF"/>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600">
                <a:latin typeface="Barlow" panose="00000500000000000000" pitchFamily="2" charset="0"/>
              </a:endParaRPr>
            </a:p>
          </p:txBody>
        </p:sp>
        <p:sp>
          <p:nvSpPr>
            <p:cNvPr id="34" name="Google Shape;1153;p113">
              <a:extLst>
                <a:ext uri="{FF2B5EF4-FFF2-40B4-BE49-F238E27FC236}">
                  <a16:creationId xmlns:a16="http://schemas.microsoft.com/office/drawing/2014/main" id="{68E819D6-E05F-ECB1-2C0D-3DF7AE753E4B}"/>
                </a:ext>
              </a:extLst>
            </p:cNvPr>
            <p:cNvSpPr txBox="1"/>
            <p:nvPr/>
          </p:nvSpPr>
          <p:spPr>
            <a:xfrm>
              <a:off x="1114425" y="3952875"/>
              <a:ext cx="1381200" cy="1285800"/>
            </a:xfrm>
            <a:prstGeom prst="rect">
              <a:avLst/>
            </a:prstGeom>
            <a:noFill/>
            <a:ln>
              <a:noFill/>
            </a:ln>
          </p:spPr>
          <p:txBody>
            <a:bodyPr spcFirstLastPara="1" wrap="square" lIns="95250" tIns="95250" rIns="95250" bIns="95250" anchor="ctr" anchorCtr="0">
              <a:noAutofit/>
            </a:bodyPr>
            <a:lstStyle/>
            <a:p>
              <a:pPr marL="0" lvl="0" indent="0" algn="ctr" rtl="0">
                <a:spcBef>
                  <a:spcPts val="0"/>
                </a:spcBef>
                <a:spcAft>
                  <a:spcPts val="0"/>
                </a:spcAft>
                <a:buNone/>
              </a:pPr>
              <a:r>
                <a:rPr lang="en-US" sz="1200" b="1" dirty="0">
                  <a:solidFill>
                    <a:srgbClr val="1E293B"/>
                  </a:solidFill>
                  <a:latin typeface="Barlow" panose="00000500000000000000" pitchFamily="2" charset="0"/>
                  <a:ea typeface="Barlow"/>
                  <a:cs typeface="Barlow"/>
                  <a:sym typeface="Barlow"/>
                </a:rPr>
                <a:t>Question</a:t>
              </a:r>
              <a:endParaRPr sz="1200" b="1" dirty="0">
                <a:solidFill>
                  <a:srgbClr val="1E293B"/>
                </a:solidFill>
                <a:latin typeface="Barlow" panose="00000500000000000000" pitchFamily="2" charset="0"/>
                <a:ea typeface="Barlow"/>
                <a:cs typeface="Barlow"/>
                <a:sym typeface="Barlow"/>
              </a:endParaRPr>
            </a:p>
          </p:txBody>
        </p:sp>
        <p:sp>
          <p:nvSpPr>
            <p:cNvPr id="36" name="Google Shape;1155;p113">
              <a:extLst>
                <a:ext uri="{FF2B5EF4-FFF2-40B4-BE49-F238E27FC236}">
                  <a16:creationId xmlns:a16="http://schemas.microsoft.com/office/drawing/2014/main" id="{00995192-6B3C-ECCE-A4D2-04F90A74C878}"/>
                </a:ext>
              </a:extLst>
            </p:cNvPr>
            <p:cNvSpPr/>
            <p:nvPr/>
          </p:nvSpPr>
          <p:spPr>
            <a:xfrm>
              <a:off x="2828925" y="3952875"/>
              <a:ext cx="1381200" cy="1285800"/>
            </a:xfrm>
            <a:prstGeom prst="roundRect">
              <a:avLst>
                <a:gd name="adj" fmla="val 7407"/>
              </a:avLst>
            </a:prstGeom>
            <a:solidFill>
              <a:srgbClr val="FFFFFF"/>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600">
                <a:latin typeface="Barlow" panose="00000500000000000000" pitchFamily="2" charset="0"/>
              </a:endParaRPr>
            </a:p>
          </p:txBody>
        </p:sp>
        <p:sp>
          <p:nvSpPr>
            <p:cNvPr id="37" name="Google Shape;1156;p113">
              <a:extLst>
                <a:ext uri="{FF2B5EF4-FFF2-40B4-BE49-F238E27FC236}">
                  <a16:creationId xmlns:a16="http://schemas.microsoft.com/office/drawing/2014/main" id="{3EF0A263-A6AB-5243-B95A-D1BEFBE72E88}"/>
                </a:ext>
              </a:extLst>
            </p:cNvPr>
            <p:cNvSpPr txBox="1"/>
            <p:nvPr/>
          </p:nvSpPr>
          <p:spPr>
            <a:xfrm>
              <a:off x="2828925" y="3952875"/>
              <a:ext cx="1381200" cy="1285800"/>
            </a:xfrm>
            <a:prstGeom prst="rect">
              <a:avLst/>
            </a:prstGeom>
            <a:noFill/>
            <a:ln>
              <a:noFill/>
            </a:ln>
          </p:spPr>
          <p:txBody>
            <a:bodyPr spcFirstLastPara="1" wrap="square" lIns="95250" tIns="95250" rIns="95250" bIns="95250" anchor="ctr" anchorCtr="0">
              <a:noAutofit/>
            </a:bodyPr>
            <a:lstStyle/>
            <a:p>
              <a:pPr marL="0" lvl="0" indent="0" algn="ctr" rtl="0">
                <a:spcBef>
                  <a:spcPts val="0"/>
                </a:spcBef>
                <a:spcAft>
                  <a:spcPts val="0"/>
                </a:spcAft>
                <a:buNone/>
              </a:pPr>
              <a:r>
                <a:rPr lang="en-US" sz="1200" b="1" dirty="0" err="1">
                  <a:solidFill>
                    <a:srgbClr val="1E293B"/>
                  </a:solidFill>
                  <a:latin typeface="Barlow" panose="00000500000000000000" pitchFamily="2" charset="0"/>
                  <a:ea typeface="Barlow"/>
                  <a:cs typeface="Barlow"/>
                  <a:sym typeface="Barlow"/>
                </a:rPr>
                <a:t>Vectorisation</a:t>
              </a:r>
              <a:endParaRPr sz="1200" b="1" dirty="0">
                <a:solidFill>
                  <a:srgbClr val="1E293B"/>
                </a:solidFill>
                <a:latin typeface="Barlow" panose="00000500000000000000" pitchFamily="2" charset="0"/>
                <a:ea typeface="Barlow"/>
                <a:cs typeface="Barlow"/>
                <a:sym typeface="Barlow"/>
              </a:endParaRPr>
            </a:p>
          </p:txBody>
        </p:sp>
        <p:sp>
          <p:nvSpPr>
            <p:cNvPr id="39" name="Google Shape;1158;p113">
              <a:extLst>
                <a:ext uri="{FF2B5EF4-FFF2-40B4-BE49-F238E27FC236}">
                  <a16:creationId xmlns:a16="http://schemas.microsoft.com/office/drawing/2014/main" id="{0D905C83-164D-AFD5-7B74-3BC2620C01EB}"/>
                </a:ext>
              </a:extLst>
            </p:cNvPr>
            <p:cNvSpPr/>
            <p:nvPr/>
          </p:nvSpPr>
          <p:spPr>
            <a:xfrm>
              <a:off x="4543425" y="3952875"/>
              <a:ext cx="1381200" cy="1285800"/>
            </a:xfrm>
            <a:prstGeom prst="roundRect">
              <a:avLst>
                <a:gd name="adj" fmla="val 7407"/>
              </a:avLst>
            </a:prstGeom>
            <a:solidFill>
              <a:srgbClr val="FFFFFF"/>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600">
                <a:latin typeface="Barlow" panose="00000500000000000000" pitchFamily="2" charset="0"/>
              </a:endParaRPr>
            </a:p>
          </p:txBody>
        </p:sp>
        <p:sp>
          <p:nvSpPr>
            <p:cNvPr id="40" name="Google Shape;1159;p113">
              <a:extLst>
                <a:ext uri="{FF2B5EF4-FFF2-40B4-BE49-F238E27FC236}">
                  <a16:creationId xmlns:a16="http://schemas.microsoft.com/office/drawing/2014/main" id="{C24BDA16-20DE-00EB-A50A-8B5D14E2EF05}"/>
                </a:ext>
              </a:extLst>
            </p:cNvPr>
            <p:cNvSpPr txBox="1"/>
            <p:nvPr/>
          </p:nvSpPr>
          <p:spPr>
            <a:xfrm>
              <a:off x="4543425" y="3952875"/>
              <a:ext cx="1381200" cy="1285800"/>
            </a:xfrm>
            <a:prstGeom prst="rect">
              <a:avLst/>
            </a:prstGeom>
            <a:noFill/>
            <a:ln>
              <a:noFill/>
            </a:ln>
          </p:spPr>
          <p:txBody>
            <a:bodyPr spcFirstLastPara="1" wrap="square" lIns="95250" tIns="95250" rIns="95250" bIns="95250" anchor="ctr" anchorCtr="0">
              <a:noAutofit/>
            </a:bodyPr>
            <a:lstStyle/>
            <a:p>
              <a:pPr marL="0" lvl="0" indent="0" algn="ctr" rtl="0">
                <a:spcBef>
                  <a:spcPts val="0"/>
                </a:spcBef>
                <a:spcAft>
                  <a:spcPts val="0"/>
                </a:spcAft>
                <a:buNone/>
              </a:pPr>
              <a:r>
                <a:rPr lang="en-US" sz="1200" b="1" dirty="0" err="1">
                  <a:solidFill>
                    <a:srgbClr val="1E293B"/>
                  </a:solidFill>
                  <a:latin typeface="Barlow" panose="00000500000000000000" pitchFamily="2" charset="0"/>
                  <a:ea typeface="Barlow"/>
                  <a:cs typeface="Barlow"/>
                  <a:sym typeface="Barlow"/>
                </a:rPr>
                <a:t>Récupération</a:t>
              </a:r>
              <a:endParaRPr sz="1200" b="1" dirty="0">
                <a:solidFill>
                  <a:srgbClr val="1E293B"/>
                </a:solidFill>
                <a:latin typeface="Barlow" panose="00000500000000000000" pitchFamily="2" charset="0"/>
                <a:ea typeface="Barlow"/>
                <a:cs typeface="Barlow"/>
                <a:sym typeface="Barlow"/>
              </a:endParaRPr>
            </a:p>
          </p:txBody>
        </p:sp>
        <p:sp>
          <p:nvSpPr>
            <p:cNvPr id="42" name="Google Shape;1161;p113">
              <a:extLst>
                <a:ext uri="{FF2B5EF4-FFF2-40B4-BE49-F238E27FC236}">
                  <a16:creationId xmlns:a16="http://schemas.microsoft.com/office/drawing/2014/main" id="{204B55F6-0C28-FCF7-4007-3EDBDA702832}"/>
                </a:ext>
              </a:extLst>
            </p:cNvPr>
            <p:cNvSpPr/>
            <p:nvPr/>
          </p:nvSpPr>
          <p:spPr>
            <a:xfrm>
              <a:off x="6257925" y="3952875"/>
              <a:ext cx="1381200" cy="1285800"/>
            </a:xfrm>
            <a:prstGeom prst="roundRect">
              <a:avLst>
                <a:gd name="adj" fmla="val 7407"/>
              </a:avLst>
            </a:prstGeom>
            <a:solidFill>
              <a:srgbClr val="FFFFFF"/>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600">
                <a:latin typeface="Barlow" panose="00000500000000000000" pitchFamily="2" charset="0"/>
              </a:endParaRPr>
            </a:p>
          </p:txBody>
        </p:sp>
        <p:sp>
          <p:nvSpPr>
            <p:cNvPr id="43" name="Google Shape;1162;p113">
              <a:extLst>
                <a:ext uri="{FF2B5EF4-FFF2-40B4-BE49-F238E27FC236}">
                  <a16:creationId xmlns:a16="http://schemas.microsoft.com/office/drawing/2014/main" id="{35087817-5A75-BB4C-33E7-E47F3B720AE1}"/>
                </a:ext>
              </a:extLst>
            </p:cNvPr>
            <p:cNvSpPr txBox="1"/>
            <p:nvPr/>
          </p:nvSpPr>
          <p:spPr>
            <a:xfrm>
              <a:off x="6257925" y="3952875"/>
              <a:ext cx="1381200" cy="1285800"/>
            </a:xfrm>
            <a:prstGeom prst="rect">
              <a:avLst/>
            </a:prstGeom>
            <a:noFill/>
            <a:ln>
              <a:noFill/>
            </a:ln>
          </p:spPr>
          <p:txBody>
            <a:bodyPr spcFirstLastPara="1" wrap="square" lIns="95250" tIns="95250" rIns="95250" bIns="95250" anchor="ctr" anchorCtr="0">
              <a:noAutofit/>
            </a:bodyPr>
            <a:lstStyle/>
            <a:p>
              <a:pPr marL="0" lvl="0" indent="0" algn="ctr" rtl="0">
                <a:spcBef>
                  <a:spcPts val="0"/>
                </a:spcBef>
                <a:spcAft>
                  <a:spcPts val="0"/>
                </a:spcAft>
                <a:buNone/>
              </a:pPr>
              <a:r>
                <a:rPr lang="en-US" sz="1200" b="1" dirty="0">
                  <a:solidFill>
                    <a:srgbClr val="1E293B"/>
                  </a:solidFill>
                  <a:latin typeface="Barlow" panose="00000500000000000000" pitchFamily="2" charset="0"/>
                  <a:ea typeface="Barlow"/>
                  <a:cs typeface="Barlow"/>
                  <a:sym typeface="Barlow"/>
                </a:rPr>
                <a:t>Prompt</a:t>
              </a:r>
              <a:endParaRPr sz="1200" b="1" dirty="0">
                <a:solidFill>
                  <a:srgbClr val="1E293B"/>
                </a:solidFill>
                <a:latin typeface="Barlow" panose="00000500000000000000" pitchFamily="2" charset="0"/>
                <a:ea typeface="Barlow"/>
                <a:cs typeface="Barlow"/>
                <a:sym typeface="Barlow"/>
              </a:endParaRPr>
            </a:p>
          </p:txBody>
        </p:sp>
        <p:sp>
          <p:nvSpPr>
            <p:cNvPr id="45" name="Google Shape;1164;p113">
              <a:extLst>
                <a:ext uri="{FF2B5EF4-FFF2-40B4-BE49-F238E27FC236}">
                  <a16:creationId xmlns:a16="http://schemas.microsoft.com/office/drawing/2014/main" id="{C9F3B721-F1C2-B42A-A92A-5F385BE7222B}"/>
                </a:ext>
              </a:extLst>
            </p:cNvPr>
            <p:cNvSpPr/>
            <p:nvPr/>
          </p:nvSpPr>
          <p:spPr>
            <a:xfrm>
              <a:off x="7972425" y="3952875"/>
              <a:ext cx="1381200" cy="1285800"/>
            </a:xfrm>
            <a:prstGeom prst="roundRect">
              <a:avLst>
                <a:gd name="adj" fmla="val 7407"/>
              </a:avLst>
            </a:prstGeom>
            <a:solidFill>
              <a:srgbClr val="FFFFFF"/>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600">
                <a:latin typeface="Barlow" panose="00000500000000000000" pitchFamily="2" charset="0"/>
              </a:endParaRPr>
            </a:p>
          </p:txBody>
        </p:sp>
        <p:sp>
          <p:nvSpPr>
            <p:cNvPr id="46" name="Google Shape;1165;p113">
              <a:extLst>
                <a:ext uri="{FF2B5EF4-FFF2-40B4-BE49-F238E27FC236}">
                  <a16:creationId xmlns:a16="http://schemas.microsoft.com/office/drawing/2014/main" id="{CD187B38-29DD-DE06-CB43-B5226F6DDCE5}"/>
                </a:ext>
              </a:extLst>
            </p:cNvPr>
            <p:cNvSpPr txBox="1"/>
            <p:nvPr/>
          </p:nvSpPr>
          <p:spPr>
            <a:xfrm>
              <a:off x="7972425" y="3952875"/>
              <a:ext cx="1381200" cy="1285800"/>
            </a:xfrm>
            <a:prstGeom prst="rect">
              <a:avLst/>
            </a:prstGeom>
            <a:noFill/>
            <a:ln>
              <a:noFill/>
            </a:ln>
          </p:spPr>
          <p:txBody>
            <a:bodyPr spcFirstLastPara="1" wrap="square" lIns="95250" tIns="95250" rIns="95250" bIns="95250" anchor="ctr" anchorCtr="0">
              <a:noAutofit/>
            </a:bodyPr>
            <a:lstStyle/>
            <a:p>
              <a:pPr marL="0" lvl="0" indent="0" algn="ctr" rtl="0">
                <a:spcBef>
                  <a:spcPts val="0"/>
                </a:spcBef>
                <a:spcAft>
                  <a:spcPts val="0"/>
                </a:spcAft>
                <a:buNone/>
              </a:pPr>
              <a:r>
                <a:rPr lang="en-US" sz="1200" b="1" dirty="0">
                  <a:solidFill>
                    <a:srgbClr val="1E293B"/>
                  </a:solidFill>
                  <a:latin typeface="Barlow" panose="00000500000000000000" pitchFamily="2" charset="0"/>
                  <a:ea typeface="Barlow"/>
                  <a:cs typeface="Barlow"/>
                  <a:sym typeface="Barlow"/>
                </a:rPr>
                <a:t>LLM</a:t>
              </a:r>
              <a:endParaRPr sz="1200" b="1" dirty="0">
                <a:solidFill>
                  <a:srgbClr val="1E293B"/>
                </a:solidFill>
                <a:latin typeface="Barlow" panose="00000500000000000000" pitchFamily="2" charset="0"/>
                <a:ea typeface="Barlow"/>
                <a:cs typeface="Barlow"/>
                <a:sym typeface="Barlow"/>
              </a:endParaRPr>
            </a:p>
          </p:txBody>
        </p:sp>
        <p:sp>
          <p:nvSpPr>
            <p:cNvPr id="48" name="Google Shape;1167;p113">
              <a:extLst>
                <a:ext uri="{FF2B5EF4-FFF2-40B4-BE49-F238E27FC236}">
                  <a16:creationId xmlns:a16="http://schemas.microsoft.com/office/drawing/2014/main" id="{04179EA6-A944-F2A6-5EA0-DE22DED5DF57}"/>
                </a:ext>
              </a:extLst>
            </p:cNvPr>
            <p:cNvSpPr/>
            <p:nvPr/>
          </p:nvSpPr>
          <p:spPr>
            <a:xfrm>
              <a:off x="9686925" y="3952875"/>
              <a:ext cx="1381200" cy="1285800"/>
            </a:xfrm>
            <a:prstGeom prst="roundRect">
              <a:avLst>
                <a:gd name="adj" fmla="val 7407"/>
              </a:avLst>
            </a:prstGeom>
            <a:solidFill>
              <a:srgbClr val="3098B2"/>
            </a:solidFill>
            <a:ln>
              <a:noFill/>
            </a:ln>
          </p:spPr>
          <p:txBody>
            <a:bodyPr spcFirstLastPara="1" wrap="square" lIns="0" tIns="0" rIns="0" bIns="0" anchor="ctr" anchorCtr="0">
              <a:noAutofit/>
            </a:bodyPr>
            <a:lstStyle/>
            <a:p>
              <a:pPr marL="0" lvl="0" indent="0" algn="l" rtl="0">
                <a:spcBef>
                  <a:spcPts val="0"/>
                </a:spcBef>
                <a:spcAft>
                  <a:spcPts val="0"/>
                </a:spcAft>
                <a:buNone/>
              </a:pPr>
              <a:endParaRPr sz="1600">
                <a:latin typeface="Barlow" panose="00000500000000000000" pitchFamily="2" charset="0"/>
              </a:endParaRPr>
            </a:p>
          </p:txBody>
        </p:sp>
        <p:sp>
          <p:nvSpPr>
            <p:cNvPr id="49" name="Google Shape;1168;p113">
              <a:extLst>
                <a:ext uri="{FF2B5EF4-FFF2-40B4-BE49-F238E27FC236}">
                  <a16:creationId xmlns:a16="http://schemas.microsoft.com/office/drawing/2014/main" id="{3511C4F0-702E-1AB6-3073-3D32C28FA9D9}"/>
                </a:ext>
              </a:extLst>
            </p:cNvPr>
            <p:cNvSpPr txBox="1"/>
            <p:nvPr/>
          </p:nvSpPr>
          <p:spPr>
            <a:xfrm>
              <a:off x="9686925" y="3952875"/>
              <a:ext cx="1381200" cy="1285800"/>
            </a:xfrm>
            <a:prstGeom prst="rect">
              <a:avLst/>
            </a:prstGeom>
            <a:noFill/>
            <a:ln>
              <a:noFill/>
            </a:ln>
          </p:spPr>
          <p:txBody>
            <a:bodyPr spcFirstLastPara="1" wrap="square" lIns="95250" tIns="95250" rIns="95250" bIns="95250" anchor="ctr" anchorCtr="0">
              <a:noAutofit/>
            </a:bodyPr>
            <a:lstStyle/>
            <a:p>
              <a:pPr marL="0" lvl="0" indent="0" algn="ctr" rtl="0">
                <a:spcBef>
                  <a:spcPts val="0"/>
                </a:spcBef>
                <a:spcAft>
                  <a:spcPts val="0"/>
                </a:spcAft>
                <a:buNone/>
              </a:pPr>
              <a:r>
                <a:rPr lang="en-US" sz="1200" b="1" dirty="0" err="1">
                  <a:solidFill>
                    <a:srgbClr val="FFFFFF"/>
                  </a:solidFill>
                  <a:latin typeface="Barlow" panose="00000500000000000000" pitchFamily="2" charset="0"/>
                  <a:ea typeface="Barlow"/>
                  <a:cs typeface="Barlow"/>
                  <a:sym typeface="Barlow"/>
                </a:rPr>
                <a:t>Réponse</a:t>
              </a:r>
              <a:endParaRPr sz="1200" b="1" dirty="0">
                <a:solidFill>
                  <a:srgbClr val="FFFFFF"/>
                </a:solidFill>
                <a:latin typeface="Barlow" panose="00000500000000000000" pitchFamily="2" charset="0"/>
                <a:ea typeface="Barlow"/>
                <a:cs typeface="Barlow"/>
                <a:sym typeface="Barlow"/>
              </a:endParaRPr>
            </a:p>
          </p:txBody>
        </p:sp>
      </p:grpSp>
      <p:sp>
        <p:nvSpPr>
          <p:cNvPr id="2" name="Arrow: Right 1">
            <a:extLst>
              <a:ext uri="{FF2B5EF4-FFF2-40B4-BE49-F238E27FC236}">
                <a16:creationId xmlns:a16="http://schemas.microsoft.com/office/drawing/2014/main" id="{7E8653E6-EC55-5EE7-8FC3-9AD082D6D470}"/>
              </a:ext>
            </a:extLst>
          </p:cNvPr>
          <p:cNvSpPr/>
          <p:nvPr/>
        </p:nvSpPr>
        <p:spPr>
          <a:xfrm>
            <a:off x="3351287" y="2247723"/>
            <a:ext cx="280913" cy="428802"/>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latin typeface="Barlow" panose="00000500000000000000" pitchFamily="2" charset="0"/>
            </a:endParaRPr>
          </a:p>
        </p:txBody>
      </p:sp>
      <p:sp>
        <p:nvSpPr>
          <p:cNvPr id="5" name="Arrow: Right 4">
            <a:extLst>
              <a:ext uri="{FF2B5EF4-FFF2-40B4-BE49-F238E27FC236}">
                <a16:creationId xmlns:a16="http://schemas.microsoft.com/office/drawing/2014/main" id="{901818B9-6A56-4099-2DE3-C39A6A4EDA62}"/>
              </a:ext>
            </a:extLst>
          </p:cNvPr>
          <p:cNvSpPr/>
          <p:nvPr/>
        </p:nvSpPr>
        <p:spPr>
          <a:xfrm>
            <a:off x="5947484" y="2247723"/>
            <a:ext cx="280913" cy="428802"/>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latin typeface="Barlow" panose="00000500000000000000" pitchFamily="2" charset="0"/>
            </a:endParaRPr>
          </a:p>
        </p:txBody>
      </p:sp>
      <p:sp>
        <p:nvSpPr>
          <p:cNvPr id="7" name="Arrow: Right 6">
            <a:extLst>
              <a:ext uri="{FF2B5EF4-FFF2-40B4-BE49-F238E27FC236}">
                <a16:creationId xmlns:a16="http://schemas.microsoft.com/office/drawing/2014/main" id="{44D380B6-48BE-9221-F02E-33DF70F9DE14}"/>
              </a:ext>
            </a:extLst>
          </p:cNvPr>
          <p:cNvSpPr/>
          <p:nvPr/>
        </p:nvSpPr>
        <p:spPr>
          <a:xfrm>
            <a:off x="8570231" y="2247723"/>
            <a:ext cx="280913" cy="428802"/>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latin typeface="Barlow" panose="00000500000000000000" pitchFamily="2" charset="0"/>
            </a:endParaRPr>
          </a:p>
        </p:txBody>
      </p:sp>
      <p:sp>
        <p:nvSpPr>
          <p:cNvPr id="9" name="Arrow: Right 8">
            <a:extLst>
              <a:ext uri="{FF2B5EF4-FFF2-40B4-BE49-F238E27FC236}">
                <a16:creationId xmlns:a16="http://schemas.microsoft.com/office/drawing/2014/main" id="{EC3F2947-05E8-5D0D-C4E9-778784092687}"/>
              </a:ext>
            </a:extLst>
          </p:cNvPr>
          <p:cNvSpPr/>
          <p:nvPr/>
        </p:nvSpPr>
        <p:spPr>
          <a:xfrm>
            <a:off x="2530444" y="4454357"/>
            <a:ext cx="280913" cy="387838"/>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latin typeface="Barlow" panose="00000500000000000000" pitchFamily="2" charset="0"/>
            </a:endParaRPr>
          </a:p>
        </p:txBody>
      </p:sp>
      <p:sp>
        <p:nvSpPr>
          <p:cNvPr id="12" name="Arrow: Right 11">
            <a:extLst>
              <a:ext uri="{FF2B5EF4-FFF2-40B4-BE49-F238E27FC236}">
                <a16:creationId xmlns:a16="http://schemas.microsoft.com/office/drawing/2014/main" id="{67C5F5F2-4D72-DAF0-A122-9A6551D665F8}"/>
              </a:ext>
            </a:extLst>
          </p:cNvPr>
          <p:cNvSpPr/>
          <p:nvPr/>
        </p:nvSpPr>
        <p:spPr>
          <a:xfrm>
            <a:off x="4252141" y="4454357"/>
            <a:ext cx="280913" cy="387838"/>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latin typeface="Barlow" panose="00000500000000000000" pitchFamily="2" charset="0"/>
            </a:endParaRPr>
          </a:p>
        </p:txBody>
      </p:sp>
      <p:sp>
        <p:nvSpPr>
          <p:cNvPr id="14" name="Arrow: Right 13">
            <a:extLst>
              <a:ext uri="{FF2B5EF4-FFF2-40B4-BE49-F238E27FC236}">
                <a16:creationId xmlns:a16="http://schemas.microsoft.com/office/drawing/2014/main" id="{0A54546E-762E-891F-09AC-9B1504397215}"/>
              </a:ext>
            </a:extLst>
          </p:cNvPr>
          <p:cNvSpPr/>
          <p:nvPr/>
        </p:nvSpPr>
        <p:spPr>
          <a:xfrm>
            <a:off x="5956110" y="4450785"/>
            <a:ext cx="280913" cy="387838"/>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latin typeface="Barlow" panose="00000500000000000000" pitchFamily="2" charset="0"/>
            </a:endParaRPr>
          </a:p>
        </p:txBody>
      </p:sp>
      <p:sp>
        <p:nvSpPr>
          <p:cNvPr id="21" name="Arrow: Right 20">
            <a:extLst>
              <a:ext uri="{FF2B5EF4-FFF2-40B4-BE49-F238E27FC236}">
                <a16:creationId xmlns:a16="http://schemas.microsoft.com/office/drawing/2014/main" id="{79951D21-B177-EEBF-513D-E433EB8C36F2}"/>
              </a:ext>
            </a:extLst>
          </p:cNvPr>
          <p:cNvSpPr/>
          <p:nvPr/>
        </p:nvSpPr>
        <p:spPr>
          <a:xfrm>
            <a:off x="7673944" y="4450785"/>
            <a:ext cx="280913" cy="387838"/>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latin typeface="Barlow" panose="00000500000000000000" pitchFamily="2" charset="0"/>
            </a:endParaRPr>
          </a:p>
        </p:txBody>
      </p:sp>
      <p:sp>
        <p:nvSpPr>
          <p:cNvPr id="27" name="Arrow: Right 26">
            <a:extLst>
              <a:ext uri="{FF2B5EF4-FFF2-40B4-BE49-F238E27FC236}">
                <a16:creationId xmlns:a16="http://schemas.microsoft.com/office/drawing/2014/main" id="{BE528B86-7614-F939-E34B-721F8918E120}"/>
              </a:ext>
            </a:extLst>
          </p:cNvPr>
          <p:cNvSpPr/>
          <p:nvPr/>
        </p:nvSpPr>
        <p:spPr>
          <a:xfrm>
            <a:off x="9388444" y="4433768"/>
            <a:ext cx="280913" cy="387838"/>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latin typeface="Barlow" panose="00000500000000000000" pitchFamily="2" charset="0"/>
            </a:endParaRPr>
          </a:p>
        </p:txBody>
      </p:sp>
      <p:sp>
        <p:nvSpPr>
          <p:cNvPr id="4" name="Slide Number Placeholder 2">
            <a:extLst>
              <a:ext uri="{FF2B5EF4-FFF2-40B4-BE49-F238E27FC236}">
                <a16:creationId xmlns:a16="http://schemas.microsoft.com/office/drawing/2014/main" id="{F4E87ED7-5C81-1F4A-465F-3AAE5B1E2688}"/>
              </a:ext>
            </a:extLst>
          </p:cNvPr>
          <p:cNvSpPr>
            <a:spLocks noGrp="1"/>
          </p:cNvSpPr>
          <p:nvPr>
            <p:ph type="sldNum" idx="12"/>
          </p:nvPr>
        </p:nvSpPr>
        <p:spPr>
          <a:xfrm>
            <a:off x="11349846" y="6321114"/>
            <a:ext cx="508500" cy="381500"/>
          </a:xfrm>
        </p:spPr>
        <p:txBody>
          <a:bodyPr/>
          <a:lstStyle/>
          <a:p>
            <a:pPr marL="0" lvl="0" indent="0" algn="l" rtl="0">
              <a:spcBef>
                <a:spcPts val="0"/>
              </a:spcBef>
              <a:spcAft>
                <a:spcPts val="0"/>
              </a:spcAft>
              <a:buNone/>
            </a:pPr>
            <a:fld id="{00000000-1234-1234-1234-123412341234}" type="slidenum">
              <a:rPr lang="en-US" smtClean="0"/>
              <a:t>6</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22" name="Google Shape;622;p59"/>
          <p:cNvSpPr/>
          <p:nvPr/>
        </p:nvSpPr>
        <p:spPr>
          <a:xfrm>
            <a:off x="675651" y="1720728"/>
            <a:ext cx="5094458" cy="20121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383838"/>
              </a:buClr>
              <a:buSzPts val="1250"/>
              <a:buFont typeface="Patrick Hand"/>
              <a:buNone/>
            </a:pPr>
            <a:r>
              <a:rPr lang="en-US" sz="1250" b="0" i="0" u="none" strike="noStrike" cap="none">
                <a:solidFill>
                  <a:schemeClr val="tx1"/>
                </a:solidFill>
                <a:latin typeface="Barlow" panose="00000500000000000000" pitchFamily="2" charset="0"/>
                <a:ea typeface="Patrick Hand"/>
                <a:cs typeface="Patrick Hand"/>
                <a:sym typeface="Patrick Hand"/>
              </a:rPr>
              <a:t>Métriques évaluées</a:t>
            </a:r>
            <a:endParaRPr sz="1250" b="0" i="0" u="none" strike="noStrike" cap="none">
              <a:solidFill>
                <a:schemeClr val="tx1"/>
              </a:solidFill>
              <a:latin typeface="Barlow" panose="00000500000000000000" pitchFamily="2" charset="0"/>
              <a:ea typeface="Calibri"/>
              <a:cs typeface="Calibri"/>
              <a:sym typeface="Calibri"/>
            </a:endParaRPr>
          </a:p>
        </p:txBody>
      </p:sp>
      <p:pic>
        <p:nvPicPr>
          <p:cNvPr id="623" name="Google Shape;623;p59" descr="preencoded.png"/>
          <p:cNvPicPr preferRelativeResize="0"/>
          <p:nvPr/>
        </p:nvPicPr>
        <p:blipFill rotWithShape="1">
          <a:blip r:embed="rId3">
            <a:alphaModFix/>
          </a:blip>
          <a:srcRect/>
          <a:stretch/>
        </p:blipFill>
        <p:spPr>
          <a:xfrm>
            <a:off x="675651" y="2048745"/>
            <a:ext cx="4460229" cy="892870"/>
          </a:xfrm>
          <a:prstGeom prst="rect">
            <a:avLst/>
          </a:prstGeom>
          <a:noFill/>
          <a:ln>
            <a:noFill/>
          </a:ln>
        </p:spPr>
      </p:pic>
      <p:sp>
        <p:nvSpPr>
          <p:cNvPr id="624" name="Google Shape;624;p59"/>
          <p:cNvSpPr/>
          <p:nvPr/>
        </p:nvSpPr>
        <p:spPr>
          <a:xfrm>
            <a:off x="931827" y="2228728"/>
            <a:ext cx="4658303" cy="20121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383838"/>
              </a:buClr>
              <a:buSzPts val="1250"/>
              <a:buFont typeface="Patrick Hand"/>
              <a:buNone/>
            </a:pPr>
            <a:r>
              <a:rPr lang="en-US" sz="1250" b="0" i="0" u="none" strike="noStrike" cap="none">
                <a:solidFill>
                  <a:schemeClr val="tx1"/>
                </a:solidFill>
                <a:latin typeface="Barlow" panose="00000500000000000000" pitchFamily="2" charset="0"/>
                <a:ea typeface="Patrick Hand"/>
                <a:cs typeface="Patrick Hand"/>
                <a:sym typeface="Patrick Hand"/>
              </a:rPr>
              <a:t>Recall@k</a:t>
            </a:r>
            <a:endParaRPr sz="1250" b="0" i="0" u="none" strike="noStrike" cap="none">
              <a:solidFill>
                <a:schemeClr val="tx1"/>
              </a:solidFill>
              <a:latin typeface="Barlow" panose="00000500000000000000" pitchFamily="2" charset="0"/>
              <a:ea typeface="Calibri"/>
              <a:cs typeface="Calibri"/>
              <a:sym typeface="Calibri"/>
            </a:endParaRPr>
          </a:p>
        </p:txBody>
      </p:sp>
      <p:sp>
        <p:nvSpPr>
          <p:cNvPr id="625" name="Google Shape;625;p59"/>
          <p:cNvSpPr/>
          <p:nvPr/>
        </p:nvSpPr>
        <p:spPr>
          <a:xfrm>
            <a:off x="931827" y="2542656"/>
            <a:ext cx="4658303" cy="218976"/>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383838"/>
              </a:buClr>
              <a:buSzPts val="1250"/>
              <a:buFont typeface="Patrick Hand"/>
              <a:buNone/>
            </a:pPr>
            <a:r>
              <a:rPr lang="en-US" sz="1250" b="0" i="0" u="none" strike="noStrike" cap="none">
                <a:solidFill>
                  <a:schemeClr val="tx1"/>
                </a:solidFill>
                <a:latin typeface="Barlow" panose="00000500000000000000" pitchFamily="2" charset="0"/>
                <a:ea typeface="Patrick Hand"/>
                <a:cs typeface="Patrick Hand"/>
                <a:sym typeface="Patrick Hand"/>
              </a:rPr>
              <a:t>Couverture des documents pertinents dans le top-k retourné</a:t>
            </a:r>
            <a:endParaRPr sz="1250" b="0" i="0" u="none" strike="noStrike" cap="none">
              <a:solidFill>
                <a:schemeClr val="tx1"/>
              </a:solidFill>
              <a:latin typeface="Barlow" panose="00000500000000000000" pitchFamily="2" charset="0"/>
              <a:ea typeface="Calibri"/>
              <a:cs typeface="Calibri"/>
              <a:sym typeface="Calibri"/>
            </a:endParaRPr>
          </a:p>
        </p:txBody>
      </p:sp>
      <p:pic>
        <p:nvPicPr>
          <p:cNvPr id="626" name="Google Shape;626;p59" descr="preencoded.png"/>
          <p:cNvPicPr preferRelativeResize="0"/>
          <p:nvPr/>
        </p:nvPicPr>
        <p:blipFill rotWithShape="1">
          <a:blip r:embed="rId3">
            <a:alphaModFix/>
          </a:blip>
          <a:srcRect/>
          <a:stretch/>
        </p:blipFill>
        <p:spPr>
          <a:xfrm>
            <a:off x="675651" y="3054327"/>
            <a:ext cx="4460229" cy="892870"/>
          </a:xfrm>
          <a:prstGeom prst="rect">
            <a:avLst/>
          </a:prstGeom>
          <a:noFill/>
          <a:ln>
            <a:noFill/>
          </a:ln>
        </p:spPr>
      </p:pic>
      <p:sp>
        <p:nvSpPr>
          <p:cNvPr id="627" name="Google Shape;627;p59"/>
          <p:cNvSpPr/>
          <p:nvPr/>
        </p:nvSpPr>
        <p:spPr>
          <a:xfrm>
            <a:off x="931827" y="3234310"/>
            <a:ext cx="4658303" cy="20121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383838"/>
              </a:buClr>
              <a:buSzPts val="1250"/>
              <a:buFont typeface="Patrick Hand"/>
              <a:buNone/>
            </a:pPr>
            <a:r>
              <a:rPr lang="en-US" sz="1250" b="0" i="0" u="none" strike="noStrike" cap="none">
                <a:solidFill>
                  <a:schemeClr val="tx1"/>
                </a:solidFill>
                <a:latin typeface="Barlow" panose="00000500000000000000" pitchFamily="2" charset="0"/>
                <a:ea typeface="Patrick Hand"/>
                <a:cs typeface="Patrick Hand"/>
                <a:sym typeface="Patrick Hand"/>
              </a:rPr>
              <a:t>MRR</a:t>
            </a:r>
            <a:endParaRPr sz="1250" b="0" i="0" u="none" strike="noStrike" cap="none">
              <a:solidFill>
                <a:schemeClr val="tx1"/>
              </a:solidFill>
              <a:latin typeface="Barlow" panose="00000500000000000000" pitchFamily="2" charset="0"/>
              <a:ea typeface="Calibri"/>
              <a:cs typeface="Calibri"/>
              <a:sym typeface="Calibri"/>
            </a:endParaRPr>
          </a:p>
        </p:txBody>
      </p:sp>
      <p:sp>
        <p:nvSpPr>
          <p:cNvPr id="628" name="Google Shape;628;p59"/>
          <p:cNvSpPr/>
          <p:nvPr/>
        </p:nvSpPr>
        <p:spPr>
          <a:xfrm>
            <a:off x="931827" y="3548238"/>
            <a:ext cx="4658303" cy="218976"/>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383838"/>
              </a:buClr>
              <a:buSzPts val="1250"/>
              <a:buFont typeface="Patrick Hand"/>
              <a:buNone/>
            </a:pPr>
            <a:r>
              <a:rPr lang="en-US" sz="1250" b="0" i="0" u="none" strike="noStrike" cap="none">
                <a:solidFill>
                  <a:schemeClr val="tx1"/>
                </a:solidFill>
                <a:latin typeface="Barlow" panose="00000500000000000000" pitchFamily="2" charset="0"/>
                <a:ea typeface="Patrick Hand"/>
                <a:cs typeface="Patrick Hand"/>
                <a:sym typeface="Patrick Hand"/>
              </a:rPr>
              <a:t>Position moyenne du premier document pertinent</a:t>
            </a:r>
            <a:endParaRPr sz="1250" b="0" i="0" u="none" strike="noStrike" cap="none">
              <a:solidFill>
                <a:schemeClr val="tx1"/>
              </a:solidFill>
              <a:latin typeface="Barlow" panose="00000500000000000000" pitchFamily="2" charset="0"/>
              <a:ea typeface="Calibri"/>
              <a:cs typeface="Calibri"/>
              <a:sym typeface="Calibri"/>
            </a:endParaRPr>
          </a:p>
        </p:txBody>
      </p:sp>
      <p:pic>
        <p:nvPicPr>
          <p:cNvPr id="629" name="Google Shape;629;p59" descr="preencoded.png"/>
          <p:cNvPicPr preferRelativeResize="0"/>
          <p:nvPr/>
        </p:nvPicPr>
        <p:blipFill rotWithShape="1">
          <a:blip r:embed="rId3">
            <a:alphaModFix/>
          </a:blip>
          <a:srcRect/>
          <a:stretch/>
        </p:blipFill>
        <p:spPr>
          <a:xfrm>
            <a:off x="675651" y="4059909"/>
            <a:ext cx="4460229" cy="892870"/>
          </a:xfrm>
          <a:prstGeom prst="rect">
            <a:avLst/>
          </a:prstGeom>
          <a:noFill/>
          <a:ln>
            <a:noFill/>
          </a:ln>
        </p:spPr>
      </p:pic>
      <p:sp>
        <p:nvSpPr>
          <p:cNvPr id="630" name="Google Shape;630;p59"/>
          <p:cNvSpPr/>
          <p:nvPr/>
        </p:nvSpPr>
        <p:spPr>
          <a:xfrm>
            <a:off x="931827" y="4239892"/>
            <a:ext cx="4658303" cy="20121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383838"/>
              </a:buClr>
              <a:buSzPts val="1250"/>
              <a:buFont typeface="Patrick Hand"/>
              <a:buNone/>
            </a:pPr>
            <a:r>
              <a:rPr lang="en-US" sz="1250" b="0" i="0" u="none" strike="noStrike" cap="none">
                <a:solidFill>
                  <a:schemeClr val="tx1"/>
                </a:solidFill>
                <a:latin typeface="Barlow" panose="00000500000000000000" pitchFamily="2" charset="0"/>
                <a:ea typeface="Patrick Hand"/>
                <a:cs typeface="Patrick Hand"/>
                <a:sym typeface="Patrick Hand"/>
              </a:rPr>
              <a:t>nDCG@k</a:t>
            </a:r>
            <a:endParaRPr sz="1250" b="0" i="0" u="none" strike="noStrike" cap="none">
              <a:solidFill>
                <a:schemeClr val="tx1"/>
              </a:solidFill>
              <a:latin typeface="Barlow" panose="00000500000000000000" pitchFamily="2" charset="0"/>
              <a:ea typeface="Calibri"/>
              <a:cs typeface="Calibri"/>
              <a:sym typeface="Calibri"/>
            </a:endParaRPr>
          </a:p>
        </p:txBody>
      </p:sp>
      <p:sp>
        <p:nvSpPr>
          <p:cNvPr id="631" name="Google Shape;631;p59"/>
          <p:cNvSpPr/>
          <p:nvPr/>
        </p:nvSpPr>
        <p:spPr>
          <a:xfrm>
            <a:off x="931827" y="4553820"/>
            <a:ext cx="4658303" cy="218976"/>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383838"/>
              </a:buClr>
              <a:buSzPts val="1250"/>
              <a:buFont typeface="Patrick Hand"/>
              <a:buNone/>
            </a:pPr>
            <a:r>
              <a:rPr lang="en-US" sz="1250" b="0" i="0" u="none" strike="noStrike" cap="none">
                <a:solidFill>
                  <a:schemeClr val="tx1"/>
                </a:solidFill>
                <a:latin typeface="Barlow" panose="00000500000000000000" pitchFamily="2" charset="0"/>
                <a:ea typeface="Patrick Hand"/>
                <a:cs typeface="Patrick Hand"/>
                <a:sym typeface="Patrick Hand"/>
              </a:rPr>
              <a:t>Qualité du classement pondéré par la pertinence</a:t>
            </a:r>
            <a:endParaRPr sz="1250" b="0" i="0" u="none" strike="noStrike" cap="none">
              <a:solidFill>
                <a:schemeClr val="tx1"/>
              </a:solidFill>
              <a:latin typeface="Barlow" panose="00000500000000000000" pitchFamily="2" charset="0"/>
              <a:ea typeface="Calibri"/>
              <a:cs typeface="Calibri"/>
              <a:sym typeface="Calibri"/>
            </a:endParaRPr>
          </a:p>
        </p:txBody>
      </p:sp>
      <p:sp>
        <p:nvSpPr>
          <p:cNvPr id="632" name="Google Shape;632;p59"/>
          <p:cNvSpPr/>
          <p:nvPr/>
        </p:nvSpPr>
        <p:spPr>
          <a:xfrm>
            <a:off x="675651" y="5079580"/>
            <a:ext cx="4460229" cy="721122"/>
          </a:xfrm>
          <a:prstGeom prst="roundRect">
            <a:avLst>
              <a:gd name="adj" fmla="val 9378"/>
            </a:avLst>
          </a:pr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pic>
        <p:nvPicPr>
          <p:cNvPr id="633" name="Google Shape;633;p59" descr="preencoded.png"/>
          <p:cNvPicPr preferRelativeResize="0"/>
          <p:nvPr/>
        </p:nvPicPr>
        <p:blipFill rotWithShape="1">
          <a:blip r:embed="rId4">
            <a:alphaModFix/>
          </a:blip>
          <a:srcRect/>
          <a:stretch/>
        </p:blipFill>
        <p:spPr>
          <a:xfrm>
            <a:off x="836581" y="5304906"/>
            <a:ext cx="189464" cy="160933"/>
          </a:xfrm>
          <a:prstGeom prst="rect">
            <a:avLst/>
          </a:prstGeom>
          <a:noFill/>
          <a:ln>
            <a:noFill/>
          </a:ln>
        </p:spPr>
      </p:pic>
      <p:sp>
        <p:nvSpPr>
          <p:cNvPr id="634" name="Google Shape;634;p59"/>
          <p:cNvSpPr/>
          <p:nvPr/>
        </p:nvSpPr>
        <p:spPr>
          <a:xfrm>
            <a:off x="1198719" y="5221166"/>
            <a:ext cx="3304701" cy="437952"/>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000000"/>
              </a:buClr>
              <a:buSzPts val="1250"/>
              <a:buFont typeface="Patrick Hand"/>
              <a:buNone/>
            </a:pPr>
            <a:r>
              <a:rPr lang="en-US" sz="1250" b="1" i="0" u="none" strike="noStrike" cap="none" dirty="0">
                <a:solidFill>
                  <a:schemeClr val="tx1"/>
                </a:solidFill>
                <a:latin typeface="Barlow" panose="00000500000000000000" pitchFamily="2" charset="0"/>
                <a:ea typeface="Patrick Hand"/>
                <a:cs typeface="Patrick Hand"/>
                <a:sym typeface="Patrick Hand"/>
              </a:rPr>
              <a:t>864 configurations </a:t>
            </a:r>
            <a:r>
              <a:rPr lang="en-US" sz="1250" b="1" i="0" u="none" strike="noStrike" cap="none" dirty="0" err="1">
                <a:solidFill>
                  <a:schemeClr val="tx1"/>
                </a:solidFill>
                <a:latin typeface="Barlow" panose="00000500000000000000" pitchFamily="2" charset="0"/>
                <a:ea typeface="Patrick Hand"/>
                <a:cs typeface="Patrick Hand"/>
                <a:sym typeface="Patrick Hand"/>
              </a:rPr>
              <a:t>testées</a:t>
            </a:r>
            <a:r>
              <a:rPr lang="en-US" sz="1250" b="0" i="0" u="none" strike="noStrike" cap="none" dirty="0">
                <a:solidFill>
                  <a:schemeClr val="tx1"/>
                </a:solidFill>
                <a:latin typeface="Barlow" panose="00000500000000000000" pitchFamily="2" charset="0"/>
                <a:ea typeface="Patrick Hand"/>
                <a:cs typeface="Patrick Hand"/>
                <a:sym typeface="Patrick Hand"/>
              </a:rPr>
              <a:t> · 750 </a:t>
            </a:r>
            <a:r>
              <a:rPr lang="en-US" sz="1250" b="0" i="0" u="none" strike="noStrike" cap="none" dirty="0" err="1">
                <a:solidFill>
                  <a:schemeClr val="tx1"/>
                </a:solidFill>
                <a:latin typeface="Barlow" panose="00000500000000000000" pitchFamily="2" charset="0"/>
                <a:ea typeface="Patrick Hand"/>
                <a:cs typeface="Patrick Hand"/>
                <a:sym typeface="Patrick Hand"/>
              </a:rPr>
              <a:t>exploitables</a:t>
            </a:r>
            <a:r>
              <a:rPr lang="en-US" sz="1250" b="0" i="0" u="none" strike="noStrike" cap="none" dirty="0">
                <a:solidFill>
                  <a:schemeClr val="tx1"/>
                </a:solidFill>
                <a:latin typeface="Barlow" panose="00000500000000000000" pitchFamily="2" charset="0"/>
                <a:ea typeface="Patrick Hand"/>
                <a:cs typeface="Patrick Hand"/>
                <a:sym typeface="Patrick Hand"/>
              </a:rPr>
              <a:t>  50 questions </a:t>
            </a:r>
            <a:r>
              <a:rPr lang="en-US" sz="1250" b="0" i="0" u="none" strike="noStrike" cap="none" dirty="0" err="1">
                <a:solidFill>
                  <a:schemeClr val="tx1"/>
                </a:solidFill>
                <a:latin typeface="Barlow" panose="00000500000000000000" pitchFamily="2" charset="0"/>
                <a:ea typeface="Patrick Hand"/>
                <a:cs typeface="Patrick Hand"/>
                <a:sym typeface="Patrick Hand"/>
              </a:rPr>
              <a:t>annotées</a:t>
            </a:r>
            <a:r>
              <a:rPr lang="en-US" sz="1250" b="0" i="0" u="none" strike="noStrike" cap="none" dirty="0">
                <a:solidFill>
                  <a:schemeClr val="tx1"/>
                </a:solidFill>
                <a:latin typeface="Barlow" panose="00000500000000000000" pitchFamily="2" charset="0"/>
                <a:ea typeface="Patrick Hand"/>
                <a:cs typeface="Patrick Hand"/>
                <a:sym typeface="Patrick Hand"/>
              </a:rPr>
              <a:t> </a:t>
            </a:r>
            <a:r>
              <a:rPr lang="en-US" sz="1250" b="0" i="0" u="none" strike="noStrike" cap="none" dirty="0" err="1">
                <a:solidFill>
                  <a:schemeClr val="tx1"/>
                </a:solidFill>
                <a:latin typeface="Barlow" panose="00000500000000000000" pitchFamily="2" charset="0"/>
                <a:ea typeface="Patrick Hand"/>
                <a:cs typeface="Patrick Hand"/>
                <a:sym typeface="Patrick Hand"/>
              </a:rPr>
              <a:t>manuellement</a:t>
            </a:r>
            <a:endParaRPr sz="1250" b="0" i="0" u="none" strike="noStrike" cap="none" dirty="0">
              <a:solidFill>
                <a:schemeClr val="tx1"/>
              </a:solidFill>
              <a:latin typeface="Barlow" panose="00000500000000000000" pitchFamily="2" charset="0"/>
              <a:ea typeface="Calibri"/>
              <a:cs typeface="Calibri"/>
              <a:sym typeface="Calibri"/>
            </a:endParaRPr>
          </a:p>
        </p:txBody>
      </p:sp>
      <p:sp>
        <p:nvSpPr>
          <p:cNvPr id="635" name="Google Shape;635;p59"/>
          <p:cNvSpPr/>
          <p:nvPr/>
        </p:nvSpPr>
        <p:spPr>
          <a:xfrm>
            <a:off x="5681736" y="1177826"/>
            <a:ext cx="6168060" cy="4977762"/>
          </a:xfrm>
          <a:prstGeom prst="roundRect">
            <a:avLst>
              <a:gd name="adj" fmla="val 2684"/>
            </a:avLst>
          </a:pr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3" name="Espace réservé du texte 2">
            <a:extLst>
              <a:ext uri="{FF2B5EF4-FFF2-40B4-BE49-F238E27FC236}">
                <a16:creationId xmlns:a16="http://schemas.microsoft.com/office/drawing/2014/main" id="{BD8B661D-91DA-73AA-BB00-3BB5ABA9D145}"/>
              </a:ext>
            </a:extLst>
          </p:cNvPr>
          <p:cNvSpPr>
            <a:spLocks noGrp="1"/>
          </p:cNvSpPr>
          <p:nvPr>
            <p:ph type="body" idx="1"/>
          </p:nvPr>
        </p:nvSpPr>
        <p:spPr/>
        <p:txBody>
          <a:bodyPr/>
          <a:lstStyle/>
          <a:p>
            <a:endParaRPr lang="fr-FR" dirty="0">
              <a:solidFill>
                <a:schemeClr val="tx1"/>
              </a:solidFill>
              <a:latin typeface="Barlow" panose="00000500000000000000" pitchFamily="2" charset="0"/>
            </a:endParaRPr>
          </a:p>
        </p:txBody>
      </p:sp>
      <p:pic>
        <p:nvPicPr>
          <p:cNvPr id="4" name="Image 3">
            <a:extLst>
              <a:ext uri="{FF2B5EF4-FFF2-40B4-BE49-F238E27FC236}">
                <a16:creationId xmlns:a16="http://schemas.microsoft.com/office/drawing/2014/main" id="{23B4EAD4-F021-2384-7528-F9394855C070}"/>
              </a:ext>
            </a:extLst>
          </p:cNvPr>
          <p:cNvPicPr>
            <a:picLocks noChangeAspect="1"/>
          </p:cNvPicPr>
          <p:nvPr/>
        </p:nvPicPr>
        <p:blipFill>
          <a:blip r:embed="rId5"/>
          <a:stretch>
            <a:fillRect/>
          </a:stretch>
        </p:blipFill>
        <p:spPr>
          <a:xfrm>
            <a:off x="5514379" y="1177826"/>
            <a:ext cx="6343967" cy="5051983"/>
          </a:xfrm>
          <a:prstGeom prst="rect">
            <a:avLst/>
          </a:prstGeom>
        </p:spPr>
      </p:pic>
      <p:sp>
        <p:nvSpPr>
          <p:cNvPr id="5" name="Google Shape;545;p55">
            <a:extLst>
              <a:ext uri="{FF2B5EF4-FFF2-40B4-BE49-F238E27FC236}">
                <a16:creationId xmlns:a16="http://schemas.microsoft.com/office/drawing/2014/main" id="{EB8C5C55-D37A-C7C9-94E3-44ABCF3C0D2F}"/>
              </a:ext>
            </a:extLst>
          </p:cNvPr>
          <p:cNvSpPr/>
          <p:nvPr/>
        </p:nvSpPr>
        <p:spPr>
          <a:xfrm>
            <a:off x="695325" y="742461"/>
            <a:ext cx="11520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400" b="1" dirty="0">
                <a:solidFill>
                  <a:schemeClr val="tx1"/>
                </a:solidFill>
                <a:latin typeface="Barlow" panose="00000500000000000000" pitchFamily="2" charset="0"/>
                <a:sym typeface="Patrick Hand"/>
              </a:rPr>
              <a:t>Dimension 1/5 : Pertinence de la </a:t>
            </a:r>
            <a:r>
              <a:rPr lang="en-US" sz="2400" b="1" dirty="0" err="1">
                <a:solidFill>
                  <a:schemeClr val="tx1"/>
                </a:solidFill>
                <a:latin typeface="Barlow" panose="00000500000000000000" pitchFamily="2" charset="0"/>
                <a:sym typeface="Patrick Hand"/>
              </a:rPr>
              <a:t>récupération</a:t>
            </a:r>
            <a:r>
              <a:rPr lang="en-US" sz="2400" b="1" dirty="0">
                <a:solidFill>
                  <a:schemeClr val="tx1"/>
                </a:solidFill>
                <a:latin typeface="Barlow" panose="00000500000000000000" pitchFamily="2" charset="0"/>
                <a:sym typeface="Patrick Hand"/>
              </a:rPr>
              <a:t> (retrieval)</a:t>
            </a:r>
            <a:endParaRPr sz="2400" b="1" dirty="0">
              <a:solidFill>
                <a:schemeClr val="tx1"/>
              </a:solidFill>
              <a:latin typeface="Barlow" panose="00000500000000000000" pitchFamily="2" charset="0"/>
              <a:sym typeface="Calibri"/>
            </a:endParaRPr>
          </a:p>
        </p:txBody>
      </p:sp>
      <p:sp>
        <p:nvSpPr>
          <p:cNvPr id="2" name="Slide Number Placeholder 2">
            <a:extLst>
              <a:ext uri="{FF2B5EF4-FFF2-40B4-BE49-F238E27FC236}">
                <a16:creationId xmlns:a16="http://schemas.microsoft.com/office/drawing/2014/main" id="{F73844DC-C8CD-10BC-6DD1-FE8B840DA98C}"/>
              </a:ext>
            </a:extLst>
          </p:cNvPr>
          <p:cNvSpPr>
            <a:spLocks noGrp="1"/>
          </p:cNvSpPr>
          <p:nvPr>
            <p:ph type="sldNum" idx="12"/>
          </p:nvPr>
        </p:nvSpPr>
        <p:spPr>
          <a:xfrm>
            <a:off x="11349846" y="6321114"/>
            <a:ext cx="508500" cy="381500"/>
          </a:xfrm>
        </p:spPr>
        <p:txBody>
          <a:bodyPr/>
          <a:lstStyle/>
          <a:p>
            <a:pPr marL="0" lvl="0" indent="0" algn="l" rtl="0">
              <a:spcBef>
                <a:spcPts val="0"/>
              </a:spcBef>
              <a:spcAft>
                <a:spcPts val="0"/>
              </a:spcAft>
              <a:buNone/>
            </a:pPr>
            <a:fld id="{00000000-1234-1234-1234-123412341234}" type="slidenum">
              <a:rPr lang="en-US" smtClean="0"/>
              <a:t>7</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9" name="Google Shape;649;p60"/>
          <p:cNvSpPr/>
          <p:nvPr/>
        </p:nvSpPr>
        <p:spPr>
          <a:xfrm>
            <a:off x="-377463" y="1372966"/>
            <a:ext cx="5052291" cy="24437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383838"/>
              </a:buClr>
              <a:buSzPts val="1500"/>
              <a:buFont typeface="Patrick Hand"/>
              <a:buNone/>
            </a:pPr>
            <a:r>
              <a:rPr lang="en-US" sz="1500" b="0" i="0" u="none" strike="noStrike" cap="none">
                <a:solidFill>
                  <a:schemeClr val="tx1"/>
                </a:solidFill>
                <a:latin typeface="Barlow" panose="00000500000000000000" pitchFamily="2" charset="0"/>
                <a:ea typeface="Patrick Hand"/>
                <a:cs typeface="Patrick Hand"/>
                <a:sym typeface="Patrick Hand"/>
              </a:rPr>
              <a:t>Sous-métriques RAGAS</a:t>
            </a:r>
            <a:endParaRPr sz="1500" b="0" i="0" u="none" strike="noStrike" cap="none">
              <a:solidFill>
                <a:schemeClr val="tx1"/>
              </a:solidFill>
              <a:latin typeface="Barlow" panose="00000500000000000000" pitchFamily="2" charset="0"/>
              <a:ea typeface="Calibri"/>
              <a:cs typeface="Calibri"/>
              <a:sym typeface="Calibri"/>
            </a:endParaRPr>
          </a:p>
        </p:txBody>
      </p:sp>
      <p:sp>
        <p:nvSpPr>
          <p:cNvPr id="650" name="Google Shape;650;p60"/>
          <p:cNvSpPr/>
          <p:nvPr/>
        </p:nvSpPr>
        <p:spPr>
          <a:xfrm>
            <a:off x="-377463" y="1783533"/>
            <a:ext cx="5052291" cy="2483148"/>
          </a:xfrm>
          <a:prstGeom prst="rect">
            <a:avLst/>
          </a:prstGeom>
          <a:noFill/>
          <a:ln>
            <a:noFill/>
          </a:ln>
        </p:spPr>
        <p:txBody>
          <a:bodyPr spcFirstLastPara="1" wrap="square" lIns="0" tIns="0" rIns="0" bIns="0" anchor="t" anchorCtr="0">
            <a:noAutofit/>
          </a:bodyPr>
          <a:lstStyle/>
          <a:p>
            <a:pPr marL="304800" marR="0" lvl="0" indent="-304800" algn="l" rtl="0">
              <a:lnSpc>
                <a:spcPct val="123000"/>
              </a:lnSpc>
              <a:spcBef>
                <a:spcPts val="0"/>
              </a:spcBef>
              <a:spcAft>
                <a:spcPts val="0"/>
              </a:spcAft>
              <a:buClr>
                <a:srgbClr val="383838"/>
              </a:buClr>
              <a:buSzPts val="1500"/>
              <a:buFont typeface="Patrick Hand"/>
              <a:buChar char="•"/>
            </a:pPr>
            <a:r>
              <a:rPr lang="fr-FR" sz="1500" b="1" i="0" u="none" strike="noStrike" cap="none" dirty="0" err="1">
                <a:solidFill>
                  <a:schemeClr val="tx1"/>
                </a:solidFill>
                <a:latin typeface="Barlow" panose="00000500000000000000" pitchFamily="2" charset="0"/>
                <a:ea typeface="Patrick Hand"/>
                <a:cs typeface="Patrick Hand"/>
                <a:sym typeface="Patrick Hand"/>
              </a:rPr>
              <a:t>Faithfulness</a:t>
            </a:r>
            <a:r>
              <a:rPr lang="fr-FR" sz="1500" b="0" i="0" u="none" strike="noStrike" cap="none" dirty="0">
                <a:solidFill>
                  <a:schemeClr val="tx1"/>
                </a:solidFill>
                <a:latin typeface="Barlow" panose="00000500000000000000" pitchFamily="2" charset="0"/>
                <a:ea typeface="Patrick Hand"/>
                <a:cs typeface="Patrick Hand"/>
                <a:sym typeface="Patrick Hand"/>
              </a:rPr>
              <a:t> — Adéquation de la réponse aux contextes cités</a:t>
            </a:r>
            <a:endParaRPr lang="fr-FR" sz="1500" b="0" i="0" u="none" strike="noStrike" cap="none" dirty="0">
              <a:solidFill>
                <a:schemeClr val="tx1"/>
              </a:solidFill>
              <a:latin typeface="Barlow" panose="00000500000000000000" pitchFamily="2" charset="0"/>
              <a:ea typeface="Calibri"/>
              <a:cs typeface="Calibri"/>
              <a:sym typeface="Calibri"/>
            </a:endParaRPr>
          </a:p>
          <a:p>
            <a:pPr marL="304800" marR="0" lvl="0" indent="-304800" algn="l" rtl="0">
              <a:lnSpc>
                <a:spcPct val="123000"/>
              </a:lnSpc>
              <a:spcBef>
                <a:spcPts val="0"/>
              </a:spcBef>
              <a:spcAft>
                <a:spcPts val="0"/>
              </a:spcAft>
              <a:buClr>
                <a:srgbClr val="383838"/>
              </a:buClr>
              <a:buSzPts val="1500"/>
              <a:buFont typeface="Patrick Hand"/>
              <a:buChar char="•"/>
            </a:pPr>
            <a:r>
              <a:rPr lang="en-US" sz="1500" b="1" i="0" u="none" strike="noStrike" cap="none" dirty="0">
                <a:solidFill>
                  <a:schemeClr val="tx1"/>
                </a:solidFill>
                <a:latin typeface="Barlow" panose="00000500000000000000" pitchFamily="2" charset="0"/>
                <a:ea typeface="Patrick Hand"/>
                <a:cs typeface="Patrick Hand"/>
                <a:sym typeface="Patrick Hand"/>
              </a:rPr>
              <a:t>Answer relevancy</a:t>
            </a:r>
            <a:r>
              <a:rPr lang="en-US" sz="1500" b="0" i="0" u="none" strike="noStrike" cap="none" dirty="0">
                <a:solidFill>
                  <a:schemeClr val="tx1"/>
                </a:solidFill>
                <a:latin typeface="Barlow" panose="00000500000000000000" pitchFamily="2" charset="0"/>
                <a:ea typeface="Patrick Hand"/>
                <a:cs typeface="Patrick Hand"/>
                <a:sym typeface="Patrick Hand"/>
              </a:rPr>
              <a:t> — Pertinence de la </a:t>
            </a:r>
            <a:r>
              <a:rPr lang="en-US" sz="1500" b="0" i="0" u="none" strike="noStrike" cap="none" dirty="0" err="1">
                <a:solidFill>
                  <a:schemeClr val="tx1"/>
                </a:solidFill>
                <a:latin typeface="Barlow" panose="00000500000000000000" pitchFamily="2" charset="0"/>
                <a:ea typeface="Patrick Hand"/>
                <a:cs typeface="Patrick Hand"/>
                <a:sym typeface="Patrick Hand"/>
              </a:rPr>
              <a:t>réponse</a:t>
            </a:r>
            <a:r>
              <a:rPr lang="en-US" sz="1500" b="0" i="0" u="none" strike="noStrike" cap="none" dirty="0">
                <a:solidFill>
                  <a:schemeClr val="tx1"/>
                </a:solidFill>
                <a:latin typeface="Barlow" panose="00000500000000000000" pitchFamily="2" charset="0"/>
                <a:ea typeface="Patrick Hand"/>
                <a:cs typeface="Patrick Hand"/>
                <a:sym typeface="Patrick Hand"/>
              </a:rPr>
              <a:t> à la question </a:t>
            </a:r>
            <a:r>
              <a:rPr lang="en-US" sz="1500" b="0" i="0" u="none" strike="noStrike" cap="none" dirty="0" err="1">
                <a:solidFill>
                  <a:schemeClr val="tx1"/>
                </a:solidFill>
                <a:latin typeface="Barlow" panose="00000500000000000000" pitchFamily="2" charset="0"/>
                <a:ea typeface="Patrick Hand"/>
                <a:cs typeface="Patrick Hand"/>
                <a:sym typeface="Patrick Hand"/>
              </a:rPr>
              <a:t>posée</a:t>
            </a:r>
            <a:endParaRPr sz="1500" b="0" i="0" u="none" strike="noStrike" cap="none" dirty="0">
              <a:solidFill>
                <a:schemeClr val="tx1"/>
              </a:solidFill>
              <a:latin typeface="Barlow" panose="00000500000000000000" pitchFamily="2" charset="0"/>
              <a:ea typeface="Calibri"/>
              <a:cs typeface="Calibri"/>
              <a:sym typeface="Calibri"/>
            </a:endParaRPr>
          </a:p>
          <a:p>
            <a:pPr marL="304800" marR="0" lvl="0" indent="-304800" algn="l" rtl="0">
              <a:lnSpc>
                <a:spcPct val="123000"/>
              </a:lnSpc>
              <a:spcBef>
                <a:spcPts val="0"/>
              </a:spcBef>
              <a:spcAft>
                <a:spcPts val="0"/>
              </a:spcAft>
              <a:buClr>
                <a:srgbClr val="383838"/>
              </a:buClr>
              <a:buSzPts val="1500"/>
              <a:buFont typeface="Patrick Hand"/>
              <a:buChar char="•"/>
            </a:pPr>
            <a:r>
              <a:rPr lang="en-US" sz="1500" b="1" i="0" u="none" strike="noStrike" cap="none" dirty="0">
                <a:solidFill>
                  <a:schemeClr val="tx1"/>
                </a:solidFill>
                <a:latin typeface="Barlow" panose="00000500000000000000" pitchFamily="2" charset="0"/>
                <a:ea typeface="Patrick Hand"/>
                <a:cs typeface="Patrick Hand"/>
                <a:sym typeface="Patrick Hand"/>
              </a:rPr>
              <a:t>Context precision</a:t>
            </a:r>
            <a:r>
              <a:rPr lang="en-US" sz="1500" b="0" i="0" u="none" strike="noStrike" cap="none" dirty="0">
                <a:solidFill>
                  <a:schemeClr val="tx1"/>
                </a:solidFill>
                <a:latin typeface="Barlow" panose="00000500000000000000" pitchFamily="2" charset="0"/>
                <a:ea typeface="Patrick Hand"/>
                <a:cs typeface="Patrick Hand"/>
                <a:sym typeface="Patrick Hand"/>
              </a:rPr>
              <a:t> — </a:t>
            </a:r>
            <a:r>
              <a:rPr lang="en-US" sz="1500" b="0" i="0" u="none" strike="noStrike" cap="none" dirty="0" err="1">
                <a:solidFill>
                  <a:schemeClr val="tx1"/>
                </a:solidFill>
                <a:latin typeface="Barlow" panose="00000500000000000000" pitchFamily="2" charset="0"/>
                <a:ea typeface="Patrick Hand"/>
                <a:cs typeface="Patrick Hand"/>
                <a:sym typeface="Patrick Hand"/>
              </a:rPr>
              <a:t>Densité</a:t>
            </a:r>
            <a:r>
              <a:rPr lang="en-US" sz="1500" b="0" i="0" u="none" strike="noStrike" cap="none" dirty="0">
                <a:solidFill>
                  <a:schemeClr val="tx1"/>
                </a:solidFill>
                <a:latin typeface="Barlow" panose="00000500000000000000" pitchFamily="2" charset="0"/>
                <a:ea typeface="Patrick Hand"/>
                <a:cs typeface="Patrick Hand"/>
                <a:sym typeface="Patrick Hand"/>
              </a:rPr>
              <a:t> </a:t>
            </a:r>
            <a:r>
              <a:rPr lang="en-US" sz="1500" b="0" i="0" u="none" strike="noStrike" cap="none" dirty="0" err="1">
                <a:solidFill>
                  <a:schemeClr val="tx1"/>
                </a:solidFill>
                <a:latin typeface="Barlow" panose="00000500000000000000" pitchFamily="2" charset="0"/>
                <a:ea typeface="Patrick Hand"/>
                <a:cs typeface="Patrick Hand"/>
                <a:sym typeface="Patrick Hand"/>
              </a:rPr>
              <a:t>d'information</a:t>
            </a:r>
            <a:r>
              <a:rPr lang="en-US" sz="1500" b="0" i="0" u="none" strike="noStrike" cap="none" dirty="0">
                <a:solidFill>
                  <a:schemeClr val="tx1"/>
                </a:solidFill>
                <a:latin typeface="Barlow" panose="00000500000000000000" pitchFamily="2" charset="0"/>
                <a:ea typeface="Patrick Hand"/>
                <a:cs typeface="Patrick Hand"/>
                <a:sym typeface="Patrick Hand"/>
              </a:rPr>
              <a:t> utile dans les chunks </a:t>
            </a:r>
            <a:r>
              <a:rPr lang="en-US" sz="1500" b="0" i="0" u="none" strike="noStrike" cap="none" dirty="0" err="1">
                <a:solidFill>
                  <a:schemeClr val="tx1"/>
                </a:solidFill>
                <a:latin typeface="Barlow" panose="00000500000000000000" pitchFamily="2" charset="0"/>
                <a:ea typeface="Patrick Hand"/>
                <a:cs typeface="Patrick Hand"/>
                <a:sym typeface="Patrick Hand"/>
              </a:rPr>
              <a:t>retenus</a:t>
            </a:r>
            <a:endParaRPr sz="1500" b="0" i="0" u="none" strike="noStrike" cap="none" dirty="0">
              <a:solidFill>
                <a:schemeClr val="tx1"/>
              </a:solidFill>
              <a:latin typeface="Barlow" panose="00000500000000000000" pitchFamily="2" charset="0"/>
              <a:ea typeface="Calibri"/>
              <a:cs typeface="Calibri"/>
              <a:sym typeface="Calibri"/>
            </a:endParaRPr>
          </a:p>
          <a:p>
            <a:pPr marL="304800" marR="0" lvl="0" indent="-304800" algn="l" rtl="0">
              <a:lnSpc>
                <a:spcPct val="123000"/>
              </a:lnSpc>
              <a:spcBef>
                <a:spcPts val="0"/>
              </a:spcBef>
              <a:spcAft>
                <a:spcPts val="0"/>
              </a:spcAft>
              <a:buClr>
                <a:srgbClr val="383838"/>
              </a:buClr>
              <a:buSzPts val="1500"/>
              <a:buFont typeface="Patrick Hand"/>
              <a:buChar char="•"/>
            </a:pPr>
            <a:r>
              <a:rPr lang="en-US" sz="1500" b="1" i="0" u="none" strike="noStrike" cap="none" dirty="0">
                <a:solidFill>
                  <a:schemeClr val="tx1"/>
                </a:solidFill>
                <a:latin typeface="Barlow" panose="00000500000000000000" pitchFamily="2" charset="0"/>
                <a:ea typeface="Patrick Hand"/>
                <a:cs typeface="Patrick Hand"/>
                <a:sym typeface="Patrick Hand"/>
              </a:rPr>
              <a:t>Context recall</a:t>
            </a:r>
            <a:r>
              <a:rPr lang="en-US" sz="1500" b="0" i="0" u="none" strike="noStrike" cap="none" dirty="0">
                <a:solidFill>
                  <a:schemeClr val="tx1"/>
                </a:solidFill>
                <a:latin typeface="Barlow" panose="00000500000000000000" pitchFamily="2" charset="0"/>
                <a:ea typeface="Patrick Hand"/>
                <a:cs typeface="Patrick Hand"/>
                <a:sym typeface="Patrick Hand"/>
              </a:rPr>
              <a:t> — Couverture des </a:t>
            </a:r>
            <a:r>
              <a:rPr lang="en-US" sz="1500" b="0" i="0" u="none" strike="noStrike" cap="none" dirty="0" err="1">
                <a:solidFill>
                  <a:schemeClr val="tx1"/>
                </a:solidFill>
                <a:latin typeface="Barlow" panose="00000500000000000000" pitchFamily="2" charset="0"/>
                <a:ea typeface="Patrick Hand"/>
                <a:cs typeface="Patrick Hand"/>
                <a:sym typeface="Patrick Hand"/>
              </a:rPr>
              <a:t>informations</a:t>
            </a:r>
            <a:r>
              <a:rPr lang="en-US" sz="1500" b="0" i="0" u="none" strike="noStrike" cap="none" dirty="0">
                <a:solidFill>
                  <a:schemeClr val="tx1"/>
                </a:solidFill>
                <a:latin typeface="Barlow" panose="00000500000000000000" pitchFamily="2" charset="0"/>
                <a:ea typeface="Patrick Hand"/>
                <a:cs typeface="Patrick Hand"/>
                <a:sym typeface="Patrick Hand"/>
              </a:rPr>
              <a:t> </a:t>
            </a:r>
            <a:r>
              <a:rPr lang="en-US" sz="1500" b="0" i="0" u="none" strike="noStrike" cap="none" dirty="0" err="1">
                <a:solidFill>
                  <a:schemeClr val="tx1"/>
                </a:solidFill>
                <a:latin typeface="Barlow" panose="00000500000000000000" pitchFamily="2" charset="0"/>
                <a:ea typeface="Patrick Hand"/>
                <a:cs typeface="Patrick Hand"/>
                <a:sym typeface="Patrick Hand"/>
              </a:rPr>
              <a:t>pertinentes</a:t>
            </a:r>
            <a:r>
              <a:rPr lang="en-US" sz="1500" b="0" i="0" u="none" strike="noStrike" cap="none" dirty="0">
                <a:solidFill>
                  <a:schemeClr val="tx1"/>
                </a:solidFill>
                <a:latin typeface="Barlow" panose="00000500000000000000" pitchFamily="2" charset="0"/>
                <a:ea typeface="Patrick Hand"/>
                <a:cs typeface="Patrick Hand"/>
                <a:sym typeface="Patrick Hand"/>
              </a:rPr>
              <a:t> dans le </a:t>
            </a:r>
            <a:r>
              <a:rPr lang="en-US" sz="1500" b="0" i="0" u="none" strike="noStrike" cap="none" dirty="0" err="1">
                <a:solidFill>
                  <a:schemeClr val="tx1"/>
                </a:solidFill>
                <a:latin typeface="Barlow" panose="00000500000000000000" pitchFamily="2" charset="0"/>
                <a:ea typeface="Patrick Hand"/>
                <a:cs typeface="Patrick Hand"/>
                <a:sym typeface="Patrick Hand"/>
              </a:rPr>
              <a:t>contexte</a:t>
            </a:r>
            <a:endParaRPr sz="1500" b="0" i="0" u="none" strike="noStrike" cap="none" dirty="0">
              <a:solidFill>
                <a:schemeClr val="tx1"/>
              </a:solidFill>
              <a:latin typeface="Barlow" panose="00000500000000000000" pitchFamily="2" charset="0"/>
              <a:ea typeface="Calibri"/>
              <a:cs typeface="Calibri"/>
              <a:sym typeface="Calibri"/>
            </a:endParaRPr>
          </a:p>
        </p:txBody>
      </p:sp>
      <p:sp>
        <p:nvSpPr>
          <p:cNvPr id="651" name="Google Shape;651;p60"/>
          <p:cNvSpPr/>
          <p:nvPr/>
        </p:nvSpPr>
        <p:spPr>
          <a:xfrm>
            <a:off x="-182007" y="4465019"/>
            <a:ext cx="5052291" cy="975519"/>
          </a:xfrm>
          <a:prstGeom prst="roundRect">
            <a:avLst>
              <a:gd name="adj" fmla="val 8418"/>
            </a:avLst>
          </a:prstGeom>
          <a:solidFill>
            <a:srgbClr val="B6FC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pic>
        <p:nvPicPr>
          <p:cNvPr id="652" name="Google Shape;652;p60" descr="preencoded.png"/>
          <p:cNvPicPr preferRelativeResize="0"/>
          <p:nvPr/>
        </p:nvPicPr>
        <p:blipFill rotWithShape="1">
          <a:blip r:embed="rId3">
            <a:alphaModFix/>
          </a:blip>
          <a:srcRect/>
          <a:stretch/>
        </p:blipFill>
        <p:spPr>
          <a:xfrm>
            <a:off x="13449" y="4747793"/>
            <a:ext cx="244370" cy="195461"/>
          </a:xfrm>
          <a:prstGeom prst="rect">
            <a:avLst/>
          </a:prstGeom>
          <a:noFill/>
          <a:ln>
            <a:noFill/>
          </a:ln>
        </p:spPr>
      </p:pic>
      <p:sp>
        <p:nvSpPr>
          <p:cNvPr id="653" name="Google Shape;653;p60"/>
          <p:cNvSpPr/>
          <p:nvPr/>
        </p:nvSpPr>
        <p:spPr>
          <a:xfrm>
            <a:off x="453275" y="4663358"/>
            <a:ext cx="4221553" cy="578842"/>
          </a:xfrm>
          <a:prstGeom prst="rect">
            <a:avLst/>
          </a:prstGeom>
          <a:noFill/>
          <a:ln>
            <a:noFill/>
          </a:ln>
        </p:spPr>
        <p:txBody>
          <a:bodyPr spcFirstLastPara="1" wrap="square" lIns="0" tIns="0" rIns="0" bIns="0" anchor="t" anchorCtr="0">
            <a:noAutofit/>
          </a:bodyPr>
          <a:lstStyle/>
          <a:p>
            <a:pPr marL="0" marR="0" lvl="0" indent="0" algn="l" rtl="0">
              <a:lnSpc>
                <a:spcPct val="123000"/>
              </a:lnSpc>
              <a:spcBef>
                <a:spcPts val="0"/>
              </a:spcBef>
              <a:spcAft>
                <a:spcPts val="0"/>
              </a:spcAft>
              <a:buClr>
                <a:srgbClr val="000000"/>
              </a:buClr>
              <a:buSzPts val="1500"/>
              <a:buFont typeface="Patrick Hand"/>
              <a:buNone/>
            </a:pPr>
            <a:r>
              <a:rPr lang="en-US" sz="1500" b="1" i="0" u="none" strike="noStrike" cap="none">
                <a:solidFill>
                  <a:schemeClr val="tx1"/>
                </a:solidFill>
                <a:latin typeface="Barlow" panose="00000500000000000000" pitchFamily="2" charset="0"/>
                <a:ea typeface="Patrick Hand"/>
                <a:cs typeface="Patrick Hand"/>
                <a:sym typeface="Patrick Hand"/>
              </a:rPr>
              <a:t>Hybrid‑k5 + GPT‑3.5</a:t>
            </a:r>
            <a:r>
              <a:rPr lang="en-US" sz="1500" b="0" i="0" u="none" strike="noStrike" cap="none">
                <a:solidFill>
                  <a:schemeClr val="tx1"/>
                </a:solidFill>
                <a:latin typeface="Barlow" panose="00000500000000000000" pitchFamily="2" charset="0"/>
                <a:ea typeface="Patrick Hand"/>
                <a:cs typeface="Patrick Hand"/>
                <a:sym typeface="Patrick Hand"/>
              </a:rPr>
              <a:t> : meilleur profil global sur l'ensemble des dimensions RAGAS.</a:t>
            </a:r>
            <a:endParaRPr sz="1500" b="0" i="0" u="none" strike="noStrike" cap="none">
              <a:solidFill>
                <a:schemeClr val="tx1"/>
              </a:solidFill>
              <a:latin typeface="Barlow" panose="00000500000000000000" pitchFamily="2" charset="0"/>
              <a:ea typeface="Calibri"/>
              <a:cs typeface="Calibri"/>
              <a:sym typeface="Calibri"/>
            </a:endParaRPr>
          </a:p>
        </p:txBody>
      </p:sp>
      <p:sp>
        <p:nvSpPr>
          <p:cNvPr id="3" name="Espace réservé du texte 2">
            <a:extLst>
              <a:ext uri="{FF2B5EF4-FFF2-40B4-BE49-F238E27FC236}">
                <a16:creationId xmlns:a16="http://schemas.microsoft.com/office/drawing/2014/main" id="{B1A3C9CF-DFB9-4471-29D8-8C791C681103}"/>
              </a:ext>
            </a:extLst>
          </p:cNvPr>
          <p:cNvSpPr>
            <a:spLocks noGrp="1"/>
          </p:cNvSpPr>
          <p:nvPr>
            <p:ph type="body" idx="1"/>
          </p:nvPr>
        </p:nvSpPr>
        <p:spPr/>
        <p:txBody>
          <a:bodyPr/>
          <a:lstStyle/>
          <a:p>
            <a:endParaRPr lang="fr-FR">
              <a:solidFill>
                <a:schemeClr val="tx1"/>
              </a:solidFill>
              <a:latin typeface="Barlow" panose="00000500000000000000" pitchFamily="2" charset="0"/>
            </a:endParaRPr>
          </a:p>
        </p:txBody>
      </p:sp>
      <p:pic>
        <p:nvPicPr>
          <p:cNvPr id="4" name="Image 3">
            <a:extLst>
              <a:ext uri="{FF2B5EF4-FFF2-40B4-BE49-F238E27FC236}">
                <a16:creationId xmlns:a16="http://schemas.microsoft.com/office/drawing/2014/main" id="{CA3F327E-617F-5C09-E994-90E81965F3E9}"/>
              </a:ext>
            </a:extLst>
          </p:cNvPr>
          <p:cNvPicPr>
            <a:picLocks noChangeAspect="1"/>
          </p:cNvPicPr>
          <p:nvPr/>
        </p:nvPicPr>
        <p:blipFill>
          <a:blip r:embed="rId4"/>
          <a:stretch>
            <a:fillRect/>
          </a:stretch>
        </p:blipFill>
        <p:spPr>
          <a:xfrm>
            <a:off x="6524625" y="313510"/>
            <a:ext cx="5553699" cy="6003885"/>
          </a:xfrm>
          <a:prstGeom prst="rect">
            <a:avLst/>
          </a:prstGeom>
        </p:spPr>
      </p:pic>
      <p:sp>
        <p:nvSpPr>
          <p:cNvPr id="5" name="Google Shape;545;p55">
            <a:extLst>
              <a:ext uri="{FF2B5EF4-FFF2-40B4-BE49-F238E27FC236}">
                <a16:creationId xmlns:a16="http://schemas.microsoft.com/office/drawing/2014/main" id="{F7CCF422-C725-D5C6-A1F2-087110BC8097}"/>
              </a:ext>
            </a:extLst>
          </p:cNvPr>
          <p:cNvSpPr/>
          <p:nvPr/>
        </p:nvSpPr>
        <p:spPr>
          <a:xfrm>
            <a:off x="695325" y="742461"/>
            <a:ext cx="11520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400" b="1" dirty="0">
                <a:solidFill>
                  <a:schemeClr val="tx1"/>
                </a:solidFill>
                <a:latin typeface="Barlow" panose="00000500000000000000" pitchFamily="2" charset="0"/>
                <a:sym typeface="Patrick Hand"/>
              </a:rPr>
              <a:t>Dimension 2/5 : </a:t>
            </a:r>
            <a:r>
              <a:rPr lang="en-US" sz="2400" b="1" dirty="0" err="1">
                <a:solidFill>
                  <a:schemeClr val="tx1"/>
                </a:solidFill>
                <a:latin typeface="Barlow" panose="00000500000000000000" pitchFamily="2" charset="0"/>
                <a:sym typeface="Patrick Hand"/>
              </a:rPr>
              <a:t>Fidélité</a:t>
            </a:r>
            <a:r>
              <a:rPr lang="en-US" sz="2400" b="1" dirty="0">
                <a:solidFill>
                  <a:schemeClr val="tx1"/>
                </a:solidFill>
                <a:latin typeface="Barlow" panose="00000500000000000000" pitchFamily="2" charset="0"/>
                <a:sym typeface="Patrick Hand"/>
              </a:rPr>
              <a:t> aux sources</a:t>
            </a:r>
            <a:endParaRPr sz="2400" b="1" dirty="0">
              <a:solidFill>
                <a:schemeClr val="tx1"/>
              </a:solidFill>
              <a:latin typeface="Barlow" panose="00000500000000000000" pitchFamily="2" charset="0"/>
              <a:sym typeface="Calibri"/>
            </a:endParaRPr>
          </a:p>
        </p:txBody>
      </p:sp>
      <p:sp>
        <p:nvSpPr>
          <p:cNvPr id="2" name="Slide Number Placeholder 2">
            <a:extLst>
              <a:ext uri="{FF2B5EF4-FFF2-40B4-BE49-F238E27FC236}">
                <a16:creationId xmlns:a16="http://schemas.microsoft.com/office/drawing/2014/main" id="{AAA26DF3-C87A-8CE1-B97D-40E90D8162FF}"/>
              </a:ext>
            </a:extLst>
          </p:cNvPr>
          <p:cNvSpPr>
            <a:spLocks noGrp="1"/>
          </p:cNvSpPr>
          <p:nvPr>
            <p:ph type="sldNum" idx="12"/>
          </p:nvPr>
        </p:nvSpPr>
        <p:spPr>
          <a:xfrm>
            <a:off x="11349846" y="6321114"/>
            <a:ext cx="508500" cy="381500"/>
          </a:xfrm>
        </p:spPr>
        <p:txBody>
          <a:bodyPr/>
          <a:lstStyle/>
          <a:p>
            <a:pPr marL="0" lvl="0" indent="0" algn="l" rtl="0">
              <a:spcBef>
                <a:spcPts val="0"/>
              </a:spcBef>
              <a:spcAft>
                <a:spcPts val="0"/>
              </a:spcAft>
              <a:buNone/>
            </a:pPr>
            <a:fld id="{00000000-1234-1234-1234-123412341234}" type="slidenum">
              <a:rPr lang="en-US" smtClean="0"/>
              <a:t>8</a:t>
            </a:fld>
            <a:endParaRPr lang="en-US" dirty="0"/>
          </a:p>
        </p:txBody>
      </p:sp>
      <p:pic>
        <p:nvPicPr>
          <p:cNvPr id="7" name="Google Shape;623;p59" descr="preencoded.png">
            <a:extLst>
              <a:ext uri="{FF2B5EF4-FFF2-40B4-BE49-F238E27FC236}">
                <a16:creationId xmlns:a16="http://schemas.microsoft.com/office/drawing/2014/main" id="{2420F945-F5D6-FFB3-60AF-26C992C48D89}"/>
              </a:ext>
            </a:extLst>
          </p:cNvPr>
          <p:cNvPicPr preferRelativeResize="0"/>
          <p:nvPr/>
        </p:nvPicPr>
        <p:blipFill rotWithShape="1">
          <a:blip r:embed="rId5">
            <a:alphaModFix/>
          </a:blip>
          <a:srcRect/>
          <a:stretch/>
        </p:blipFill>
        <p:spPr>
          <a:xfrm>
            <a:off x="675651" y="2048745"/>
            <a:ext cx="4460229" cy="892870"/>
          </a:xfrm>
          <a:prstGeom prst="rect">
            <a:avLst/>
          </a:prstGeom>
          <a:noFill/>
          <a:ln>
            <a:noFill/>
          </a:ln>
        </p:spPr>
      </p:pic>
      <p:pic>
        <p:nvPicPr>
          <p:cNvPr id="9" name="Google Shape;626;p59" descr="preencoded.png">
            <a:extLst>
              <a:ext uri="{FF2B5EF4-FFF2-40B4-BE49-F238E27FC236}">
                <a16:creationId xmlns:a16="http://schemas.microsoft.com/office/drawing/2014/main" id="{066B3924-DD94-036E-B2FD-B7D94478E297}"/>
              </a:ext>
            </a:extLst>
          </p:cNvPr>
          <p:cNvPicPr preferRelativeResize="0"/>
          <p:nvPr/>
        </p:nvPicPr>
        <p:blipFill rotWithShape="1">
          <a:blip r:embed="rId5">
            <a:alphaModFix/>
          </a:blip>
          <a:srcRect/>
          <a:stretch/>
        </p:blipFill>
        <p:spPr>
          <a:xfrm>
            <a:off x="675651" y="3054327"/>
            <a:ext cx="4460229" cy="892870"/>
          </a:xfrm>
          <a:prstGeom prst="rect">
            <a:avLst/>
          </a:prstGeom>
          <a:noFill/>
          <a:ln>
            <a:noFill/>
          </a:ln>
        </p:spPr>
      </p:pic>
      <p:pic>
        <p:nvPicPr>
          <p:cNvPr id="11" name="Google Shape;629;p59" descr="preencoded.png">
            <a:extLst>
              <a:ext uri="{FF2B5EF4-FFF2-40B4-BE49-F238E27FC236}">
                <a16:creationId xmlns:a16="http://schemas.microsoft.com/office/drawing/2014/main" id="{5FFB69A5-E819-EBC5-0C90-780E90FAB130}"/>
              </a:ext>
            </a:extLst>
          </p:cNvPr>
          <p:cNvPicPr preferRelativeResize="0"/>
          <p:nvPr/>
        </p:nvPicPr>
        <p:blipFill rotWithShape="1">
          <a:blip r:embed="rId5">
            <a:alphaModFix/>
          </a:blip>
          <a:srcRect/>
          <a:stretch/>
        </p:blipFill>
        <p:spPr>
          <a:xfrm>
            <a:off x="675651" y="4059909"/>
            <a:ext cx="4460229" cy="89287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6A3112DD-CB0B-016C-E62F-932E3C7676F8}"/>
              </a:ext>
            </a:extLst>
          </p:cNvPr>
          <p:cNvSpPr>
            <a:spLocks noGrp="1"/>
          </p:cNvSpPr>
          <p:nvPr>
            <p:ph type="body" idx="1"/>
          </p:nvPr>
        </p:nvSpPr>
        <p:spPr/>
        <p:txBody>
          <a:bodyPr/>
          <a:lstStyle/>
          <a:p>
            <a:endParaRPr lang="fr-FR">
              <a:solidFill>
                <a:schemeClr val="tx1"/>
              </a:solidFill>
              <a:latin typeface="Barlow" panose="00000500000000000000" pitchFamily="2" charset="0"/>
            </a:endParaRPr>
          </a:p>
        </p:txBody>
      </p:sp>
      <p:pic>
        <p:nvPicPr>
          <p:cNvPr id="4" name="Image 3">
            <a:extLst>
              <a:ext uri="{FF2B5EF4-FFF2-40B4-BE49-F238E27FC236}">
                <a16:creationId xmlns:a16="http://schemas.microsoft.com/office/drawing/2014/main" id="{78EF6584-0D68-37CB-E08A-1D23085AB4BA}"/>
              </a:ext>
            </a:extLst>
          </p:cNvPr>
          <p:cNvPicPr>
            <a:picLocks noChangeAspect="1"/>
          </p:cNvPicPr>
          <p:nvPr/>
        </p:nvPicPr>
        <p:blipFill>
          <a:blip r:embed="rId3"/>
          <a:stretch>
            <a:fillRect/>
          </a:stretch>
        </p:blipFill>
        <p:spPr>
          <a:xfrm>
            <a:off x="1527676" y="1138461"/>
            <a:ext cx="9136648" cy="5192122"/>
          </a:xfrm>
          <a:prstGeom prst="rect">
            <a:avLst/>
          </a:prstGeom>
        </p:spPr>
      </p:pic>
      <p:sp>
        <p:nvSpPr>
          <p:cNvPr id="5" name="Google Shape;545;p55">
            <a:extLst>
              <a:ext uri="{FF2B5EF4-FFF2-40B4-BE49-F238E27FC236}">
                <a16:creationId xmlns:a16="http://schemas.microsoft.com/office/drawing/2014/main" id="{CB6459A5-DAD4-4B57-415E-2D6B7F2D8B5B}"/>
              </a:ext>
            </a:extLst>
          </p:cNvPr>
          <p:cNvSpPr/>
          <p:nvPr/>
        </p:nvSpPr>
        <p:spPr>
          <a:xfrm>
            <a:off x="695325" y="742461"/>
            <a:ext cx="11520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400" b="1" dirty="0">
                <a:solidFill>
                  <a:schemeClr val="tx1"/>
                </a:solidFill>
                <a:latin typeface="Barlow" panose="00000500000000000000" pitchFamily="2" charset="0"/>
                <a:sym typeface="Patrick Hand"/>
              </a:rPr>
              <a:t>Dimension 3/5 : Pertinence de la </a:t>
            </a:r>
            <a:r>
              <a:rPr lang="en-US" sz="2400" b="1" dirty="0" err="1">
                <a:solidFill>
                  <a:schemeClr val="tx1"/>
                </a:solidFill>
                <a:latin typeface="Barlow" panose="00000500000000000000" pitchFamily="2" charset="0"/>
                <a:sym typeface="Patrick Hand"/>
              </a:rPr>
              <a:t>réponse</a:t>
            </a:r>
            <a:endParaRPr sz="2400" b="1" dirty="0">
              <a:solidFill>
                <a:schemeClr val="tx1"/>
              </a:solidFill>
              <a:latin typeface="Barlow" panose="00000500000000000000" pitchFamily="2" charset="0"/>
              <a:sym typeface="Calibri"/>
            </a:endParaRPr>
          </a:p>
        </p:txBody>
      </p:sp>
      <p:sp>
        <p:nvSpPr>
          <p:cNvPr id="2" name="Slide Number Placeholder 2">
            <a:extLst>
              <a:ext uri="{FF2B5EF4-FFF2-40B4-BE49-F238E27FC236}">
                <a16:creationId xmlns:a16="http://schemas.microsoft.com/office/drawing/2014/main" id="{7B7A5545-EDFA-5C4A-8320-B3563EDDA2CC}"/>
              </a:ext>
            </a:extLst>
          </p:cNvPr>
          <p:cNvSpPr>
            <a:spLocks noGrp="1"/>
          </p:cNvSpPr>
          <p:nvPr>
            <p:ph type="sldNum" idx="12"/>
          </p:nvPr>
        </p:nvSpPr>
        <p:spPr>
          <a:xfrm>
            <a:off x="11349846" y="6321114"/>
            <a:ext cx="508500" cy="381500"/>
          </a:xfrm>
        </p:spPr>
        <p:txBody>
          <a:bodyPr/>
          <a:lstStyle/>
          <a:p>
            <a:pPr marL="0" lvl="0" indent="0" algn="l" rtl="0">
              <a:spcBef>
                <a:spcPts val="0"/>
              </a:spcBef>
              <a:spcAft>
                <a:spcPts val="0"/>
              </a:spcAft>
              <a:buNone/>
            </a:pPr>
            <a:fld id="{00000000-1234-1234-1234-123412341234}" type="slidenum">
              <a:rPr lang="en-US" smtClean="0"/>
              <a:t>9</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82" name="Google Shape;682;p62"/>
          <p:cNvSpPr/>
          <p:nvPr/>
        </p:nvSpPr>
        <p:spPr>
          <a:xfrm>
            <a:off x="8518558" y="2611112"/>
            <a:ext cx="3763500" cy="436800"/>
          </a:xfrm>
          <a:prstGeom prst="rect">
            <a:avLst/>
          </a:prstGeom>
          <a:noFill/>
          <a:ln>
            <a:noFill/>
          </a:ln>
        </p:spPr>
        <p:txBody>
          <a:bodyPr spcFirstLastPara="1" wrap="square" lIns="0" tIns="0" rIns="0" bIns="0" anchor="t" anchorCtr="0">
            <a:noAutofit/>
          </a:bodyPr>
          <a:lstStyle/>
          <a:p>
            <a:pPr marL="0" marR="0" lvl="0" indent="0" algn="ctr" rtl="0">
              <a:lnSpc>
                <a:spcPct val="83000"/>
              </a:lnSpc>
              <a:spcBef>
                <a:spcPts val="0"/>
              </a:spcBef>
              <a:spcAft>
                <a:spcPts val="0"/>
              </a:spcAft>
              <a:buClr>
                <a:srgbClr val="272525"/>
              </a:buClr>
              <a:buSzPts val="3400"/>
              <a:buFont typeface="Inter"/>
              <a:buNone/>
            </a:pPr>
            <a:r>
              <a:rPr lang="en-US" sz="3400" b="1" i="0" u="none" strike="noStrike" cap="none">
                <a:solidFill>
                  <a:schemeClr val="tx1"/>
                </a:solidFill>
                <a:latin typeface="Barlow" panose="00000500000000000000" pitchFamily="2" charset="0"/>
                <a:ea typeface="Inter"/>
                <a:cs typeface="Inter"/>
                <a:sym typeface="Inter"/>
              </a:rPr>
              <a:t>0,94</a:t>
            </a:r>
            <a:endParaRPr sz="3400" b="0" i="0" u="none" strike="noStrike" cap="none">
              <a:solidFill>
                <a:schemeClr val="tx1"/>
              </a:solidFill>
              <a:latin typeface="Barlow" panose="00000500000000000000" pitchFamily="2" charset="0"/>
              <a:ea typeface="Calibri"/>
              <a:cs typeface="Calibri"/>
              <a:sym typeface="Calibri"/>
            </a:endParaRPr>
          </a:p>
        </p:txBody>
      </p:sp>
      <p:sp>
        <p:nvSpPr>
          <p:cNvPr id="683" name="Google Shape;683;p62"/>
          <p:cNvSpPr/>
          <p:nvPr/>
        </p:nvSpPr>
        <p:spPr>
          <a:xfrm>
            <a:off x="7712128" y="3183307"/>
            <a:ext cx="5376600" cy="2067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272525"/>
              </a:buClr>
              <a:buSzPts val="1300"/>
              <a:buFont typeface="Inter"/>
              <a:buNone/>
            </a:pPr>
            <a:r>
              <a:rPr lang="en-US" sz="1300" b="1" i="0" u="none" strike="noStrike" cap="none" dirty="0" err="1">
                <a:solidFill>
                  <a:schemeClr val="tx1"/>
                </a:solidFill>
                <a:latin typeface="Barlow" panose="00000500000000000000" pitchFamily="2" charset="0"/>
                <a:ea typeface="Inter"/>
                <a:cs typeface="Inter"/>
                <a:sym typeface="Inter"/>
              </a:rPr>
              <a:t>Stabilité</a:t>
            </a:r>
            <a:r>
              <a:rPr lang="en-US" sz="1300" b="1" i="0" u="none" strike="noStrike" cap="none" dirty="0">
                <a:solidFill>
                  <a:schemeClr val="tx1"/>
                </a:solidFill>
                <a:latin typeface="Barlow" panose="00000500000000000000" pitchFamily="2" charset="0"/>
                <a:ea typeface="Inter"/>
                <a:cs typeface="Inter"/>
                <a:sym typeface="Inter"/>
              </a:rPr>
              <a:t> inter-runs</a:t>
            </a:r>
            <a:endParaRPr sz="1300" b="0" i="0" u="none" strike="noStrike" cap="none" dirty="0">
              <a:solidFill>
                <a:schemeClr val="tx1"/>
              </a:solidFill>
              <a:latin typeface="Barlow" panose="00000500000000000000" pitchFamily="2" charset="0"/>
              <a:ea typeface="Calibri"/>
              <a:cs typeface="Calibri"/>
              <a:sym typeface="Calibri"/>
            </a:endParaRPr>
          </a:p>
        </p:txBody>
      </p:sp>
      <p:sp>
        <p:nvSpPr>
          <p:cNvPr id="684" name="Google Shape;684;p62"/>
          <p:cNvSpPr/>
          <p:nvPr/>
        </p:nvSpPr>
        <p:spPr>
          <a:xfrm>
            <a:off x="7712128" y="3445542"/>
            <a:ext cx="5376600" cy="180000"/>
          </a:xfrm>
          <a:prstGeom prst="rect">
            <a:avLst/>
          </a:prstGeom>
          <a:noFill/>
          <a:ln>
            <a:noFill/>
          </a:ln>
        </p:spPr>
        <p:txBody>
          <a:bodyPr spcFirstLastPara="1" wrap="square" lIns="0" tIns="0" rIns="0" bIns="0" anchor="t" anchorCtr="0">
            <a:noAutofit/>
          </a:bodyPr>
          <a:lstStyle/>
          <a:p>
            <a:pPr marL="0" marR="0" lvl="0" indent="0" algn="ctr" rtl="0">
              <a:lnSpc>
                <a:spcPct val="113000"/>
              </a:lnSpc>
              <a:spcBef>
                <a:spcPts val="0"/>
              </a:spcBef>
              <a:spcAft>
                <a:spcPts val="0"/>
              </a:spcAft>
              <a:buClr>
                <a:srgbClr val="272525"/>
              </a:buClr>
              <a:buSzPts val="1000"/>
              <a:buFont typeface="Inter"/>
              <a:buNone/>
            </a:pPr>
            <a:r>
              <a:rPr lang="en-US" sz="1000" b="0" i="0" u="none" strike="noStrike" cap="none" dirty="0" err="1">
                <a:solidFill>
                  <a:schemeClr val="tx1"/>
                </a:solidFill>
                <a:latin typeface="Barlow" panose="00000500000000000000" pitchFamily="2" charset="0"/>
                <a:ea typeface="Inter"/>
                <a:cs typeface="Inter"/>
                <a:sym typeface="Inter"/>
              </a:rPr>
              <a:t>Reproductibilité</a:t>
            </a:r>
            <a:r>
              <a:rPr lang="en-US" sz="1000" b="0" i="0" u="none" strike="noStrike" cap="none" dirty="0">
                <a:solidFill>
                  <a:schemeClr val="tx1"/>
                </a:solidFill>
                <a:latin typeface="Barlow" panose="00000500000000000000" pitchFamily="2" charset="0"/>
                <a:ea typeface="Inter"/>
                <a:cs typeface="Inter"/>
                <a:sym typeface="Inter"/>
              </a:rPr>
              <a:t> entre </a:t>
            </a:r>
            <a:r>
              <a:rPr lang="en-US" sz="1000" b="0" i="0" u="none" strike="noStrike" cap="none" dirty="0" err="1">
                <a:solidFill>
                  <a:schemeClr val="tx1"/>
                </a:solidFill>
                <a:latin typeface="Barlow" panose="00000500000000000000" pitchFamily="2" charset="0"/>
                <a:ea typeface="Inter"/>
                <a:cs typeface="Inter"/>
                <a:sym typeface="Inter"/>
              </a:rPr>
              <a:t>exécutions</a:t>
            </a:r>
            <a:endParaRPr sz="1000" b="0" i="0" u="none" strike="noStrike" cap="none" dirty="0">
              <a:solidFill>
                <a:schemeClr val="tx1"/>
              </a:solidFill>
              <a:latin typeface="Barlow" panose="00000500000000000000" pitchFamily="2" charset="0"/>
              <a:ea typeface="Calibri"/>
              <a:cs typeface="Calibri"/>
              <a:sym typeface="Calibri"/>
            </a:endParaRPr>
          </a:p>
        </p:txBody>
      </p:sp>
      <p:sp>
        <p:nvSpPr>
          <p:cNvPr id="685" name="Google Shape;685;p62"/>
          <p:cNvSpPr/>
          <p:nvPr/>
        </p:nvSpPr>
        <p:spPr>
          <a:xfrm>
            <a:off x="8518557" y="4022518"/>
            <a:ext cx="3763500" cy="436800"/>
          </a:xfrm>
          <a:prstGeom prst="rect">
            <a:avLst/>
          </a:prstGeom>
          <a:noFill/>
          <a:ln>
            <a:noFill/>
          </a:ln>
        </p:spPr>
        <p:txBody>
          <a:bodyPr spcFirstLastPara="1" wrap="square" lIns="0" tIns="0" rIns="0" bIns="0" anchor="t" anchorCtr="0">
            <a:noAutofit/>
          </a:bodyPr>
          <a:lstStyle/>
          <a:p>
            <a:pPr marL="0" marR="0" lvl="0" indent="0" algn="ctr" rtl="0">
              <a:lnSpc>
                <a:spcPct val="83000"/>
              </a:lnSpc>
              <a:spcBef>
                <a:spcPts val="0"/>
              </a:spcBef>
              <a:spcAft>
                <a:spcPts val="0"/>
              </a:spcAft>
              <a:buClr>
                <a:srgbClr val="272525"/>
              </a:buClr>
              <a:buSzPts val="3400"/>
              <a:buFont typeface="Inter"/>
              <a:buNone/>
            </a:pPr>
            <a:r>
              <a:rPr lang="en-US" sz="3400" b="1" i="0" u="none" strike="noStrike" cap="none">
                <a:solidFill>
                  <a:schemeClr val="tx1"/>
                </a:solidFill>
                <a:latin typeface="Barlow" panose="00000500000000000000" pitchFamily="2" charset="0"/>
                <a:ea typeface="Inter"/>
                <a:cs typeface="Inter"/>
                <a:sym typeface="Inter"/>
              </a:rPr>
              <a:t>0,77</a:t>
            </a:r>
            <a:endParaRPr sz="3400" b="0" i="0" u="none" strike="noStrike" cap="none">
              <a:solidFill>
                <a:schemeClr val="tx1"/>
              </a:solidFill>
              <a:latin typeface="Barlow" panose="00000500000000000000" pitchFamily="2" charset="0"/>
              <a:ea typeface="Calibri"/>
              <a:cs typeface="Calibri"/>
              <a:sym typeface="Calibri"/>
            </a:endParaRPr>
          </a:p>
        </p:txBody>
      </p:sp>
      <p:sp>
        <p:nvSpPr>
          <p:cNvPr id="686" name="Google Shape;686;p62"/>
          <p:cNvSpPr/>
          <p:nvPr/>
        </p:nvSpPr>
        <p:spPr>
          <a:xfrm>
            <a:off x="7712128" y="4594713"/>
            <a:ext cx="5376600" cy="2067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272525"/>
              </a:buClr>
              <a:buSzPts val="1300"/>
              <a:buFont typeface="Inter"/>
              <a:buNone/>
            </a:pPr>
            <a:r>
              <a:rPr lang="en-US" sz="1300" b="1" i="0" u="none" strike="noStrike" cap="none">
                <a:solidFill>
                  <a:schemeClr val="tx1"/>
                </a:solidFill>
                <a:latin typeface="Barlow" panose="00000500000000000000" pitchFamily="2" charset="0"/>
                <a:ea typeface="Inter"/>
                <a:cs typeface="Inter"/>
                <a:sym typeface="Inter"/>
              </a:rPr>
              <a:t>Robustesse paraphrases</a:t>
            </a:r>
            <a:endParaRPr sz="1300" b="0" i="0" u="none" strike="noStrike" cap="none">
              <a:solidFill>
                <a:schemeClr val="tx1"/>
              </a:solidFill>
              <a:latin typeface="Barlow" panose="00000500000000000000" pitchFamily="2" charset="0"/>
              <a:ea typeface="Calibri"/>
              <a:cs typeface="Calibri"/>
              <a:sym typeface="Calibri"/>
            </a:endParaRPr>
          </a:p>
        </p:txBody>
      </p:sp>
      <p:sp>
        <p:nvSpPr>
          <p:cNvPr id="687" name="Google Shape;687;p62"/>
          <p:cNvSpPr/>
          <p:nvPr/>
        </p:nvSpPr>
        <p:spPr>
          <a:xfrm>
            <a:off x="7712128" y="4856948"/>
            <a:ext cx="5376600" cy="180000"/>
          </a:xfrm>
          <a:prstGeom prst="rect">
            <a:avLst/>
          </a:prstGeom>
          <a:noFill/>
          <a:ln>
            <a:noFill/>
          </a:ln>
        </p:spPr>
        <p:txBody>
          <a:bodyPr spcFirstLastPara="1" wrap="square" lIns="0" tIns="0" rIns="0" bIns="0" anchor="t" anchorCtr="0">
            <a:noAutofit/>
          </a:bodyPr>
          <a:lstStyle/>
          <a:p>
            <a:pPr marL="0" marR="0" lvl="0" indent="0" algn="ctr" rtl="0">
              <a:lnSpc>
                <a:spcPct val="113000"/>
              </a:lnSpc>
              <a:spcBef>
                <a:spcPts val="0"/>
              </a:spcBef>
              <a:spcAft>
                <a:spcPts val="0"/>
              </a:spcAft>
              <a:buClr>
                <a:srgbClr val="272525"/>
              </a:buClr>
              <a:buSzPts val="1000"/>
              <a:buFont typeface="Inter"/>
              <a:buNone/>
            </a:pPr>
            <a:r>
              <a:rPr lang="en-US" sz="1000" b="0" i="0" u="none" strike="noStrike" cap="none" dirty="0">
                <a:solidFill>
                  <a:schemeClr val="tx1"/>
                </a:solidFill>
                <a:latin typeface="Barlow" panose="00000500000000000000" pitchFamily="2" charset="0"/>
                <a:ea typeface="Inter"/>
                <a:cs typeface="Inter"/>
                <a:sym typeface="Inter"/>
              </a:rPr>
              <a:t>Score le plus </a:t>
            </a:r>
            <a:r>
              <a:rPr lang="en-US" sz="1000" b="0" i="0" u="none" strike="noStrike" cap="none" dirty="0" err="1">
                <a:solidFill>
                  <a:schemeClr val="tx1"/>
                </a:solidFill>
                <a:latin typeface="Barlow" panose="00000500000000000000" pitchFamily="2" charset="0"/>
                <a:ea typeface="Inter"/>
                <a:cs typeface="Inter"/>
                <a:sym typeface="Inter"/>
              </a:rPr>
              <a:t>faible</a:t>
            </a:r>
            <a:r>
              <a:rPr lang="en-US" sz="1000" dirty="0">
                <a:solidFill>
                  <a:schemeClr val="tx1"/>
                </a:solidFill>
                <a:latin typeface="Barlow" panose="00000500000000000000" pitchFamily="2" charset="0"/>
                <a:ea typeface="Inter"/>
                <a:cs typeface="Inter"/>
                <a:sym typeface="Inter"/>
              </a:rPr>
              <a:t>,</a:t>
            </a:r>
            <a:r>
              <a:rPr lang="en-US" sz="1000" b="0" i="0" u="none" strike="noStrike" cap="none" dirty="0">
                <a:solidFill>
                  <a:schemeClr val="tx1"/>
                </a:solidFill>
                <a:latin typeface="Barlow" panose="00000500000000000000" pitchFamily="2" charset="0"/>
                <a:ea typeface="Inter"/>
                <a:cs typeface="Inter"/>
                <a:sym typeface="Inter"/>
              </a:rPr>
              <a:t> levier </a:t>
            </a:r>
            <a:r>
              <a:rPr lang="en-US" sz="1000" b="0" i="0" u="none" strike="noStrike" cap="none" dirty="0" err="1">
                <a:solidFill>
                  <a:schemeClr val="tx1"/>
                </a:solidFill>
                <a:latin typeface="Barlow" panose="00000500000000000000" pitchFamily="2" charset="0"/>
                <a:ea typeface="Inter"/>
                <a:cs typeface="Inter"/>
                <a:sym typeface="Inter"/>
              </a:rPr>
              <a:t>prioritaire</a:t>
            </a:r>
            <a:endParaRPr sz="1000" b="0" i="0" u="none" strike="noStrike" cap="none" dirty="0">
              <a:solidFill>
                <a:schemeClr val="tx1"/>
              </a:solidFill>
              <a:latin typeface="Barlow" panose="00000500000000000000" pitchFamily="2" charset="0"/>
              <a:ea typeface="Calibri"/>
              <a:cs typeface="Calibri"/>
              <a:sym typeface="Calibri"/>
            </a:endParaRPr>
          </a:p>
        </p:txBody>
      </p:sp>
      <p:sp>
        <p:nvSpPr>
          <p:cNvPr id="3" name="Espace réservé du texte 2">
            <a:extLst>
              <a:ext uri="{FF2B5EF4-FFF2-40B4-BE49-F238E27FC236}">
                <a16:creationId xmlns:a16="http://schemas.microsoft.com/office/drawing/2014/main" id="{FC077FFF-1594-EA93-7209-FF969AD4FF4A}"/>
              </a:ext>
            </a:extLst>
          </p:cNvPr>
          <p:cNvSpPr>
            <a:spLocks noGrp="1"/>
          </p:cNvSpPr>
          <p:nvPr>
            <p:ph type="body" idx="1"/>
          </p:nvPr>
        </p:nvSpPr>
        <p:spPr/>
        <p:txBody>
          <a:bodyPr/>
          <a:lstStyle/>
          <a:p>
            <a:endParaRPr lang="fr-FR">
              <a:solidFill>
                <a:schemeClr val="tx1"/>
              </a:solidFill>
              <a:latin typeface="Barlow" panose="00000500000000000000" pitchFamily="2" charset="0"/>
            </a:endParaRPr>
          </a:p>
        </p:txBody>
      </p:sp>
      <p:pic>
        <p:nvPicPr>
          <p:cNvPr id="4" name="Image 3">
            <a:extLst>
              <a:ext uri="{FF2B5EF4-FFF2-40B4-BE49-F238E27FC236}">
                <a16:creationId xmlns:a16="http://schemas.microsoft.com/office/drawing/2014/main" id="{4708BF47-0673-C6AD-B273-158EF047B4CD}"/>
              </a:ext>
            </a:extLst>
          </p:cNvPr>
          <p:cNvPicPr>
            <a:picLocks noChangeAspect="1"/>
          </p:cNvPicPr>
          <p:nvPr/>
        </p:nvPicPr>
        <p:blipFill>
          <a:blip r:embed="rId3"/>
          <a:stretch>
            <a:fillRect/>
          </a:stretch>
        </p:blipFill>
        <p:spPr>
          <a:xfrm>
            <a:off x="695325" y="1293937"/>
            <a:ext cx="8010525" cy="5005835"/>
          </a:xfrm>
          <a:prstGeom prst="rect">
            <a:avLst/>
          </a:prstGeom>
        </p:spPr>
      </p:pic>
      <p:sp>
        <p:nvSpPr>
          <p:cNvPr id="5" name="Google Shape;545;p55">
            <a:extLst>
              <a:ext uri="{FF2B5EF4-FFF2-40B4-BE49-F238E27FC236}">
                <a16:creationId xmlns:a16="http://schemas.microsoft.com/office/drawing/2014/main" id="{80B61F62-8FE7-9903-8985-1006452202D2}"/>
              </a:ext>
            </a:extLst>
          </p:cNvPr>
          <p:cNvSpPr/>
          <p:nvPr/>
        </p:nvSpPr>
        <p:spPr>
          <a:xfrm>
            <a:off x="695325" y="742461"/>
            <a:ext cx="11520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400" b="1" dirty="0">
                <a:solidFill>
                  <a:schemeClr val="tx1"/>
                </a:solidFill>
                <a:latin typeface="Barlow" panose="00000500000000000000" pitchFamily="2" charset="0"/>
                <a:sym typeface="Patrick Hand"/>
              </a:rPr>
              <a:t>Dimension 4/5 : </a:t>
            </a:r>
            <a:r>
              <a:rPr lang="en-US" sz="2400" b="1" dirty="0" err="1">
                <a:solidFill>
                  <a:schemeClr val="tx1"/>
                </a:solidFill>
                <a:latin typeface="Barlow" panose="00000500000000000000" pitchFamily="2" charset="0"/>
                <a:sym typeface="Patrick Hand"/>
              </a:rPr>
              <a:t>Stabilité</a:t>
            </a:r>
            <a:r>
              <a:rPr lang="en-US" sz="2400" b="1" dirty="0">
                <a:solidFill>
                  <a:schemeClr val="tx1"/>
                </a:solidFill>
                <a:latin typeface="Barlow" panose="00000500000000000000" pitchFamily="2" charset="0"/>
                <a:sym typeface="Patrick Hand"/>
              </a:rPr>
              <a:t> de la </a:t>
            </a:r>
            <a:r>
              <a:rPr lang="en-US" sz="2400" b="1" dirty="0" err="1">
                <a:solidFill>
                  <a:schemeClr val="tx1"/>
                </a:solidFill>
                <a:latin typeface="Barlow" panose="00000500000000000000" pitchFamily="2" charset="0"/>
                <a:sym typeface="Patrick Hand"/>
              </a:rPr>
              <a:t>réponse</a:t>
            </a:r>
            <a:endParaRPr sz="2400" b="1" dirty="0">
              <a:solidFill>
                <a:schemeClr val="tx1"/>
              </a:solidFill>
              <a:latin typeface="Barlow" panose="00000500000000000000" pitchFamily="2" charset="0"/>
              <a:sym typeface="Calibri"/>
            </a:endParaRPr>
          </a:p>
        </p:txBody>
      </p:sp>
      <p:sp>
        <p:nvSpPr>
          <p:cNvPr id="2" name="Slide Number Placeholder 2">
            <a:extLst>
              <a:ext uri="{FF2B5EF4-FFF2-40B4-BE49-F238E27FC236}">
                <a16:creationId xmlns:a16="http://schemas.microsoft.com/office/drawing/2014/main" id="{F40A1AD6-9371-8B4A-8768-EF25E10D2C51}"/>
              </a:ext>
            </a:extLst>
          </p:cNvPr>
          <p:cNvSpPr>
            <a:spLocks noGrp="1"/>
          </p:cNvSpPr>
          <p:nvPr>
            <p:ph type="sldNum" idx="12"/>
          </p:nvPr>
        </p:nvSpPr>
        <p:spPr>
          <a:xfrm>
            <a:off x="11349846" y="6321114"/>
            <a:ext cx="508500" cy="381500"/>
          </a:xfrm>
        </p:spPr>
        <p:txBody>
          <a:bodyPr/>
          <a:lstStyle/>
          <a:p>
            <a:pPr marL="0" lvl="0" indent="0" algn="l" rtl="0">
              <a:spcBef>
                <a:spcPts val="0"/>
              </a:spcBef>
              <a:spcAft>
                <a:spcPts val="0"/>
              </a:spcAft>
              <a:buNone/>
            </a:pPr>
            <a:fld id="{00000000-1234-1234-1234-123412341234}" type="slidenum">
              <a:rPr lang="en-US" smtClean="0"/>
              <a:t>10</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705" name="Google Shape;705;p63"/>
          <p:cNvSpPr/>
          <p:nvPr/>
        </p:nvSpPr>
        <p:spPr>
          <a:xfrm>
            <a:off x="651950" y="5789719"/>
            <a:ext cx="10868700" cy="430105"/>
          </a:xfrm>
          <a:prstGeom prst="roundRect">
            <a:avLst>
              <a:gd name="adj" fmla="val 8280"/>
            </a:avLst>
          </a:prstGeom>
          <a:solidFill>
            <a:srgbClr val="B6D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pic>
        <p:nvPicPr>
          <p:cNvPr id="706" name="Google Shape;706;p63" descr="preencoded.png"/>
          <p:cNvPicPr preferRelativeResize="0"/>
          <p:nvPr/>
        </p:nvPicPr>
        <p:blipFill rotWithShape="1">
          <a:blip r:embed="rId3">
            <a:alphaModFix/>
          </a:blip>
          <a:srcRect/>
          <a:stretch/>
        </p:blipFill>
        <p:spPr>
          <a:xfrm>
            <a:off x="812581" y="5890101"/>
            <a:ext cx="278032" cy="232144"/>
          </a:xfrm>
          <a:prstGeom prst="rect">
            <a:avLst/>
          </a:prstGeom>
          <a:noFill/>
          <a:ln>
            <a:noFill/>
          </a:ln>
        </p:spPr>
      </p:pic>
      <p:sp>
        <p:nvSpPr>
          <p:cNvPr id="707" name="Google Shape;707;p63"/>
          <p:cNvSpPr/>
          <p:nvPr/>
        </p:nvSpPr>
        <p:spPr>
          <a:xfrm>
            <a:off x="1174469" y="5868091"/>
            <a:ext cx="10185900" cy="266750"/>
          </a:xfrm>
          <a:prstGeom prst="rect">
            <a:avLst/>
          </a:prstGeom>
          <a:noFill/>
          <a:ln>
            <a:noFill/>
          </a:ln>
        </p:spPr>
        <p:txBody>
          <a:bodyPr spcFirstLastPara="1" wrap="square" lIns="0" tIns="0" rIns="0" bIns="0" anchor="t" anchorCtr="0">
            <a:noAutofit/>
          </a:bodyPr>
          <a:lstStyle/>
          <a:p>
            <a:pPr marL="0" marR="0" lvl="0" indent="0" algn="l" rtl="0">
              <a:lnSpc>
                <a:spcPct val="123000"/>
              </a:lnSpc>
              <a:spcBef>
                <a:spcPts val="0"/>
              </a:spcBef>
              <a:spcAft>
                <a:spcPts val="0"/>
              </a:spcAft>
              <a:buClr>
                <a:srgbClr val="000000"/>
              </a:buClr>
              <a:buSzPts val="1250"/>
              <a:buFont typeface="Inter"/>
              <a:buNone/>
            </a:pPr>
            <a:r>
              <a:rPr lang="en-US" b="0" i="0" u="none" strike="noStrike" cap="none" dirty="0" err="1">
                <a:solidFill>
                  <a:schemeClr val="tx1"/>
                </a:solidFill>
                <a:latin typeface="Barlow" panose="00000500000000000000" pitchFamily="2" charset="0"/>
                <a:ea typeface="Inter"/>
                <a:cs typeface="Inter"/>
                <a:sym typeface="Inter"/>
              </a:rPr>
              <a:t>Conformité</a:t>
            </a:r>
            <a:r>
              <a:rPr lang="en-US" b="0" i="0" u="none" strike="noStrike" cap="none" dirty="0">
                <a:solidFill>
                  <a:schemeClr val="tx1"/>
                </a:solidFill>
                <a:latin typeface="Barlow" panose="00000500000000000000" pitchFamily="2" charset="0"/>
                <a:ea typeface="Inter"/>
                <a:cs typeface="Inter"/>
                <a:sym typeface="Inter"/>
              </a:rPr>
              <a:t> </a:t>
            </a:r>
            <a:r>
              <a:rPr lang="en-US" b="1" i="0" u="none" strike="noStrike" cap="none" dirty="0">
                <a:solidFill>
                  <a:schemeClr val="tx1"/>
                </a:solidFill>
                <a:latin typeface="Barlow" panose="00000500000000000000" pitchFamily="2" charset="0"/>
                <a:ea typeface="Inter"/>
                <a:cs typeface="Inter"/>
                <a:sym typeface="Inter"/>
              </a:rPr>
              <a:t>AI Act (UE, 2024)</a:t>
            </a:r>
            <a:r>
              <a:rPr lang="en-US" b="0" i="0" u="none" strike="noStrike" cap="none" dirty="0">
                <a:solidFill>
                  <a:schemeClr val="tx1"/>
                </a:solidFill>
                <a:latin typeface="Barlow" panose="00000500000000000000" pitchFamily="2" charset="0"/>
                <a:ea typeface="Inter"/>
                <a:cs typeface="Inter"/>
                <a:sym typeface="Inter"/>
              </a:rPr>
              <a:t> : R</a:t>
            </a:r>
            <a:r>
              <a:rPr lang="fr-FR" b="0" i="0" u="none" strike="noStrike" cap="none" dirty="0" err="1">
                <a:solidFill>
                  <a:schemeClr val="tx1"/>
                </a:solidFill>
                <a:latin typeface="Barlow" panose="00000500000000000000" pitchFamily="2" charset="0"/>
                <a:ea typeface="Inter"/>
                <a:cs typeface="Inter"/>
                <a:sym typeface="Inter"/>
              </a:rPr>
              <a:t>épond</a:t>
            </a:r>
            <a:r>
              <a:rPr lang="fr-FR" b="0" i="0" u="none" strike="noStrike" cap="none" dirty="0">
                <a:solidFill>
                  <a:schemeClr val="tx1"/>
                </a:solidFill>
                <a:latin typeface="Barlow" panose="00000500000000000000" pitchFamily="2" charset="0"/>
                <a:ea typeface="Inter"/>
                <a:cs typeface="Inter"/>
                <a:sym typeface="Inter"/>
              </a:rPr>
              <a:t> aux exigences de transparence pour l'IA à haut risque en contexte réglementé.</a:t>
            </a:r>
            <a:endParaRPr b="0" i="0" u="none" strike="noStrike" cap="none" dirty="0">
              <a:solidFill>
                <a:schemeClr val="tx1"/>
              </a:solidFill>
              <a:latin typeface="Barlow" panose="00000500000000000000" pitchFamily="2" charset="0"/>
              <a:ea typeface="Calibri"/>
              <a:cs typeface="Calibri"/>
              <a:sym typeface="Calibri"/>
            </a:endParaRPr>
          </a:p>
        </p:txBody>
      </p:sp>
      <p:sp>
        <p:nvSpPr>
          <p:cNvPr id="3" name="Espace réservé du texte 2">
            <a:extLst>
              <a:ext uri="{FF2B5EF4-FFF2-40B4-BE49-F238E27FC236}">
                <a16:creationId xmlns:a16="http://schemas.microsoft.com/office/drawing/2014/main" id="{18D42E0F-32A4-CFA9-EB40-41D5D123DCAE}"/>
              </a:ext>
            </a:extLst>
          </p:cNvPr>
          <p:cNvSpPr>
            <a:spLocks noGrp="1"/>
          </p:cNvSpPr>
          <p:nvPr>
            <p:ph type="body" idx="1"/>
          </p:nvPr>
        </p:nvSpPr>
        <p:spPr/>
        <p:txBody>
          <a:bodyPr/>
          <a:lstStyle/>
          <a:p>
            <a:endParaRPr lang="fr-FR" dirty="0">
              <a:solidFill>
                <a:schemeClr val="tx1"/>
              </a:solidFill>
              <a:latin typeface="Barlow" panose="00000500000000000000" pitchFamily="2" charset="0"/>
            </a:endParaRPr>
          </a:p>
        </p:txBody>
      </p:sp>
      <p:sp>
        <p:nvSpPr>
          <p:cNvPr id="4" name="Google Shape;545;p55">
            <a:extLst>
              <a:ext uri="{FF2B5EF4-FFF2-40B4-BE49-F238E27FC236}">
                <a16:creationId xmlns:a16="http://schemas.microsoft.com/office/drawing/2014/main" id="{2C682196-D28D-2991-D97B-A8518578FC86}"/>
              </a:ext>
            </a:extLst>
          </p:cNvPr>
          <p:cNvSpPr/>
          <p:nvPr/>
        </p:nvSpPr>
        <p:spPr>
          <a:xfrm>
            <a:off x="695325" y="742461"/>
            <a:ext cx="11520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400" b="1" dirty="0">
                <a:solidFill>
                  <a:schemeClr val="tx1"/>
                </a:solidFill>
                <a:latin typeface="Barlow" panose="00000500000000000000" pitchFamily="2" charset="0"/>
                <a:sym typeface="Patrick Hand"/>
              </a:rPr>
              <a:t>Dimension 5/5 : </a:t>
            </a:r>
            <a:r>
              <a:rPr lang="en-US" sz="2400" b="1" dirty="0" err="1">
                <a:solidFill>
                  <a:schemeClr val="tx1"/>
                </a:solidFill>
                <a:latin typeface="Barlow" panose="00000500000000000000" pitchFamily="2" charset="0"/>
                <a:sym typeface="Patrick Hand"/>
              </a:rPr>
              <a:t>Traçabilité</a:t>
            </a:r>
            <a:endParaRPr sz="2400" b="1" dirty="0">
              <a:solidFill>
                <a:schemeClr val="tx1"/>
              </a:solidFill>
              <a:latin typeface="Barlow" panose="00000500000000000000" pitchFamily="2" charset="0"/>
              <a:sym typeface="Calibri"/>
            </a:endParaRPr>
          </a:p>
        </p:txBody>
      </p:sp>
      <p:sp>
        <p:nvSpPr>
          <p:cNvPr id="2" name="Slide Number Placeholder 2">
            <a:extLst>
              <a:ext uri="{FF2B5EF4-FFF2-40B4-BE49-F238E27FC236}">
                <a16:creationId xmlns:a16="http://schemas.microsoft.com/office/drawing/2014/main" id="{698A6F3A-2521-9D8D-55B7-E18B55E0E1EC}"/>
              </a:ext>
            </a:extLst>
          </p:cNvPr>
          <p:cNvSpPr>
            <a:spLocks noGrp="1"/>
          </p:cNvSpPr>
          <p:nvPr>
            <p:ph type="sldNum" idx="12"/>
          </p:nvPr>
        </p:nvSpPr>
        <p:spPr>
          <a:xfrm>
            <a:off x="11349846" y="6321114"/>
            <a:ext cx="508500" cy="381500"/>
          </a:xfrm>
        </p:spPr>
        <p:txBody>
          <a:bodyPr/>
          <a:lstStyle/>
          <a:p>
            <a:pPr marL="0" lvl="0" indent="0" algn="l" rtl="0">
              <a:spcBef>
                <a:spcPts val="0"/>
              </a:spcBef>
              <a:spcAft>
                <a:spcPts val="0"/>
              </a:spcAft>
              <a:buNone/>
            </a:pPr>
            <a:fld id="{00000000-1234-1234-1234-123412341234}" type="slidenum">
              <a:rPr lang="en-US" smtClean="0"/>
              <a:t>11</a:t>
            </a:fld>
            <a:endParaRPr lang="en-US" dirty="0"/>
          </a:p>
        </p:txBody>
      </p:sp>
      <p:grpSp>
        <p:nvGrpSpPr>
          <p:cNvPr id="8" name="Group 7">
            <a:extLst>
              <a:ext uri="{FF2B5EF4-FFF2-40B4-BE49-F238E27FC236}">
                <a16:creationId xmlns:a16="http://schemas.microsoft.com/office/drawing/2014/main" id="{B50C3E52-B683-3423-7A89-F3FFBEA960E2}"/>
              </a:ext>
            </a:extLst>
          </p:cNvPr>
          <p:cNvGrpSpPr/>
          <p:nvPr/>
        </p:nvGrpSpPr>
        <p:grpSpPr>
          <a:xfrm>
            <a:off x="1628292" y="1216833"/>
            <a:ext cx="9278253" cy="4492593"/>
            <a:chOff x="951597" y="1138461"/>
            <a:chExt cx="7011997" cy="3278917"/>
          </a:xfrm>
        </p:grpSpPr>
        <p:pic>
          <p:nvPicPr>
            <p:cNvPr id="6" name="Picture 5">
              <a:extLst>
                <a:ext uri="{FF2B5EF4-FFF2-40B4-BE49-F238E27FC236}">
                  <a16:creationId xmlns:a16="http://schemas.microsoft.com/office/drawing/2014/main" id="{0A4A1C8A-A6DD-C623-8B5F-EC57B71BBF6A}"/>
                </a:ext>
              </a:extLst>
            </p:cNvPr>
            <p:cNvPicPr>
              <a:picLocks noChangeAspect="1"/>
            </p:cNvPicPr>
            <p:nvPr/>
          </p:nvPicPr>
          <p:blipFill>
            <a:blip r:embed="rId4"/>
            <a:srcRect b="39455"/>
            <a:stretch>
              <a:fillRect/>
            </a:stretch>
          </p:blipFill>
          <p:spPr>
            <a:xfrm>
              <a:off x="951597" y="1138461"/>
              <a:ext cx="7011997" cy="2681064"/>
            </a:xfrm>
            <a:prstGeom prst="rect">
              <a:avLst/>
            </a:prstGeom>
          </p:spPr>
        </p:pic>
        <p:pic>
          <p:nvPicPr>
            <p:cNvPr id="7" name="Picture 6">
              <a:extLst>
                <a:ext uri="{FF2B5EF4-FFF2-40B4-BE49-F238E27FC236}">
                  <a16:creationId xmlns:a16="http://schemas.microsoft.com/office/drawing/2014/main" id="{E00E7B84-C7A8-905D-D04C-D364CB9EE2D1}"/>
                </a:ext>
              </a:extLst>
            </p:cNvPr>
            <p:cNvPicPr>
              <a:picLocks noChangeAspect="1"/>
            </p:cNvPicPr>
            <p:nvPr/>
          </p:nvPicPr>
          <p:blipFill>
            <a:blip r:embed="rId4"/>
            <a:srcRect t="86499"/>
            <a:stretch>
              <a:fillRect/>
            </a:stretch>
          </p:blipFill>
          <p:spPr>
            <a:xfrm>
              <a:off x="951597" y="3819525"/>
              <a:ext cx="7011997" cy="597853"/>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DA2C74A2-B8CC-989F-22DA-9ED40A620616}"/>
              </a:ext>
            </a:extLst>
          </p:cNvPr>
          <p:cNvSpPr>
            <a:spLocks noGrp="1"/>
          </p:cNvSpPr>
          <p:nvPr>
            <p:ph type="body" idx="1"/>
          </p:nvPr>
        </p:nvSpPr>
        <p:spPr/>
        <p:txBody>
          <a:bodyPr/>
          <a:lstStyle/>
          <a:p>
            <a:endParaRPr lang="fr-FR">
              <a:solidFill>
                <a:schemeClr val="tx1"/>
              </a:solidFill>
              <a:latin typeface="Barlow" panose="00000500000000000000" pitchFamily="2" charset="0"/>
            </a:endParaRPr>
          </a:p>
        </p:txBody>
      </p:sp>
      <p:pic>
        <p:nvPicPr>
          <p:cNvPr id="4" name="Image 3">
            <a:extLst>
              <a:ext uri="{FF2B5EF4-FFF2-40B4-BE49-F238E27FC236}">
                <a16:creationId xmlns:a16="http://schemas.microsoft.com/office/drawing/2014/main" id="{30E49CA3-4A7F-E487-3B9E-EE95397B8259}"/>
              </a:ext>
            </a:extLst>
          </p:cNvPr>
          <p:cNvPicPr>
            <a:picLocks noChangeAspect="1"/>
          </p:cNvPicPr>
          <p:nvPr/>
        </p:nvPicPr>
        <p:blipFill>
          <a:blip r:embed="rId3"/>
          <a:stretch>
            <a:fillRect/>
          </a:stretch>
        </p:blipFill>
        <p:spPr>
          <a:xfrm>
            <a:off x="0" y="1768396"/>
            <a:ext cx="7149643" cy="4258556"/>
          </a:xfrm>
          <a:prstGeom prst="rect">
            <a:avLst/>
          </a:prstGeom>
        </p:spPr>
      </p:pic>
      <p:graphicFrame>
        <p:nvGraphicFramePr>
          <p:cNvPr id="7" name="Tableau 6">
            <a:extLst>
              <a:ext uri="{FF2B5EF4-FFF2-40B4-BE49-F238E27FC236}">
                <a16:creationId xmlns:a16="http://schemas.microsoft.com/office/drawing/2014/main" id="{054A2E7F-5E21-82D9-A036-DC4F2473AB16}"/>
              </a:ext>
            </a:extLst>
          </p:cNvPr>
          <p:cNvGraphicFramePr>
            <a:graphicFrameLocks noGrp="1"/>
          </p:cNvGraphicFramePr>
          <p:nvPr>
            <p:extLst>
              <p:ext uri="{D42A27DB-BD31-4B8C-83A1-F6EECF244321}">
                <p14:modId xmlns:p14="http://schemas.microsoft.com/office/powerpoint/2010/main" val="1633315640"/>
              </p:ext>
            </p:extLst>
          </p:nvPr>
        </p:nvGraphicFramePr>
        <p:xfrm>
          <a:off x="7149643" y="1743656"/>
          <a:ext cx="4918531" cy="3374447"/>
        </p:xfrm>
        <a:graphic>
          <a:graphicData uri="http://schemas.openxmlformats.org/drawingml/2006/table">
            <a:tbl>
              <a:tblPr firstRow="1" bandRow="1">
                <a:tableStyleId>{7DF18680-E054-41AD-8BC1-D1AEF772440D}</a:tableStyleId>
              </a:tblPr>
              <a:tblGrid>
                <a:gridCol w="1862176">
                  <a:extLst>
                    <a:ext uri="{9D8B030D-6E8A-4147-A177-3AD203B41FA5}">
                      <a16:colId xmlns:a16="http://schemas.microsoft.com/office/drawing/2014/main" val="355291052"/>
                    </a:ext>
                  </a:extLst>
                </a:gridCol>
                <a:gridCol w="943963">
                  <a:extLst>
                    <a:ext uri="{9D8B030D-6E8A-4147-A177-3AD203B41FA5}">
                      <a16:colId xmlns:a16="http://schemas.microsoft.com/office/drawing/2014/main" val="2855920952"/>
                    </a:ext>
                  </a:extLst>
                </a:gridCol>
                <a:gridCol w="2112392">
                  <a:extLst>
                    <a:ext uri="{9D8B030D-6E8A-4147-A177-3AD203B41FA5}">
                      <a16:colId xmlns:a16="http://schemas.microsoft.com/office/drawing/2014/main" val="899449052"/>
                    </a:ext>
                  </a:extLst>
                </a:gridCol>
              </a:tblGrid>
              <a:tr h="48631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err="1">
                          <a:solidFill>
                            <a:schemeClr val="tx1"/>
                          </a:solidFill>
                          <a:effectLst/>
                          <a:sym typeface="Inter"/>
                        </a:rPr>
                        <a:t>Catégorie</a:t>
                      </a:r>
                      <a:endParaRPr lang="en-US" sz="1200" b="0" i="0" u="none" strike="noStrike" cap="none" dirty="0">
                        <a:solidFill>
                          <a:schemeClr val="tx1"/>
                        </a:solidFill>
                        <a:effectLst/>
                        <a:latin typeface="Barlow" panose="00000500000000000000" pitchFamily="2" charset="0"/>
                        <a:ea typeface="Calibri"/>
                        <a:cs typeface="Calibri"/>
                        <a:sym typeface="Calibri"/>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effectLst/>
                          <a:sym typeface="Inter"/>
                        </a:rPr>
                        <a:t>Dimension</a:t>
                      </a:r>
                      <a:endParaRPr lang="en-US" sz="1200" b="0" i="0" u="none" strike="noStrike" cap="none" dirty="0">
                        <a:solidFill>
                          <a:schemeClr val="tx1"/>
                        </a:solidFill>
                        <a:effectLst/>
                        <a:latin typeface="Barlow" panose="00000500000000000000" pitchFamily="2" charset="0"/>
                        <a:ea typeface="Calibri"/>
                        <a:cs typeface="Calibri"/>
                        <a:sym typeface="Calibri"/>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effectLst/>
                          <a:sym typeface="Inter"/>
                        </a:rPr>
                        <a:t>Action </a:t>
                      </a:r>
                      <a:r>
                        <a:rPr lang="en-US" sz="1200" b="0" i="0" u="none" strike="noStrike" cap="none" dirty="0" err="1">
                          <a:solidFill>
                            <a:schemeClr val="tx1"/>
                          </a:solidFill>
                          <a:effectLst/>
                          <a:sym typeface="Inter"/>
                        </a:rPr>
                        <a:t>correctrice</a:t>
                      </a:r>
                      <a:endParaRPr lang="en-US" sz="1200" b="0" i="0" u="none" strike="noStrike" cap="none" dirty="0">
                        <a:solidFill>
                          <a:schemeClr val="tx1"/>
                        </a:solidFill>
                        <a:effectLst/>
                        <a:latin typeface="Barlow" panose="00000500000000000000" pitchFamily="2" charset="0"/>
                        <a:ea typeface="Calibri"/>
                        <a:cs typeface="Calibri"/>
                        <a:sym typeface="Calibri"/>
                      </a:endParaRPr>
                    </a:p>
                  </a:txBody>
                  <a:tcPr anchor="ctr"/>
                </a:tc>
                <a:extLst>
                  <a:ext uri="{0D108BD9-81ED-4DB2-BD59-A6C34878D82A}">
                    <a16:rowId xmlns:a16="http://schemas.microsoft.com/office/drawing/2014/main" val="1796703395"/>
                  </a:ext>
                </a:extLst>
              </a:tr>
              <a:tr h="36101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167" b="0" i="0" u="none" strike="noStrike" cap="none" dirty="0">
                          <a:solidFill>
                            <a:schemeClr val="dk1"/>
                          </a:solidFill>
                          <a:effectLst/>
                          <a:sym typeface="Arial"/>
                        </a:rPr>
                        <a:t>échec récupération</a:t>
                      </a:r>
                      <a:endParaRPr lang="fr-FR" b="0" i="0" u="none" dirty="0">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effectLst/>
                          <a:sym typeface="Inter"/>
                        </a:rPr>
                        <a:t>1</a:t>
                      </a:r>
                      <a:endParaRPr lang="en-US" sz="1200" b="0" i="0" u="none" strike="noStrike" cap="none" dirty="0">
                        <a:solidFill>
                          <a:schemeClr val="tx1"/>
                        </a:solidFill>
                        <a:effectLst/>
                        <a:latin typeface="Barlow" panose="00000500000000000000" pitchFamily="2" charset="0"/>
                        <a:ea typeface="Calibri"/>
                        <a:cs typeface="Calibri"/>
                        <a:sym typeface="Calibri"/>
                      </a:endParaRPr>
                    </a:p>
                  </a:txBody>
                  <a:tcPr anchor="ctr"/>
                </a:tc>
                <a:tc>
                  <a:txBody>
                    <a:bodyPr/>
                    <a:lstStyle/>
                    <a:p>
                      <a:pPr algn="l">
                        <a:lnSpc>
                          <a:spcPct val="100000"/>
                        </a:lnSpc>
                        <a:buNone/>
                      </a:pPr>
                      <a:r>
                        <a:rPr lang="fr-FR" b="0" i="0" u="none" dirty="0" err="1">
                          <a:effectLst/>
                        </a:rPr>
                        <a:t>reranking</a:t>
                      </a:r>
                      <a:r>
                        <a:rPr lang="fr-FR" b="0" i="0" u="none" dirty="0">
                          <a:effectLst/>
                        </a:rPr>
                        <a:t> / </a:t>
                      </a:r>
                      <a:r>
                        <a:rPr lang="fr-FR" b="0" i="0" u="none" dirty="0" err="1">
                          <a:effectLst/>
                        </a:rPr>
                        <a:t>query</a:t>
                      </a:r>
                      <a:r>
                        <a:rPr lang="fr-FR" b="0" i="0" u="none" dirty="0">
                          <a:effectLst/>
                        </a:rPr>
                        <a:t> rewriting</a:t>
                      </a:r>
                    </a:p>
                  </a:txBody>
                  <a:tcPr marL="57150" marR="57150" marT="38100" marB="38100" anchor="ctr"/>
                </a:tc>
                <a:extLst>
                  <a:ext uri="{0D108BD9-81ED-4DB2-BD59-A6C34878D82A}">
                    <a16:rowId xmlns:a16="http://schemas.microsoft.com/office/drawing/2014/main" val="668033300"/>
                  </a:ext>
                </a:extLst>
              </a:tr>
              <a:tr h="36101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167" b="0" i="0" u="none" strike="noStrike" cap="none" dirty="0">
                          <a:solidFill>
                            <a:schemeClr val="dk1"/>
                          </a:solidFill>
                          <a:effectLst/>
                          <a:sym typeface="Arial"/>
                        </a:rPr>
                        <a:t>bruit récupération</a:t>
                      </a:r>
                      <a:endParaRPr lang="fr-FR" b="0" i="0" u="none" dirty="0">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effectLst/>
                          <a:sym typeface="Inter"/>
                        </a:rPr>
                        <a:t>1</a:t>
                      </a:r>
                      <a:endParaRPr lang="en-US" sz="1200" b="0" i="0" u="none" strike="noStrike" cap="none" dirty="0">
                        <a:solidFill>
                          <a:schemeClr val="tx1"/>
                        </a:solidFill>
                        <a:effectLst/>
                        <a:latin typeface="Barlow" panose="00000500000000000000" pitchFamily="2" charset="0"/>
                        <a:ea typeface="Calibri"/>
                        <a:cs typeface="Calibri"/>
                        <a:sym typeface="Calibri"/>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167" b="0" i="0" u="none" strike="noStrike" cap="none" dirty="0">
                          <a:solidFill>
                            <a:schemeClr val="dk1"/>
                          </a:solidFill>
                          <a:effectLst/>
                          <a:sym typeface="Arial"/>
                        </a:rPr>
                        <a:t>cross-encoder</a:t>
                      </a:r>
                      <a:endParaRPr lang="fr-FR" b="0" i="0" u="none" dirty="0">
                        <a:effectLst/>
                      </a:endParaRPr>
                    </a:p>
                  </a:txBody>
                  <a:tcPr anchor="ctr"/>
                </a:tc>
                <a:extLst>
                  <a:ext uri="{0D108BD9-81ED-4DB2-BD59-A6C34878D82A}">
                    <a16:rowId xmlns:a16="http://schemas.microsoft.com/office/drawing/2014/main" val="789608873"/>
                  </a:ext>
                </a:extLst>
              </a:tr>
              <a:tr h="361016">
                <a:tc>
                  <a:txBody>
                    <a:bodyPr/>
                    <a:lstStyle/>
                    <a:p>
                      <a:pPr algn="l">
                        <a:lnSpc>
                          <a:spcPct val="100000"/>
                        </a:lnSpc>
                      </a:pPr>
                      <a:r>
                        <a:rPr lang="fr-FR" sz="1167" b="0" i="0" u="none" strike="noStrike" cap="none" dirty="0">
                          <a:solidFill>
                            <a:schemeClr val="dk1"/>
                          </a:solidFill>
                          <a:effectLst/>
                          <a:sym typeface="Arial"/>
                        </a:rPr>
                        <a:t>hallucination factuelle</a:t>
                      </a:r>
                      <a:endParaRPr lang="fr-FR" b="0" i="0" u="none" dirty="0">
                        <a:effectLst/>
                      </a:endParaRPr>
                    </a:p>
                  </a:txBody>
                  <a:tcPr anchor="ctr"/>
                </a:tc>
                <a:tc>
                  <a:txBody>
                    <a:bodyPr/>
                    <a:lstStyle/>
                    <a:p>
                      <a:pPr algn="l">
                        <a:lnSpc>
                          <a:spcPct val="100000"/>
                        </a:lnSpc>
                      </a:pPr>
                      <a:r>
                        <a:rPr lang="fr-FR" b="0" i="0" u="none" dirty="0">
                          <a:effectLst/>
                        </a:rPr>
                        <a:t>2</a:t>
                      </a:r>
                    </a:p>
                  </a:txBody>
                  <a:tcPr anchor="ctr"/>
                </a:tc>
                <a:tc>
                  <a:txBody>
                    <a:bodyPr/>
                    <a:lstStyle/>
                    <a:p>
                      <a:pPr algn="l">
                        <a:lnSpc>
                          <a:spcPct val="100000"/>
                        </a:lnSpc>
                      </a:pPr>
                      <a:r>
                        <a:rPr lang="fr-FR" sz="1167" b="0" i="0" u="none" strike="noStrike" cap="none" dirty="0">
                          <a:solidFill>
                            <a:schemeClr val="dk1"/>
                          </a:solidFill>
                          <a:effectLst/>
                          <a:sym typeface="Arial"/>
                        </a:rPr>
                        <a:t>prompt + refus contrôlé</a:t>
                      </a:r>
                      <a:endParaRPr lang="fr-FR" b="0" i="0" u="none" dirty="0">
                        <a:effectLst/>
                      </a:endParaRPr>
                    </a:p>
                  </a:txBody>
                  <a:tcPr anchor="ctr"/>
                </a:tc>
                <a:extLst>
                  <a:ext uri="{0D108BD9-81ED-4DB2-BD59-A6C34878D82A}">
                    <a16:rowId xmlns:a16="http://schemas.microsoft.com/office/drawing/2014/main" val="3448385821"/>
                  </a:ext>
                </a:extLst>
              </a:tr>
              <a:tr h="361016">
                <a:tc>
                  <a:txBody>
                    <a:bodyPr/>
                    <a:lstStyle/>
                    <a:p>
                      <a:pPr algn="l">
                        <a:lnSpc>
                          <a:spcPct val="100000"/>
                        </a:lnSpc>
                      </a:pPr>
                      <a:r>
                        <a:rPr lang="fr-FR" sz="1167" b="0" i="0" u="none" strike="noStrike" cap="none" dirty="0">
                          <a:solidFill>
                            <a:schemeClr val="dk1"/>
                          </a:solidFill>
                          <a:effectLst/>
                          <a:sym typeface="Arial"/>
                        </a:rPr>
                        <a:t>omission d'exception</a:t>
                      </a:r>
                      <a:endParaRPr lang="fr-FR" b="0" i="0" u="none" dirty="0">
                        <a:effectLst/>
                      </a:endParaRPr>
                    </a:p>
                  </a:txBody>
                  <a:tcPr anchor="ctr"/>
                </a:tc>
                <a:tc>
                  <a:txBody>
                    <a:bodyPr/>
                    <a:lstStyle/>
                    <a:p>
                      <a:pPr algn="l">
                        <a:lnSpc>
                          <a:spcPct val="100000"/>
                        </a:lnSpc>
                      </a:pPr>
                      <a:r>
                        <a:rPr lang="fr-FR" b="0" i="0" u="none" dirty="0">
                          <a:effectLst/>
                        </a:rPr>
                        <a:t>3</a:t>
                      </a:r>
                    </a:p>
                  </a:txBody>
                  <a:tcPr anchor="ctr"/>
                </a:tc>
                <a:tc>
                  <a:txBody>
                    <a:bodyPr/>
                    <a:lstStyle/>
                    <a:p>
                      <a:pPr algn="l">
                        <a:lnSpc>
                          <a:spcPct val="100000"/>
                        </a:lnSpc>
                      </a:pPr>
                      <a:r>
                        <a:rPr lang="fr-FR" sz="1167" b="0" i="0" u="none" strike="noStrike" cap="none" dirty="0">
                          <a:solidFill>
                            <a:schemeClr val="dk1"/>
                          </a:solidFill>
                          <a:effectLst/>
                          <a:sym typeface="Arial"/>
                        </a:rPr>
                        <a:t>parent-document </a:t>
                      </a:r>
                      <a:r>
                        <a:rPr lang="fr-FR" sz="1167" b="0" i="0" u="none" strike="noStrike" cap="none" dirty="0" err="1">
                          <a:solidFill>
                            <a:schemeClr val="dk1"/>
                          </a:solidFill>
                          <a:effectLst/>
                          <a:sym typeface="Arial"/>
                        </a:rPr>
                        <a:t>retrieval</a:t>
                      </a:r>
                      <a:endParaRPr lang="fr-FR" b="0" i="0" u="none" dirty="0">
                        <a:effectLst/>
                      </a:endParaRPr>
                    </a:p>
                  </a:txBody>
                  <a:tcPr anchor="ctr"/>
                </a:tc>
                <a:extLst>
                  <a:ext uri="{0D108BD9-81ED-4DB2-BD59-A6C34878D82A}">
                    <a16:rowId xmlns:a16="http://schemas.microsoft.com/office/drawing/2014/main" val="589861253"/>
                  </a:ext>
                </a:extLst>
              </a:tr>
              <a:tr h="361016">
                <a:tc>
                  <a:txBody>
                    <a:bodyPr/>
                    <a:lstStyle/>
                    <a:p>
                      <a:pPr algn="l">
                        <a:lnSpc>
                          <a:spcPct val="100000"/>
                        </a:lnSpc>
                      </a:pPr>
                      <a:r>
                        <a:rPr lang="fr-FR" sz="1167" b="0" i="0" u="none" strike="noStrike" cap="none" dirty="0">
                          <a:solidFill>
                            <a:schemeClr val="dk1"/>
                          </a:solidFill>
                          <a:effectLst/>
                          <a:sym typeface="Arial"/>
                        </a:rPr>
                        <a:t>contradiction silencieuse</a:t>
                      </a:r>
                      <a:endParaRPr lang="fr-FR" b="0" i="0" u="none" dirty="0">
                        <a:effectLst/>
                      </a:endParaRPr>
                    </a:p>
                  </a:txBody>
                  <a:tcPr anchor="ctr"/>
                </a:tc>
                <a:tc>
                  <a:txBody>
                    <a:bodyPr/>
                    <a:lstStyle/>
                    <a:p>
                      <a:pPr algn="l">
                        <a:lnSpc>
                          <a:spcPct val="100000"/>
                        </a:lnSpc>
                      </a:pPr>
                      <a:r>
                        <a:rPr lang="fr-FR" b="0" i="0" u="none" dirty="0">
                          <a:effectLst/>
                        </a:rPr>
                        <a:t>2</a:t>
                      </a:r>
                    </a:p>
                  </a:txBody>
                  <a:tcPr anchor="ctr"/>
                </a:tc>
                <a:tc>
                  <a:txBody>
                    <a:bodyPr/>
                    <a:lstStyle/>
                    <a:p>
                      <a:pPr algn="l">
                        <a:lnSpc>
                          <a:spcPct val="100000"/>
                        </a:lnSpc>
                        <a:buNone/>
                      </a:pPr>
                      <a:r>
                        <a:rPr lang="fr-FR" b="0" i="0" u="none" dirty="0">
                          <a:effectLst/>
                        </a:rPr>
                        <a:t>garde-fou applicatif</a:t>
                      </a:r>
                    </a:p>
                  </a:txBody>
                  <a:tcPr marL="57150" marR="57150" marT="38100" marB="38100" anchor="ctr"/>
                </a:tc>
                <a:extLst>
                  <a:ext uri="{0D108BD9-81ED-4DB2-BD59-A6C34878D82A}">
                    <a16:rowId xmlns:a16="http://schemas.microsoft.com/office/drawing/2014/main" val="1510160553"/>
                  </a:ext>
                </a:extLst>
              </a:tr>
              <a:tr h="361016">
                <a:tc>
                  <a:txBody>
                    <a:bodyPr/>
                    <a:lstStyle/>
                    <a:p>
                      <a:pPr algn="l">
                        <a:lnSpc>
                          <a:spcPct val="100000"/>
                        </a:lnSpc>
                      </a:pPr>
                      <a:r>
                        <a:rPr lang="fr-FR" sz="1167" b="0" i="0" u="none" strike="noStrike" cap="none" dirty="0">
                          <a:solidFill>
                            <a:schemeClr val="dk1"/>
                          </a:solidFill>
                          <a:effectLst/>
                          <a:sym typeface="Arial"/>
                        </a:rPr>
                        <a:t>refus à tort</a:t>
                      </a:r>
                      <a:endParaRPr lang="fr-FR" b="0" i="0" u="none" dirty="0">
                        <a:effectLst/>
                      </a:endParaRPr>
                    </a:p>
                  </a:txBody>
                  <a:tcPr anchor="ctr"/>
                </a:tc>
                <a:tc>
                  <a:txBody>
                    <a:bodyPr/>
                    <a:lstStyle/>
                    <a:p>
                      <a:pPr algn="l">
                        <a:lnSpc>
                          <a:spcPct val="100000"/>
                        </a:lnSpc>
                      </a:pPr>
                      <a:r>
                        <a:rPr lang="fr-FR" b="0" i="0" u="none" dirty="0">
                          <a:effectLst/>
                        </a:rPr>
                        <a:t>5</a:t>
                      </a:r>
                    </a:p>
                  </a:txBody>
                  <a:tcPr anchor="ctr"/>
                </a:tc>
                <a:tc>
                  <a:txBody>
                    <a:bodyPr/>
                    <a:lstStyle/>
                    <a:p>
                      <a:pPr algn="l">
                        <a:lnSpc>
                          <a:spcPct val="100000"/>
                        </a:lnSpc>
                        <a:buNone/>
                      </a:pPr>
                      <a:r>
                        <a:rPr lang="fr-FR" b="0" i="0" u="none" dirty="0">
                          <a:effectLst/>
                        </a:rPr>
                        <a:t>calibration seuil</a:t>
                      </a:r>
                    </a:p>
                  </a:txBody>
                  <a:tcPr marL="57150" marR="57150" marT="38100" marB="38100" anchor="ctr"/>
                </a:tc>
                <a:extLst>
                  <a:ext uri="{0D108BD9-81ED-4DB2-BD59-A6C34878D82A}">
                    <a16:rowId xmlns:a16="http://schemas.microsoft.com/office/drawing/2014/main" val="1016985464"/>
                  </a:ext>
                </a:extLst>
              </a:tr>
              <a:tr h="361016">
                <a:tc>
                  <a:txBody>
                    <a:bodyPr/>
                    <a:lstStyle/>
                    <a:p>
                      <a:pPr algn="l">
                        <a:lnSpc>
                          <a:spcPct val="100000"/>
                        </a:lnSpc>
                      </a:pPr>
                      <a:r>
                        <a:rPr lang="fr-FR" sz="1167" b="0" i="0" u="none" strike="noStrike" cap="none" dirty="0">
                          <a:solidFill>
                            <a:schemeClr val="dk1"/>
                          </a:solidFill>
                          <a:effectLst/>
                          <a:sym typeface="Arial"/>
                        </a:rPr>
                        <a:t>hors-périmètre accepté</a:t>
                      </a:r>
                      <a:endParaRPr lang="fr-FR" b="0" i="0" u="none" dirty="0">
                        <a:effectLst/>
                      </a:endParaRPr>
                    </a:p>
                  </a:txBody>
                  <a:tcPr anchor="ctr"/>
                </a:tc>
                <a:tc>
                  <a:txBody>
                    <a:bodyPr/>
                    <a:lstStyle/>
                    <a:p>
                      <a:pPr algn="l">
                        <a:lnSpc>
                          <a:spcPct val="100000"/>
                        </a:lnSpc>
                      </a:pPr>
                      <a:r>
                        <a:rPr lang="fr-FR" b="0" i="0" u="none" dirty="0">
                          <a:effectLst/>
                        </a:rPr>
                        <a:t>5</a:t>
                      </a:r>
                    </a:p>
                  </a:txBody>
                  <a:tcPr anchor="ctr"/>
                </a:tc>
                <a:tc>
                  <a:txBody>
                    <a:bodyPr/>
                    <a:lstStyle/>
                    <a:p>
                      <a:pPr algn="l">
                        <a:lnSpc>
                          <a:spcPct val="100000"/>
                        </a:lnSpc>
                      </a:pPr>
                      <a:r>
                        <a:rPr lang="fr-FR" sz="1167" b="0" i="0" u="none" strike="noStrike" cap="none" dirty="0">
                          <a:solidFill>
                            <a:schemeClr val="dk1"/>
                          </a:solidFill>
                          <a:effectLst/>
                          <a:sym typeface="Arial"/>
                        </a:rPr>
                        <a:t>refus contrôlé explicite</a:t>
                      </a:r>
                      <a:endParaRPr lang="fr-FR" b="0" i="0" u="none" dirty="0">
                        <a:effectLst/>
                      </a:endParaRPr>
                    </a:p>
                  </a:txBody>
                  <a:tcPr anchor="ctr"/>
                </a:tc>
                <a:extLst>
                  <a:ext uri="{0D108BD9-81ED-4DB2-BD59-A6C34878D82A}">
                    <a16:rowId xmlns:a16="http://schemas.microsoft.com/office/drawing/2014/main" val="252228618"/>
                  </a:ext>
                </a:extLst>
              </a:tr>
              <a:tr h="361016">
                <a:tc>
                  <a:txBody>
                    <a:bodyPr/>
                    <a:lstStyle/>
                    <a:p>
                      <a:pPr algn="l">
                        <a:lnSpc>
                          <a:spcPct val="100000"/>
                        </a:lnSpc>
                      </a:pPr>
                      <a:r>
                        <a:rPr lang="fr-FR" sz="1167" b="0" i="0" u="none" strike="noStrike" cap="none" dirty="0">
                          <a:solidFill>
                            <a:schemeClr val="dk1"/>
                          </a:solidFill>
                          <a:effectLst/>
                          <a:sym typeface="Arial"/>
                        </a:rPr>
                        <a:t>inversion modalité</a:t>
                      </a:r>
                      <a:endParaRPr lang="fr-FR" b="0" i="0" u="none" dirty="0">
                        <a:effectLst/>
                      </a:endParaRPr>
                    </a:p>
                  </a:txBody>
                  <a:tcPr anchor="ctr"/>
                </a:tc>
                <a:tc>
                  <a:txBody>
                    <a:bodyPr/>
                    <a:lstStyle/>
                    <a:p>
                      <a:pPr algn="l">
                        <a:lnSpc>
                          <a:spcPct val="100000"/>
                        </a:lnSpc>
                      </a:pPr>
                      <a:r>
                        <a:rPr lang="fr-FR" b="0" i="0" u="none" dirty="0">
                          <a:effectLst/>
                        </a:rPr>
                        <a:t>3</a:t>
                      </a:r>
                    </a:p>
                  </a:txBody>
                  <a:tcPr anchor="ctr"/>
                </a:tc>
                <a:tc>
                  <a:txBody>
                    <a:bodyPr/>
                    <a:lstStyle/>
                    <a:p>
                      <a:pPr algn="l">
                        <a:lnSpc>
                          <a:spcPct val="100000"/>
                        </a:lnSpc>
                        <a:buNone/>
                      </a:pPr>
                      <a:r>
                        <a:rPr lang="fr-FR" b="0" i="0" u="none" dirty="0">
                          <a:effectLst/>
                        </a:rPr>
                        <a:t>prompt structuré + vérification</a:t>
                      </a:r>
                    </a:p>
                  </a:txBody>
                  <a:tcPr marL="57150" marR="57150" marT="38100" marB="38100" anchor="ctr"/>
                </a:tc>
                <a:extLst>
                  <a:ext uri="{0D108BD9-81ED-4DB2-BD59-A6C34878D82A}">
                    <a16:rowId xmlns:a16="http://schemas.microsoft.com/office/drawing/2014/main" val="1358489092"/>
                  </a:ext>
                </a:extLst>
              </a:tr>
            </a:tbl>
          </a:graphicData>
        </a:graphic>
      </p:graphicFrame>
      <p:sp>
        <p:nvSpPr>
          <p:cNvPr id="11" name="Google Shape;545;p55">
            <a:extLst>
              <a:ext uri="{FF2B5EF4-FFF2-40B4-BE49-F238E27FC236}">
                <a16:creationId xmlns:a16="http://schemas.microsoft.com/office/drawing/2014/main" id="{F9FE6552-B569-563A-7268-CC1C3CB2D222}"/>
              </a:ext>
            </a:extLst>
          </p:cNvPr>
          <p:cNvSpPr/>
          <p:nvPr/>
        </p:nvSpPr>
        <p:spPr>
          <a:xfrm>
            <a:off x="695325" y="743766"/>
            <a:ext cx="11520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400" b="1" dirty="0" err="1">
                <a:solidFill>
                  <a:schemeClr val="tx1"/>
                </a:solidFill>
                <a:latin typeface="Barlow" panose="00000500000000000000" pitchFamily="2" charset="0"/>
                <a:sym typeface="Patrick Hand"/>
              </a:rPr>
              <a:t>Analyse</a:t>
            </a:r>
            <a:r>
              <a:rPr lang="en-US" sz="2400" b="1" dirty="0">
                <a:solidFill>
                  <a:schemeClr val="tx1"/>
                </a:solidFill>
                <a:latin typeface="Barlow" panose="00000500000000000000" pitchFamily="2" charset="0"/>
                <a:sym typeface="Patrick Hand"/>
              </a:rPr>
              <a:t> des </a:t>
            </a:r>
            <a:r>
              <a:rPr lang="en-US" sz="2400" b="1" dirty="0" err="1">
                <a:solidFill>
                  <a:schemeClr val="tx1"/>
                </a:solidFill>
                <a:latin typeface="Barlow" panose="00000500000000000000" pitchFamily="2" charset="0"/>
                <a:sym typeface="Patrick Hand"/>
              </a:rPr>
              <a:t>erreurs</a:t>
            </a:r>
            <a:endParaRPr sz="2400" b="1" dirty="0">
              <a:solidFill>
                <a:schemeClr val="tx1"/>
              </a:solidFill>
              <a:latin typeface="Barlow" panose="00000500000000000000" pitchFamily="2" charset="0"/>
              <a:sym typeface="Calibri"/>
            </a:endParaRPr>
          </a:p>
        </p:txBody>
      </p:sp>
      <p:sp>
        <p:nvSpPr>
          <p:cNvPr id="8" name="Slide Number Placeholder 2">
            <a:extLst>
              <a:ext uri="{FF2B5EF4-FFF2-40B4-BE49-F238E27FC236}">
                <a16:creationId xmlns:a16="http://schemas.microsoft.com/office/drawing/2014/main" id="{9083708F-B6D2-75DD-F3E5-A285E1C1E1CF}"/>
              </a:ext>
            </a:extLst>
          </p:cNvPr>
          <p:cNvSpPr>
            <a:spLocks noGrp="1"/>
          </p:cNvSpPr>
          <p:nvPr>
            <p:ph type="sldNum" idx="12"/>
          </p:nvPr>
        </p:nvSpPr>
        <p:spPr>
          <a:xfrm>
            <a:off x="11349846" y="6321114"/>
            <a:ext cx="508500" cy="381500"/>
          </a:xfrm>
        </p:spPr>
        <p:txBody>
          <a:bodyPr/>
          <a:lstStyle/>
          <a:p>
            <a:pPr marL="0" lvl="0" indent="0" algn="l" rtl="0">
              <a:spcBef>
                <a:spcPts val="0"/>
              </a:spcBef>
              <a:spcAft>
                <a:spcPts val="0"/>
              </a:spcAft>
              <a:buNone/>
            </a:pPr>
            <a:fld id="{00000000-1234-1234-1234-123412341234}" type="slidenum">
              <a:rPr lang="en-US" smtClean="0"/>
              <a:t>12</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3" name="Google Shape;753;p65"/>
          <p:cNvSpPr/>
          <p:nvPr/>
        </p:nvSpPr>
        <p:spPr>
          <a:xfrm>
            <a:off x="6062929" y="2024110"/>
            <a:ext cx="45719" cy="3249112"/>
          </a:xfrm>
          <a:prstGeom prst="roundRect">
            <a:avLst>
              <a:gd name="adj" fmla="val 312562"/>
            </a:avLst>
          </a:prstGeom>
          <a:solidFill>
            <a:srgbClr val="C0C1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754" name="Google Shape;754;p65"/>
          <p:cNvSpPr/>
          <p:nvPr/>
        </p:nvSpPr>
        <p:spPr>
          <a:xfrm>
            <a:off x="5341605" y="2224036"/>
            <a:ext cx="567000" cy="25500"/>
          </a:xfrm>
          <a:prstGeom prst="roundRect">
            <a:avLst>
              <a:gd name="adj" fmla="val 312550"/>
            </a:avLst>
          </a:prstGeom>
          <a:solidFill>
            <a:srgbClr val="C0C1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755" name="Google Shape;755;p65"/>
          <p:cNvSpPr/>
          <p:nvPr/>
        </p:nvSpPr>
        <p:spPr>
          <a:xfrm>
            <a:off x="5883227" y="2024110"/>
            <a:ext cx="425100" cy="425400"/>
          </a:xfrm>
          <a:prstGeom prst="roundRect">
            <a:avLst>
              <a:gd name="adj" fmla="val 18669"/>
            </a:avLst>
          </a:prstGeom>
          <a:solidFill>
            <a:srgbClr val="DADBF1"/>
          </a:solidFill>
          <a:ln w="9525" cap="flat" cmpd="sng">
            <a:solidFill>
              <a:srgbClr val="C0C1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756" name="Google Shape;756;p65"/>
          <p:cNvSpPr/>
          <p:nvPr/>
        </p:nvSpPr>
        <p:spPr>
          <a:xfrm>
            <a:off x="5954117" y="2059531"/>
            <a:ext cx="283500" cy="354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72525"/>
              </a:buClr>
              <a:buSzPts val="2200"/>
              <a:buFont typeface="Inter"/>
              <a:buNone/>
            </a:pPr>
            <a:r>
              <a:rPr lang="en-US" sz="2200" b="1" i="0" u="none" strike="noStrike" cap="none">
                <a:solidFill>
                  <a:schemeClr val="tx1"/>
                </a:solidFill>
                <a:latin typeface="Barlow" panose="00000500000000000000" pitchFamily="2" charset="0"/>
                <a:ea typeface="Inter"/>
                <a:cs typeface="Inter"/>
                <a:sym typeface="Inter"/>
              </a:rPr>
              <a:t>1</a:t>
            </a:r>
            <a:endParaRPr sz="2200" b="0" i="0" u="none" strike="noStrike" cap="none">
              <a:solidFill>
                <a:schemeClr val="tx1"/>
              </a:solidFill>
              <a:latin typeface="Barlow" panose="00000500000000000000" pitchFamily="2" charset="0"/>
              <a:ea typeface="Calibri"/>
              <a:cs typeface="Calibri"/>
              <a:sym typeface="Calibri"/>
            </a:endParaRPr>
          </a:p>
        </p:txBody>
      </p:sp>
      <p:sp>
        <p:nvSpPr>
          <p:cNvPr id="757" name="Google Shape;757;p65"/>
          <p:cNvSpPr/>
          <p:nvPr/>
        </p:nvSpPr>
        <p:spPr>
          <a:xfrm>
            <a:off x="661475" y="2088999"/>
            <a:ext cx="4489200" cy="295200"/>
          </a:xfrm>
          <a:prstGeom prst="rect">
            <a:avLst/>
          </a:prstGeom>
          <a:noFill/>
          <a:ln>
            <a:noFill/>
          </a:ln>
        </p:spPr>
        <p:txBody>
          <a:bodyPr spcFirstLastPara="1" wrap="square" lIns="0" tIns="0" rIns="0" bIns="0" anchor="t" anchorCtr="0">
            <a:noAutofit/>
          </a:bodyPr>
          <a:lstStyle/>
          <a:p>
            <a:pPr marL="0" marR="0" lvl="0" indent="0" algn="r" rtl="0">
              <a:lnSpc>
                <a:spcPct val="104000"/>
              </a:lnSpc>
              <a:spcBef>
                <a:spcPts val="0"/>
              </a:spcBef>
              <a:spcAft>
                <a:spcPts val="0"/>
              </a:spcAft>
              <a:buClr>
                <a:srgbClr val="272525"/>
              </a:buClr>
              <a:buSzPts val="1850"/>
              <a:buFont typeface="Inter"/>
              <a:buNone/>
            </a:pPr>
            <a:r>
              <a:rPr lang="en-US" sz="1850" b="1" dirty="0">
                <a:solidFill>
                  <a:schemeClr val="tx1"/>
                </a:solidFill>
                <a:latin typeface="Barlow" panose="00000500000000000000" pitchFamily="2" charset="0"/>
                <a:ea typeface="Inter"/>
                <a:cs typeface="Inter"/>
                <a:sym typeface="Inter"/>
              </a:rPr>
              <a:t>Construction du </a:t>
            </a:r>
            <a:r>
              <a:rPr lang="en-US" sz="1850" b="1" i="0" u="none" strike="noStrike" cap="none" dirty="0">
                <a:solidFill>
                  <a:schemeClr val="tx1"/>
                </a:solidFill>
                <a:latin typeface="Barlow" panose="00000500000000000000" pitchFamily="2" charset="0"/>
                <a:ea typeface="Inter"/>
                <a:cs typeface="Inter"/>
                <a:sym typeface="Inter"/>
              </a:rPr>
              <a:t>POC : 2024–2025</a:t>
            </a:r>
            <a:endParaRPr sz="1850" b="0" i="0" u="none" strike="noStrike" cap="none" dirty="0">
              <a:solidFill>
                <a:schemeClr val="tx1"/>
              </a:solidFill>
              <a:latin typeface="Barlow" panose="00000500000000000000" pitchFamily="2" charset="0"/>
              <a:ea typeface="Calibri"/>
              <a:cs typeface="Calibri"/>
              <a:sym typeface="Calibri"/>
            </a:endParaRPr>
          </a:p>
        </p:txBody>
      </p:sp>
      <p:sp>
        <p:nvSpPr>
          <p:cNvPr id="759" name="Google Shape;759;p65"/>
          <p:cNvSpPr/>
          <p:nvPr/>
        </p:nvSpPr>
        <p:spPr>
          <a:xfrm>
            <a:off x="6283069" y="3298728"/>
            <a:ext cx="567000" cy="25500"/>
          </a:xfrm>
          <a:prstGeom prst="roundRect">
            <a:avLst>
              <a:gd name="adj" fmla="val 312550"/>
            </a:avLst>
          </a:prstGeom>
          <a:solidFill>
            <a:srgbClr val="C0C1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760" name="Google Shape;760;p65"/>
          <p:cNvSpPr/>
          <p:nvPr/>
        </p:nvSpPr>
        <p:spPr>
          <a:xfrm>
            <a:off x="5883227" y="3098802"/>
            <a:ext cx="425100" cy="425400"/>
          </a:xfrm>
          <a:prstGeom prst="roundRect">
            <a:avLst>
              <a:gd name="adj" fmla="val 18669"/>
            </a:avLst>
          </a:prstGeom>
          <a:solidFill>
            <a:srgbClr val="DADBF1"/>
          </a:solidFill>
          <a:ln w="9525" cap="flat" cmpd="sng">
            <a:solidFill>
              <a:srgbClr val="C0C1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761" name="Google Shape;761;p65"/>
          <p:cNvSpPr/>
          <p:nvPr/>
        </p:nvSpPr>
        <p:spPr>
          <a:xfrm>
            <a:off x="5954117" y="3134223"/>
            <a:ext cx="283500" cy="354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72525"/>
              </a:buClr>
              <a:buSzPts val="2200"/>
              <a:buFont typeface="Inter"/>
              <a:buNone/>
            </a:pPr>
            <a:r>
              <a:rPr lang="en-US" sz="2200" b="1" i="0" u="none" strike="noStrike" cap="none" dirty="0">
                <a:solidFill>
                  <a:schemeClr val="tx1"/>
                </a:solidFill>
                <a:latin typeface="Barlow" panose="00000500000000000000" pitchFamily="2" charset="0"/>
                <a:ea typeface="Inter"/>
                <a:cs typeface="Inter"/>
                <a:sym typeface="Inter"/>
              </a:rPr>
              <a:t>2</a:t>
            </a:r>
            <a:endParaRPr sz="2200" b="0" i="0" u="none" strike="noStrike" cap="none" dirty="0">
              <a:solidFill>
                <a:schemeClr val="tx1"/>
              </a:solidFill>
              <a:latin typeface="Barlow" panose="00000500000000000000" pitchFamily="2" charset="0"/>
              <a:ea typeface="Calibri"/>
              <a:cs typeface="Calibri"/>
              <a:sym typeface="Calibri"/>
            </a:endParaRPr>
          </a:p>
        </p:txBody>
      </p:sp>
      <p:sp>
        <p:nvSpPr>
          <p:cNvPr id="762" name="Google Shape;762;p65"/>
          <p:cNvSpPr/>
          <p:nvPr/>
        </p:nvSpPr>
        <p:spPr>
          <a:xfrm>
            <a:off x="7040882" y="3163691"/>
            <a:ext cx="4489200" cy="2952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272525"/>
              </a:buClr>
              <a:buSzPts val="1850"/>
              <a:buFont typeface="Inter"/>
              <a:buNone/>
            </a:pPr>
            <a:r>
              <a:rPr lang="en-US" sz="1850" b="1" i="0" u="none" strike="noStrike" cap="none" dirty="0">
                <a:solidFill>
                  <a:schemeClr val="tx1"/>
                </a:solidFill>
                <a:latin typeface="Barlow" panose="00000500000000000000" pitchFamily="2" charset="0"/>
                <a:ea typeface="Inter"/>
                <a:cs typeface="Inter"/>
                <a:sym typeface="Inter"/>
              </a:rPr>
              <a:t>Configuration </a:t>
            </a:r>
            <a:r>
              <a:rPr lang="en-US" sz="1850" b="1" i="0" u="none" strike="noStrike" cap="none" dirty="0" err="1">
                <a:solidFill>
                  <a:schemeClr val="tx1"/>
                </a:solidFill>
                <a:latin typeface="Barlow" panose="00000500000000000000" pitchFamily="2" charset="0"/>
                <a:ea typeface="Inter"/>
                <a:cs typeface="Inter"/>
                <a:sym typeface="Inter"/>
              </a:rPr>
              <a:t>Cible</a:t>
            </a:r>
            <a:r>
              <a:rPr lang="en-US" sz="1850" b="1" i="0" u="none" strike="noStrike" cap="none" dirty="0">
                <a:solidFill>
                  <a:schemeClr val="tx1"/>
                </a:solidFill>
                <a:latin typeface="Barlow" panose="00000500000000000000" pitchFamily="2" charset="0"/>
                <a:ea typeface="Inter"/>
                <a:cs typeface="Inter"/>
                <a:sym typeface="Inter"/>
              </a:rPr>
              <a:t> : 2026</a:t>
            </a:r>
            <a:endParaRPr sz="1850" b="0" i="0" u="none" strike="noStrike" cap="none" dirty="0">
              <a:solidFill>
                <a:schemeClr val="tx1"/>
              </a:solidFill>
              <a:latin typeface="Barlow" panose="00000500000000000000" pitchFamily="2" charset="0"/>
              <a:ea typeface="Calibri"/>
              <a:cs typeface="Calibri"/>
              <a:sym typeface="Calibri"/>
            </a:endParaRPr>
          </a:p>
        </p:txBody>
      </p:sp>
      <p:sp>
        <p:nvSpPr>
          <p:cNvPr id="764" name="Google Shape;764;p65"/>
          <p:cNvSpPr/>
          <p:nvPr/>
        </p:nvSpPr>
        <p:spPr>
          <a:xfrm>
            <a:off x="5341605" y="4394983"/>
            <a:ext cx="567000" cy="25500"/>
          </a:xfrm>
          <a:prstGeom prst="roundRect">
            <a:avLst>
              <a:gd name="adj" fmla="val 312550"/>
            </a:avLst>
          </a:prstGeom>
          <a:solidFill>
            <a:srgbClr val="C0C1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765" name="Google Shape;765;p65"/>
          <p:cNvSpPr/>
          <p:nvPr/>
        </p:nvSpPr>
        <p:spPr>
          <a:xfrm>
            <a:off x="5883227" y="4195057"/>
            <a:ext cx="425100" cy="425400"/>
          </a:xfrm>
          <a:prstGeom prst="roundRect">
            <a:avLst>
              <a:gd name="adj" fmla="val 18669"/>
            </a:avLst>
          </a:prstGeom>
          <a:solidFill>
            <a:srgbClr val="DADBF1"/>
          </a:solidFill>
          <a:ln w="9525" cap="flat" cmpd="sng">
            <a:solidFill>
              <a:srgbClr val="C0C1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766" name="Google Shape;766;p65"/>
          <p:cNvSpPr/>
          <p:nvPr/>
        </p:nvSpPr>
        <p:spPr>
          <a:xfrm>
            <a:off x="5954117" y="4230478"/>
            <a:ext cx="283500" cy="354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72525"/>
              </a:buClr>
              <a:buSzPts val="2200"/>
              <a:buFont typeface="Inter"/>
              <a:buNone/>
            </a:pPr>
            <a:r>
              <a:rPr lang="en-US" sz="2200" b="1" i="0" u="none" strike="noStrike" cap="none" dirty="0">
                <a:solidFill>
                  <a:schemeClr val="tx1"/>
                </a:solidFill>
                <a:latin typeface="Barlow" panose="00000500000000000000" pitchFamily="2" charset="0"/>
                <a:ea typeface="Inter"/>
                <a:cs typeface="Inter"/>
                <a:sym typeface="Inter"/>
              </a:rPr>
              <a:t>3</a:t>
            </a:r>
            <a:endParaRPr sz="2200" b="0" i="0" u="none" strike="noStrike" cap="none" dirty="0">
              <a:solidFill>
                <a:schemeClr val="tx1"/>
              </a:solidFill>
              <a:latin typeface="Barlow" panose="00000500000000000000" pitchFamily="2" charset="0"/>
              <a:ea typeface="Calibri"/>
              <a:cs typeface="Calibri"/>
              <a:sym typeface="Calibri"/>
            </a:endParaRPr>
          </a:p>
        </p:txBody>
      </p:sp>
      <p:sp>
        <p:nvSpPr>
          <p:cNvPr id="767" name="Google Shape;767;p65"/>
          <p:cNvSpPr/>
          <p:nvPr/>
        </p:nvSpPr>
        <p:spPr>
          <a:xfrm>
            <a:off x="661475" y="4259946"/>
            <a:ext cx="4489200" cy="295200"/>
          </a:xfrm>
          <a:prstGeom prst="rect">
            <a:avLst/>
          </a:prstGeom>
          <a:noFill/>
          <a:ln>
            <a:noFill/>
          </a:ln>
        </p:spPr>
        <p:txBody>
          <a:bodyPr spcFirstLastPara="1" wrap="square" lIns="0" tIns="0" rIns="0" bIns="0" anchor="t" anchorCtr="0">
            <a:noAutofit/>
          </a:bodyPr>
          <a:lstStyle/>
          <a:p>
            <a:pPr marL="0" marR="0" lvl="0" indent="0" algn="r" rtl="0">
              <a:lnSpc>
                <a:spcPct val="104000"/>
              </a:lnSpc>
              <a:spcBef>
                <a:spcPts val="0"/>
              </a:spcBef>
              <a:spcAft>
                <a:spcPts val="0"/>
              </a:spcAft>
              <a:buClr>
                <a:srgbClr val="272525"/>
              </a:buClr>
              <a:buSzPts val="1850"/>
              <a:buFont typeface="Inter"/>
              <a:buNone/>
            </a:pPr>
            <a:r>
              <a:rPr lang="en-US" sz="1850" b="1" i="0" u="none" strike="noStrike" cap="none" dirty="0" err="1">
                <a:solidFill>
                  <a:schemeClr val="tx1"/>
                </a:solidFill>
                <a:latin typeface="Barlow" panose="00000500000000000000" pitchFamily="2" charset="0"/>
                <a:ea typeface="Inter"/>
                <a:cs typeface="Inter"/>
                <a:sym typeface="Inter"/>
              </a:rPr>
              <a:t>Industrialisation</a:t>
            </a:r>
            <a:r>
              <a:rPr lang="en-US" sz="1850" b="1" i="0" u="none" strike="noStrike" cap="none" dirty="0">
                <a:solidFill>
                  <a:schemeClr val="tx1"/>
                </a:solidFill>
                <a:latin typeface="Barlow" panose="00000500000000000000" pitchFamily="2" charset="0"/>
                <a:ea typeface="Inter"/>
                <a:cs typeface="Inter"/>
                <a:sym typeface="Inter"/>
              </a:rPr>
              <a:t> Groupe : 2027</a:t>
            </a:r>
            <a:endParaRPr sz="1850" b="0" i="0" u="none" strike="noStrike" cap="none" dirty="0">
              <a:solidFill>
                <a:schemeClr val="tx1"/>
              </a:solidFill>
              <a:latin typeface="Barlow" panose="00000500000000000000" pitchFamily="2" charset="0"/>
              <a:ea typeface="Calibri"/>
              <a:cs typeface="Calibri"/>
              <a:sym typeface="Calibri"/>
            </a:endParaRPr>
          </a:p>
        </p:txBody>
      </p:sp>
      <p:sp>
        <p:nvSpPr>
          <p:cNvPr id="769" name="Google Shape;769;p65"/>
          <p:cNvSpPr/>
          <p:nvPr/>
        </p:nvSpPr>
        <p:spPr>
          <a:xfrm>
            <a:off x="674298" y="5491161"/>
            <a:ext cx="10868700" cy="457140"/>
          </a:xfrm>
          <a:prstGeom prst="roundRect">
            <a:avLst>
              <a:gd name="adj" fmla="val 10502"/>
            </a:avLst>
          </a:prstGeom>
          <a:solidFill>
            <a:srgbClr val="DADB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pic>
        <p:nvPicPr>
          <p:cNvPr id="770" name="Google Shape;770;p65" descr="preencoded.png"/>
          <p:cNvPicPr preferRelativeResize="0"/>
          <p:nvPr/>
        </p:nvPicPr>
        <p:blipFill rotWithShape="1">
          <a:blip r:embed="rId3">
            <a:alphaModFix/>
          </a:blip>
          <a:srcRect/>
          <a:stretch/>
        </p:blipFill>
        <p:spPr>
          <a:xfrm>
            <a:off x="799011" y="5608002"/>
            <a:ext cx="279695" cy="218379"/>
          </a:xfrm>
          <a:prstGeom prst="rect">
            <a:avLst/>
          </a:prstGeom>
          <a:noFill/>
          <a:ln>
            <a:noFill/>
          </a:ln>
        </p:spPr>
      </p:pic>
      <p:sp>
        <p:nvSpPr>
          <p:cNvPr id="771" name="Google Shape;771;p65"/>
          <p:cNvSpPr/>
          <p:nvPr/>
        </p:nvSpPr>
        <p:spPr>
          <a:xfrm>
            <a:off x="1162340" y="5568283"/>
            <a:ext cx="10675200" cy="3024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00000"/>
              </a:buClr>
              <a:buSzPts val="1450"/>
              <a:buFont typeface="Inter"/>
              <a:buNone/>
            </a:pPr>
            <a:r>
              <a:rPr lang="en-US" b="0" i="0" u="none" strike="noStrike" cap="none" dirty="0">
                <a:solidFill>
                  <a:schemeClr val="tx1"/>
                </a:solidFill>
                <a:latin typeface="Barlow" panose="00000500000000000000" pitchFamily="2" charset="0"/>
                <a:ea typeface="Inter"/>
                <a:cs typeface="Inter"/>
                <a:sym typeface="Inter"/>
              </a:rPr>
              <a:t>Passage </a:t>
            </a:r>
            <a:r>
              <a:rPr lang="en-US" b="0" i="0" u="none" strike="noStrike" cap="none" dirty="0" err="1">
                <a:solidFill>
                  <a:schemeClr val="tx1"/>
                </a:solidFill>
                <a:latin typeface="Barlow" panose="00000500000000000000" pitchFamily="2" charset="0"/>
                <a:ea typeface="Inter"/>
                <a:cs typeface="Inter"/>
                <a:sym typeface="Inter"/>
              </a:rPr>
              <a:t>en</a:t>
            </a:r>
            <a:r>
              <a:rPr lang="en-US" b="0" i="0" u="none" strike="noStrike" cap="none" dirty="0">
                <a:solidFill>
                  <a:schemeClr val="tx1"/>
                </a:solidFill>
                <a:latin typeface="Barlow" panose="00000500000000000000" pitchFamily="2" charset="0"/>
                <a:ea typeface="Inter"/>
                <a:cs typeface="Inter"/>
                <a:sym typeface="Inter"/>
              </a:rPr>
              <a:t> production </a:t>
            </a:r>
            <a:r>
              <a:rPr lang="en-US" b="0" i="0" u="none" strike="noStrike" cap="none" dirty="0" err="1">
                <a:solidFill>
                  <a:schemeClr val="tx1"/>
                </a:solidFill>
                <a:latin typeface="Barlow" panose="00000500000000000000" pitchFamily="2" charset="0"/>
                <a:ea typeface="Inter"/>
                <a:cs typeface="Inter"/>
                <a:sym typeface="Inter"/>
              </a:rPr>
              <a:t>groupe</a:t>
            </a:r>
            <a:r>
              <a:rPr lang="en-US" b="0" i="0" u="none" strike="noStrike" cap="none" dirty="0">
                <a:solidFill>
                  <a:schemeClr val="tx1"/>
                </a:solidFill>
                <a:latin typeface="Barlow" panose="00000500000000000000" pitchFamily="2" charset="0"/>
                <a:ea typeface="Inter"/>
                <a:cs typeface="Inter"/>
                <a:sym typeface="Inter"/>
              </a:rPr>
              <a:t> </a:t>
            </a:r>
            <a:r>
              <a:rPr lang="en-US" b="0" i="0" u="none" strike="noStrike" cap="none" dirty="0" err="1">
                <a:solidFill>
                  <a:schemeClr val="tx1"/>
                </a:solidFill>
                <a:latin typeface="Barlow" panose="00000500000000000000" pitchFamily="2" charset="0"/>
                <a:ea typeface="Inter"/>
                <a:cs typeface="Inter"/>
                <a:sym typeface="Inter"/>
              </a:rPr>
              <a:t>validé</a:t>
            </a:r>
            <a:r>
              <a:rPr lang="en-US" b="0" i="0" u="none" strike="noStrike" cap="none" dirty="0">
                <a:solidFill>
                  <a:schemeClr val="tx1"/>
                </a:solidFill>
                <a:latin typeface="Barlow" panose="00000500000000000000" pitchFamily="2" charset="0"/>
                <a:ea typeface="Inter"/>
                <a:cs typeface="Inter"/>
                <a:sym typeface="Inter"/>
              </a:rPr>
              <a:t> </a:t>
            </a:r>
            <a:r>
              <a:rPr lang="en-US" b="0" i="0" u="none" strike="noStrike" cap="none" dirty="0" err="1">
                <a:solidFill>
                  <a:schemeClr val="tx1"/>
                </a:solidFill>
                <a:latin typeface="Barlow" panose="00000500000000000000" pitchFamily="2" charset="0"/>
                <a:ea typeface="Inter"/>
                <a:cs typeface="Inter"/>
                <a:sym typeface="Inter"/>
              </a:rPr>
              <a:t>en</a:t>
            </a:r>
            <a:r>
              <a:rPr lang="en-US" i="0" u="none" strike="noStrike" cap="none" dirty="0">
                <a:solidFill>
                  <a:schemeClr val="tx1"/>
                </a:solidFill>
                <a:latin typeface="Barlow" panose="00000500000000000000" pitchFamily="2" charset="0"/>
                <a:ea typeface="Inter"/>
                <a:cs typeface="Inter"/>
                <a:sym typeface="Inter"/>
              </a:rPr>
              <a:t> </a:t>
            </a:r>
            <a:r>
              <a:rPr lang="en-US" i="0" u="none" strike="noStrike" cap="none" dirty="0" err="1">
                <a:solidFill>
                  <a:schemeClr val="tx1"/>
                </a:solidFill>
                <a:latin typeface="Barlow" panose="00000500000000000000" pitchFamily="2" charset="0"/>
                <a:ea typeface="Inter"/>
                <a:cs typeface="Inter"/>
                <a:sym typeface="Inter"/>
              </a:rPr>
              <a:t>mai</a:t>
            </a:r>
            <a:r>
              <a:rPr lang="en-US" i="0" u="none" strike="noStrike" cap="none" dirty="0">
                <a:solidFill>
                  <a:schemeClr val="tx1"/>
                </a:solidFill>
                <a:latin typeface="Barlow" panose="00000500000000000000" pitchFamily="2" charset="0"/>
                <a:ea typeface="Inter"/>
                <a:cs typeface="Inter"/>
                <a:sym typeface="Inter"/>
              </a:rPr>
              <a:t> 2026</a:t>
            </a:r>
            <a:endParaRPr i="0" u="none" strike="noStrike" cap="none" dirty="0">
              <a:solidFill>
                <a:schemeClr val="tx1"/>
              </a:solidFill>
              <a:latin typeface="Barlow" panose="00000500000000000000" pitchFamily="2" charset="0"/>
              <a:ea typeface="Calibri"/>
              <a:cs typeface="Calibri"/>
              <a:sym typeface="Calibri"/>
            </a:endParaRPr>
          </a:p>
        </p:txBody>
      </p:sp>
      <p:sp>
        <p:nvSpPr>
          <p:cNvPr id="3" name="Espace réservé du texte 2">
            <a:extLst>
              <a:ext uri="{FF2B5EF4-FFF2-40B4-BE49-F238E27FC236}">
                <a16:creationId xmlns:a16="http://schemas.microsoft.com/office/drawing/2014/main" id="{CAD00740-A698-2B00-6C8C-09E7DFB67504}"/>
              </a:ext>
            </a:extLst>
          </p:cNvPr>
          <p:cNvSpPr>
            <a:spLocks noGrp="1"/>
          </p:cNvSpPr>
          <p:nvPr>
            <p:ph type="body" idx="1"/>
          </p:nvPr>
        </p:nvSpPr>
        <p:spPr/>
        <p:txBody>
          <a:bodyPr/>
          <a:lstStyle/>
          <a:p>
            <a:endParaRPr lang="fr-FR">
              <a:solidFill>
                <a:schemeClr val="tx1"/>
              </a:solidFill>
              <a:latin typeface="Barlow" panose="00000500000000000000" pitchFamily="2" charset="0"/>
            </a:endParaRPr>
          </a:p>
        </p:txBody>
      </p:sp>
      <p:sp>
        <p:nvSpPr>
          <p:cNvPr id="4" name="Google Shape;545;p55">
            <a:extLst>
              <a:ext uri="{FF2B5EF4-FFF2-40B4-BE49-F238E27FC236}">
                <a16:creationId xmlns:a16="http://schemas.microsoft.com/office/drawing/2014/main" id="{6C2A96DE-83F4-5D03-036D-110C0D990120}"/>
              </a:ext>
            </a:extLst>
          </p:cNvPr>
          <p:cNvSpPr/>
          <p:nvPr/>
        </p:nvSpPr>
        <p:spPr>
          <a:xfrm>
            <a:off x="695325" y="742461"/>
            <a:ext cx="11520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400" b="1" dirty="0" err="1">
                <a:solidFill>
                  <a:schemeClr val="tx1"/>
                </a:solidFill>
                <a:latin typeface="Barlow" panose="00000500000000000000" pitchFamily="2" charset="0"/>
                <a:sym typeface="Patrick Hand"/>
              </a:rPr>
              <a:t>Trajectoire</a:t>
            </a:r>
            <a:r>
              <a:rPr lang="en-US" sz="2400" b="1" dirty="0">
                <a:solidFill>
                  <a:schemeClr val="tx1"/>
                </a:solidFill>
                <a:latin typeface="Barlow" panose="00000500000000000000" pitchFamily="2" charset="0"/>
                <a:sym typeface="Patrick Hand"/>
              </a:rPr>
              <a:t> </a:t>
            </a:r>
            <a:r>
              <a:rPr lang="en-US" sz="2400" b="1" dirty="0" err="1">
                <a:solidFill>
                  <a:schemeClr val="tx1"/>
                </a:solidFill>
                <a:latin typeface="Barlow" panose="00000500000000000000" pitchFamily="2" charset="0"/>
                <a:sym typeface="Patrick Hand"/>
              </a:rPr>
              <a:t>d’industrialisation</a:t>
            </a:r>
            <a:endParaRPr sz="2400" b="1" dirty="0">
              <a:solidFill>
                <a:schemeClr val="tx1"/>
              </a:solidFill>
              <a:latin typeface="Barlow" panose="00000500000000000000" pitchFamily="2" charset="0"/>
              <a:sym typeface="Calibri"/>
            </a:endParaRPr>
          </a:p>
        </p:txBody>
      </p:sp>
      <p:sp>
        <p:nvSpPr>
          <p:cNvPr id="2" name="Slide Number Placeholder 2">
            <a:extLst>
              <a:ext uri="{FF2B5EF4-FFF2-40B4-BE49-F238E27FC236}">
                <a16:creationId xmlns:a16="http://schemas.microsoft.com/office/drawing/2014/main" id="{1EB38110-E1DF-EF64-8122-10AA2357BAD8}"/>
              </a:ext>
            </a:extLst>
          </p:cNvPr>
          <p:cNvSpPr>
            <a:spLocks noGrp="1"/>
          </p:cNvSpPr>
          <p:nvPr>
            <p:ph type="sldNum" idx="12"/>
          </p:nvPr>
        </p:nvSpPr>
        <p:spPr>
          <a:xfrm>
            <a:off x="11349846" y="6321114"/>
            <a:ext cx="508500" cy="381500"/>
          </a:xfrm>
        </p:spPr>
        <p:txBody>
          <a:bodyPr/>
          <a:lstStyle/>
          <a:p>
            <a:pPr marL="0" lvl="0" indent="0" algn="l" rtl="0">
              <a:spcBef>
                <a:spcPts val="0"/>
              </a:spcBef>
              <a:spcAft>
                <a:spcPts val="0"/>
              </a:spcAft>
              <a:buNone/>
            </a:pPr>
            <a:fld id="{00000000-1234-1234-1234-123412341234}" type="slidenum">
              <a:rPr lang="en-US" smtClean="0"/>
              <a:t>13</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8" name="Google Shape;778;p66"/>
          <p:cNvSpPr/>
          <p:nvPr/>
        </p:nvSpPr>
        <p:spPr>
          <a:xfrm>
            <a:off x="695325" y="2490865"/>
            <a:ext cx="5203800" cy="2952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850"/>
              <a:buFont typeface="Inter"/>
              <a:buNone/>
            </a:pPr>
            <a:r>
              <a:rPr lang="en-US" sz="1850" b="1" i="0" u="none" strike="noStrike" cap="none">
                <a:solidFill>
                  <a:schemeClr val="tx1"/>
                </a:solidFill>
                <a:latin typeface="Barlow" panose="00000500000000000000" pitchFamily="2" charset="0"/>
                <a:ea typeface="Inter"/>
                <a:cs typeface="Inter"/>
                <a:sym typeface="Inter"/>
              </a:rPr>
              <a:t>Limites identifiées</a:t>
            </a:r>
            <a:endParaRPr sz="1850" b="0" i="0" u="none" strike="noStrike" cap="none">
              <a:solidFill>
                <a:schemeClr val="tx1"/>
              </a:solidFill>
              <a:latin typeface="Barlow" panose="00000500000000000000" pitchFamily="2" charset="0"/>
              <a:ea typeface="Calibri"/>
              <a:cs typeface="Calibri"/>
              <a:sym typeface="Calibri"/>
            </a:endParaRPr>
          </a:p>
        </p:txBody>
      </p:sp>
      <p:sp>
        <p:nvSpPr>
          <p:cNvPr id="779" name="Google Shape;779;p66"/>
          <p:cNvSpPr/>
          <p:nvPr/>
        </p:nvSpPr>
        <p:spPr>
          <a:xfrm>
            <a:off x="488949" y="2777464"/>
            <a:ext cx="5203800" cy="2617500"/>
          </a:xfrm>
          <a:prstGeom prst="rect">
            <a:avLst/>
          </a:prstGeom>
          <a:noFill/>
          <a:ln>
            <a:noFill/>
          </a:ln>
        </p:spPr>
        <p:txBody>
          <a:bodyPr spcFirstLastPara="1" wrap="square" lIns="0" tIns="0" rIns="0" bIns="0" anchor="t" anchorCtr="0">
            <a:noAutofit/>
          </a:bodyPr>
          <a:lstStyle/>
          <a:p>
            <a:pPr marL="294640" marR="0" lvl="0" indent="-294640" algn="l" rtl="0">
              <a:lnSpc>
                <a:spcPct val="200000"/>
              </a:lnSpc>
              <a:spcBef>
                <a:spcPts val="0"/>
              </a:spcBef>
              <a:spcAft>
                <a:spcPts val="0"/>
              </a:spcAft>
              <a:buClr>
                <a:srgbClr val="272525"/>
              </a:buClr>
              <a:buSzPts val="1450"/>
              <a:buFont typeface="Inter"/>
              <a:buChar char="•"/>
            </a:pPr>
            <a:r>
              <a:rPr lang="en-US" sz="1450" b="0" i="0" u="none" strike="noStrike" cap="none" dirty="0">
                <a:solidFill>
                  <a:schemeClr val="tx1"/>
                </a:solidFill>
                <a:latin typeface="Barlow" panose="00000500000000000000" pitchFamily="2" charset="0"/>
                <a:ea typeface="Inter"/>
                <a:cs typeface="Inter"/>
                <a:sym typeface="Inter"/>
              </a:rPr>
              <a:t>Couverture </a:t>
            </a:r>
            <a:r>
              <a:rPr lang="en-US" sz="1450" b="0" i="0" u="none" strike="noStrike" cap="none" dirty="0" err="1">
                <a:solidFill>
                  <a:schemeClr val="tx1"/>
                </a:solidFill>
                <a:latin typeface="Barlow" panose="00000500000000000000" pitchFamily="2" charset="0"/>
                <a:ea typeface="Inter"/>
                <a:cs typeface="Inter"/>
                <a:sym typeface="Inter"/>
              </a:rPr>
              <a:t>documentaire</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limitée</a:t>
            </a:r>
            <a:r>
              <a:rPr lang="en-US" sz="1450" b="0" i="0" u="none" strike="noStrike" cap="none" dirty="0">
                <a:solidFill>
                  <a:schemeClr val="tx1"/>
                </a:solidFill>
                <a:latin typeface="Barlow" panose="00000500000000000000" pitchFamily="2" charset="0"/>
                <a:ea typeface="Inter"/>
                <a:cs typeface="Inter"/>
                <a:sym typeface="Inter"/>
              </a:rPr>
              <a:t> au corpus à disposition</a:t>
            </a:r>
            <a:endParaRPr sz="1450" b="0" i="0" u="none" strike="noStrike" cap="none" dirty="0">
              <a:solidFill>
                <a:schemeClr val="tx1"/>
              </a:solidFill>
              <a:latin typeface="Barlow" panose="00000500000000000000" pitchFamily="2" charset="0"/>
              <a:ea typeface="Calibri"/>
              <a:cs typeface="Calibri"/>
              <a:sym typeface="Calibri"/>
            </a:endParaRPr>
          </a:p>
          <a:p>
            <a:pPr marL="294640" marR="0" lvl="0" indent="-294640" algn="l" rtl="0">
              <a:lnSpc>
                <a:spcPct val="200000"/>
              </a:lnSpc>
              <a:spcBef>
                <a:spcPts val="0"/>
              </a:spcBef>
              <a:spcAft>
                <a:spcPts val="0"/>
              </a:spcAft>
              <a:buClr>
                <a:srgbClr val="272525"/>
              </a:buClr>
              <a:buSzPts val="1450"/>
              <a:buFont typeface="Inter"/>
              <a:buChar char="•"/>
            </a:pPr>
            <a:r>
              <a:rPr lang="fr-FR" sz="1450" b="0" i="0" u="none" strike="noStrike" cap="none" dirty="0">
                <a:solidFill>
                  <a:schemeClr val="tx1"/>
                </a:solidFill>
                <a:latin typeface="Barlow" panose="00000500000000000000" pitchFamily="2" charset="0"/>
                <a:ea typeface="Inter"/>
                <a:cs typeface="Inter"/>
                <a:sym typeface="Inter"/>
              </a:rPr>
              <a:t>Évaluation manuelle partielle</a:t>
            </a:r>
            <a:endParaRPr lang="fr-FR" sz="1450" b="0" i="0" u="none" strike="noStrike" cap="none" dirty="0">
              <a:solidFill>
                <a:schemeClr val="tx1"/>
              </a:solidFill>
              <a:latin typeface="Barlow" panose="00000500000000000000" pitchFamily="2" charset="0"/>
              <a:ea typeface="Calibri"/>
              <a:cs typeface="Calibri"/>
              <a:sym typeface="Calibri"/>
            </a:endParaRPr>
          </a:p>
          <a:p>
            <a:pPr marL="294640" marR="0" lvl="0" indent="-294640" algn="l" rtl="0">
              <a:lnSpc>
                <a:spcPct val="200000"/>
              </a:lnSpc>
              <a:spcBef>
                <a:spcPts val="0"/>
              </a:spcBef>
              <a:spcAft>
                <a:spcPts val="0"/>
              </a:spcAft>
              <a:buClr>
                <a:srgbClr val="272525"/>
              </a:buClr>
              <a:buSzPts val="1450"/>
              <a:buFont typeface="Inter"/>
              <a:buChar char="•"/>
            </a:pPr>
            <a:r>
              <a:rPr lang="en-US" sz="1450" b="0" i="0" u="none" strike="noStrike" cap="none" dirty="0" err="1">
                <a:solidFill>
                  <a:schemeClr val="tx1"/>
                </a:solidFill>
                <a:latin typeface="Barlow" panose="00000500000000000000" pitchFamily="2" charset="0"/>
                <a:ea typeface="Inter"/>
                <a:cs typeface="Inter"/>
                <a:sym typeface="Inter"/>
              </a:rPr>
              <a:t>Biais</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potentiels</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liés</a:t>
            </a:r>
            <a:r>
              <a:rPr lang="en-US" sz="1450" b="0" i="0" u="none" strike="noStrike" cap="none" dirty="0">
                <a:solidFill>
                  <a:schemeClr val="tx1"/>
                </a:solidFill>
                <a:latin typeface="Barlow" panose="00000500000000000000" pitchFamily="2" charset="0"/>
                <a:ea typeface="Inter"/>
                <a:cs typeface="Inter"/>
                <a:sym typeface="Inter"/>
              </a:rPr>
              <a:t> à la </a:t>
            </a:r>
            <a:r>
              <a:rPr lang="en-US" sz="1450" b="0" i="0" u="none" strike="noStrike" cap="none" dirty="0" err="1">
                <a:solidFill>
                  <a:schemeClr val="tx1"/>
                </a:solidFill>
                <a:latin typeface="Barlow" panose="00000500000000000000" pitchFamily="2" charset="0"/>
                <a:ea typeface="Inter"/>
                <a:cs typeface="Inter"/>
                <a:sym typeface="Inter"/>
              </a:rPr>
              <a:t>granularité</a:t>
            </a:r>
            <a:r>
              <a:rPr lang="en-US" sz="1450" b="0" i="0" u="none" strike="noStrike" cap="none" dirty="0">
                <a:solidFill>
                  <a:schemeClr val="tx1"/>
                </a:solidFill>
                <a:latin typeface="Barlow" panose="00000500000000000000" pitchFamily="2" charset="0"/>
                <a:ea typeface="Inter"/>
                <a:cs typeface="Inter"/>
                <a:sym typeface="Inter"/>
              </a:rPr>
              <a:t> du chunking </a:t>
            </a:r>
            <a:r>
              <a:rPr lang="en-US" sz="1450" b="0" i="0" u="none" strike="noStrike" cap="none" dirty="0" err="1">
                <a:solidFill>
                  <a:schemeClr val="tx1"/>
                </a:solidFill>
                <a:latin typeface="Barlow" panose="00000500000000000000" pitchFamily="2" charset="0"/>
                <a:ea typeface="Inter"/>
                <a:cs typeface="Inter"/>
                <a:sym typeface="Inter"/>
              </a:rPr>
              <a:t>vectoriel</a:t>
            </a:r>
            <a:endParaRPr sz="1450" b="0" i="0" u="none" strike="noStrike" cap="none" dirty="0">
              <a:solidFill>
                <a:schemeClr val="tx1"/>
              </a:solidFill>
              <a:latin typeface="Barlow" panose="00000500000000000000" pitchFamily="2" charset="0"/>
              <a:ea typeface="Calibri"/>
              <a:cs typeface="Calibri"/>
              <a:sym typeface="Calibri"/>
            </a:endParaRPr>
          </a:p>
        </p:txBody>
      </p:sp>
      <p:sp>
        <p:nvSpPr>
          <p:cNvPr id="780" name="Google Shape;780;p66"/>
          <p:cNvSpPr/>
          <p:nvPr/>
        </p:nvSpPr>
        <p:spPr>
          <a:xfrm>
            <a:off x="5927714" y="2490865"/>
            <a:ext cx="5203800" cy="2952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850"/>
              <a:buFont typeface="Inter"/>
              <a:buNone/>
            </a:pPr>
            <a:r>
              <a:rPr lang="en-US" sz="1850" b="1" i="0" u="none" strike="noStrike" cap="none" dirty="0">
                <a:solidFill>
                  <a:schemeClr val="tx1"/>
                </a:solidFill>
                <a:latin typeface="Barlow" panose="00000500000000000000" pitchFamily="2" charset="0"/>
                <a:ea typeface="Inter"/>
                <a:cs typeface="Inter"/>
                <a:sym typeface="Inter"/>
              </a:rPr>
              <a:t>Perspectives de recherche</a:t>
            </a:r>
            <a:endParaRPr sz="1850" b="0" i="0" u="none" strike="noStrike" cap="none" dirty="0">
              <a:solidFill>
                <a:schemeClr val="tx1"/>
              </a:solidFill>
              <a:latin typeface="Barlow" panose="00000500000000000000" pitchFamily="2" charset="0"/>
              <a:ea typeface="Calibri"/>
              <a:cs typeface="Calibri"/>
              <a:sym typeface="Calibri"/>
            </a:endParaRPr>
          </a:p>
        </p:txBody>
      </p:sp>
      <p:sp>
        <p:nvSpPr>
          <p:cNvPr id="781" name="Google Shape;781;p66"/>
          <p:cNvSpPr/>
          <p:nvPr/>
        </p:nvSpPr>
        <p:spPr>
          <a:xfrm>
            <a:off x="5721338" y="2772182"/>
            <a:ext cx="6081623" cy="2617500"/>
          </a:xfrm>
          <a:prstGeom prst="rect">
            <a:avLst/>
          </a:prstGeom>
          <a:noFill/>
          <a:ln>
            <a:noFill/>
          </a:ln>
        </p:spPr>
        <p:txBody>
          <a:bodyPr spcFirstLastPara="1" wrap="square" lIns="0" tIns="0" rIns="0" bIns="0" anchor="t" anchorCtr="0">
            <a:noAutofit/>
          </a:bodyPr>
          <a:lstStyle/>
          <a:p>
            <a:pPr marL="294640" marR="0" lvl="0" indent="-294640" algn="l" rtl="0">
              <a:lnSpc>
                <a:spcPct val="200000"/>
              </a:lnSpc>
              <a:spcBef>
                <a:spcPts val="0"/>
              </a:spcBef>
              <a:spcAft>
                <a:spcPts val="0"/>
              </a:spcAft>
              <a:buClr>
                <a:srgbClr val="272525"/>
              </a:buClr>
              <a:buSzPts val="1450"/>
              <a:buFont typeface="Inter"/>
              <a:buChar char="•"/>
            </a:pPr>
            <a:r>
              <a:rPr lang="en-US" sz="1450" b="0" i="0" u="none" strike="noStrike" cap="none" dirty="0">
                <a:solidFill>
                  <a:schemeClr val="tx1"/>
                </a:solidFill>
                <a:latin typeface="Barlow" panose="00000500000000000000" pitchFamily="2" charset="0"/>
                <a:ea typeface="Inter"/>
                <a:cs typeface="Inter"/>
                <a:sym typeface="Inter"/>
              </a:rPr>
              <a:t>Extension du cadre </a:t>
            </a:r>
            <a:r>
              <a:rPr lang="en-US" sz="1450" b="0" i="0" u="none" strike="noStrike" cap="none" dirty="0" err="1">
                <a:solidFill>
                  <a:schemeClr val="tx1"/>
                </a:solidFill>
                <a:latin typeface="Barlow" panose="00000500000000000000" pitchFamily="2" charset="0"/>
                <a:ea typeface="Inter"/>
                <a:cs typeface="Inter"/>
                <a:sym typeface="Inter"/>
              </a:rPr>
              <a:t>d'évaluation</a:t>
            </a:r>
            <a:r>
              <a:rPr lang="en-US" sz="1450" b="0" i="0" u="none" strike="noStrike" cap="none" dirty="0">
                <a:solidFill>
                  <a:schemeClr val="tx1"/>
                </a:solidFill>
                <a:latin typeface="Barlow" panose="00000500000000000000" pitchFamily="2" charset="0"/>
                <a:ea typeface="Inter"/>
                <a:cs typeface="Inter"/>
                <a:sym typeface="Inter"/>
              </a:rPr>
              <a:t> à </a:t>
            </a:r>
            <a:r>
              <a:rPr lang="en-US" sz="1450" b="0" i="0" u="none" strike="noStrike" cap="none" dirty="0" err="1">
                <a:solidFill>
                  <a:schemeClr val="tx1"/>
                </a:solidFill>
                <a:latin typeface="Barlow" panose="00000500000000000000" pitchFamily="2" charset="0"/>
                <a:ea typeface="Inter"/>
                <a:cs typeface="Inter"/>
                <a:sym typeface="Inter"/>
              </a:rPr>
              <a:t>d'autres</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systèmes</a:t>
            </a:r>
            <a:r>
              <a:rPr lang="en-US" sz="1450" b="0" i="0" u="none" strike="noStrike" cap="none" dirty="0">
                <a:solidFill>
                  <a:schemeClr val="tx1"/>
                </a:solidFill>
                <a:latin typeface="Barlow" panose="00000500000000000000" pitchFamily="2" charset="0"/>
                <a:ea typeface="Inter"/>
                <a:cs typeface="Inter"/>
                <a:sym typeface="Inter"/>
              </a:rPr>
              <a:t> RAG </a:t>
            </a:r>
            <a:r>
              <a:rPr lang="en-US" sz="1450" b="0" i="0" u="none" strike="noStrike" cap="none" dirty="0" err="1">
                <a:solidFill>
                  <a:schemeClr val="tx1"/>
                </a:solidFill>
                <a:latin typeface="Barlow" panose="00000500000000000000" pitchFamily="2" charset="0"/>
                <a:ea typeface="Inter"/>
                <a:cs typeface="Inter"/>
                <a:sym typeface="Inter"/>
              </a:rPr>
              <a:t>industriels</a:t>
            </a:r>
            <a:endParaRPr sz="1450" b="0" i="0" u="none" strike="noStrike" cap="none" dirty="0">
              <a:solidFill>
                <a:schemeClr val="tx1"/>
              </a:solidFill>
              <a:latin typeface="Barlow" panose="00000500000000000000" pitchFamily="2" charset="0"/>
              <a:ea typeface="Calibri"/>
              <a:cs typeface="Calibri"/>
              <a:sym typeface="Calibri"/>
            </a:endParaRPr>
          </a:p>
          <a:p>
            <a:pPr marL="294640" marR="0" lvl="0" indent="-294640" algn="l" rtl="0">
              <a:lnSpc>
                <a:spcPct val="200000"/>
              </a:lnSpc>
              <a:spcBef>
                <a:spcPts val="0"/>
              </a:spcBef>
              <a:spcAft>
                <a:spcPts val="0"/>
              </a:spcAft>
              <a:buClr>
                <a:srgbClr val="272525"/>
              </a:buClr>
              <a:buSzPts val="1450"/>
              <a:buFont typeface="Inter"/>
              <a:buChar char="•"/>
            </a:pPr>
            <a:r>
              <a:rPr lang="en-US" sz="1450" b="0" i="0" u="none" strike="noStrike" cap="none" dirty="0" err="1">
                <a:solidFill>
                  <a:schemeClr val="tx1"/>
                </a:solidFill>
                <a:latin typeface="Barlow" panose="00000500000000000000" pitchFamily="2" charset="0"/>
                <a:ea typeface="Inter"/>
                <a:cs typeface="Inter"/>
                <a:sym typeface="Inter"/>
              </a:rPr>
              <a:t>Automatisation</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complète</a:t>
            </a:r>
            <a:r>
              <a:rPr lang="en-US" sz="1450" b="0" i="0" u="none" strike="noStrike" cap="none" dirty="0">
                <a:solidFill>
                  <a:schemeClr val="tx1"/>
                </a:solidFill>
                <a:latin typeface="Barlow" panose="00000500000000000000" pitchFamily="2" charset="0"/>
                <a:ea typeface="Inter"/>
                <a:cs typeface="Inter"/>
                <a:sym typeface="Inter"/>
              </a:rPr>
              <a:t> du pipeline via agents </a:t>
            </a:r>
            <a:r>
              <a:rPr lang="en-US" sz="1450" b="0" i="0" u="none" strike="noStrike" cap="none" dirty="0" err="1">
                <a:solidFill>
                  <a:schemeClr val="tx1"/>
                </a:solidFill>
                <a:latin typeface="Barlow" panose="00000500000000000000" pitchFamily="2" charset="0"/>
                <a:ea typeface="Inter"/>
                <a:cs typeface="Inter"/>
                <a:sym typeface="Inter"/>
              </a:rPr>
              <a:t>d'évaluation</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autonomes</a:t>
            </a:r>
            <a:endParaRPr sz="1450" b="0" i="0" u="none" strike="noStrike" cap="none" dirty="0">
              <a:solidFill>
                <a:schemeClr val="tx1"/>
              </a:solidFill>
              <a:latin typeface="Barlow" panose="00000500000000000000" pitchFamily="2" charset="0"/>
              <a:ea typeface="Calibri"/>
              <a:cs typeface="Calibri"/>
              <a:sym typeface="Calibri"/>
            </a:endParaRPr>
          </a:p>
          <a:p>
            <a:pPr marL="294640" marR="0" lvl="0" indent="-294640" algn="l" rtl="0">
              <a:lnSpc>
                <a:spcPct val="200000"/>
              </a:lnSpc>
              <a:spcBef>
                <a:spcPts val="0"/>
              </a:spcBef>
              <a:spcAft>
                <a:spcPts val="0"/>
              </a:spcAft>
              <a:buClr>
                <a:srgbClr val="272525"/>
              </a:buClr>
              <a:buSzPts val="1450"/>
              <a:buFont typeface="Inter"/>
              <a:buChar char="•"/>
            </a:pPr>
            <a:r>
              <a:rPr lang="en-US" sz="1450" b="0" i="0" u="none" strike="noStrike" cap="none" dirty="0" err="1">
                <a:solidFill>
                  <a:schemeClr val="tx1"/>
                </a:solidFill>
                <a:latin typeface="Barlow" panose="00000500000000000000" pitchFamily="2" charset="0"/>
                <a:ea typeface="Inter"/>
                <a:cs typeface="Inter"/>
                <a:sym typeface="Inter"/>
              </a:rPr>
              <a:t>Travailler</a:t>
            </a:r>
            <a:r>
              <a:rPr lang="en-US" sz="1450" b="0" i="0" u="none" strike="noStrike" cap="none" dirty="0">
                <a:solidFill>
                  <a:schemeClr val="tx1"/>
                </a:solidFill>
                <a:latin typeface="Barlow" panose="00000500000000000000" pitchFamily="2" charset="0"/>
                <a:ea typeface="Inter"/>
                <a:cs typeface="Inter"/>
                <a:sym typeface="Inter"/>
              </a:rPr>
              <a:t> sur la </a:t>
            </a:r>
            <a:r>
              <a:rPr lang="en-US" sz="1450" b="0" i="0" u="none" strike="noStrike" cap="none" dirty="0" err="1">
                <a:solidFill>
                  <a:schemeClr val="tx1"/>
                </a:solidFill>
                <a:latin typeface="Barlow" panose="00000500000000000000" pitchFamily="2" charset="0"/>
                <a:ea typeface="Inter"/>
                <a:cs typeface="Inter"/>
                <a:sym typeface="Inter"/>
              </a:rPr>
              <a:t>détection</a:t>
            </a:r>
            <a:r>
              <a:rPr lang="en-US" sz="1450" b="0" i="0" u="none" strike="noStrike" cap="none" dirty="0">
                <a:solidFill>
                  <a:schemeClr val="tx1"/>
                </a:solidFill>
                <a:latin typeface="Barlow" panose="00000500000000000000" pitchFamily="2" charset="0"/>
                <a:ea typeface="Inter"/>
                <a:cs typeface="Inter"/>
                <a:sym typeface="Inter"/>
              </a:rPr>
              <a:t> de </a:t>
            </a:r>
            <a:r>
              <a:rPr lang="en-US" sz="1450" b="0" i="0" u="none" strike="noStrike" cap="none" dirty="0" err="1">
                <a:solidFill>
                  <a:schemeClr val="tx1"/>
                </a:solidFill>
                <a:latin typeface="Barlow" panose="00000500000000000000" pitchFamily="2" charset="0"/>
                <a:ea typeface="Inter"/>
                <a:cs typeface="Inter"/>
                <a:sym typeface="Inter"/>
              </a:rPr>
              <a:t>biais</a:t>
            </a:r>
            <a:endParaRPr sz="1450" b="0" i="0" u="none" strike="noStrike" cap="none" dirty="0">
              <a:solidFill>
                <a:schemeClr val="tx1"/>
              </a:solidFill>
              <a:latin typeface="Barlow" panose="00000500000000000000" pitchFamily="2" charset="0"/>
              <a:ea typeface="Calibri"/>
              <a:cs typeface="Calibri"/>
              <a:sym typeface="Calibri"/>
            </a:endParaRPr>
          </a:p>
        </p:txBody>
      </p:sp>
      <p:sp>
        <p:nvSpPr>
          <p:cNvPr id="782" name="Google Shape;782;p66"/>
          <p:cNvSpPr/>
          <p:nvPr/>
        </p:nvSpPr>
        <p:spPr>
          <a:xfrm>
            <a:off x="661475" y="5009185"/>
            <a:ext cx="10868700" cy="664246"/>
          </a:xfrm>
          <a:prstGeom prst="roundRect">
            <a:avLst>
              <a:gd name="adj" fmla="val 7501"/>
            </a:avLst>
          </a:prstGeom>
          <a:solidFill>
            <a:srgbClr val="DADB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pic>
        <p:nvPicPr>
          <p:cNvPr id="783" name="Google Shape;783;p66" descr="preencoded.png"/>
          <p:cNvPicPr preferRelativeResize="0"/>
          <p:nvPr/>
        </p:nvPicPr>
        <p:blipFill rotWithShape="1">
          <a:blip r:embed="rId3">
            <a:alphaModFix/>
          </a:blip>
          <a:srcRect/>
          <a:stretch/>
        </p:blipFill>
        <p:spPr>
          <a:xfrm>
            <a:off x="859005" y="5119552"/>
            <a:ext cx="236234" cy="189012"/>
          </a:xfrm>
          <a:prstGeom prst="rect">
            <a:avLst/>
          </a:prstGeom>
          <a:noFill/>
          <a:ln>
            <a:noFill/>
          </a:ln>
        </p:spPr>
      </p:pic>
      <p:sp>
        <p:nvSpPr>
          <p:cNvPr id="784" name="Google Shape;784;p66"/>
          <p:cNvSpPr/>
          <p:nvPr/>
        </p:nvSpPr>
        <p:spPr>
          <a:xfrm>
            <a:off x="1284246" y="5026437"/>
            <a:ext cx="10065600" cy="6048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00000"/>
              </a:buClr>
              <a:buSzPts val="1450"/>
              <a:buFont typeface="Inter"/>
              <a:buNone/>
            </a:pPr>
            <a:r>
              <a:rPr lang="en-US" sz="1450" b="0" i="0" u="none" strike="noStrike" cap="none" dirty="0">
                <a:solidFill>
                  <a:schemeClr val="tx1"/>
                </a:solidFill>
                <a:latin typeface="Barlow" panose="00000500000000000000" pitchFamily="2" charset="0"/>
                <a:ea typeface="Inter"/>
                <a:cs typeface="Inter"/>
                <a:sym typeface="Inter"/>
              </a:rPr>
              <a:t>Cadre </a:t>
            </a:r>
            <a:r>
              <a:rPr lang="en-US" sz="1450" b="0" i="0" u="none" strike="noStrike" cap="none" dirty="0" err="1">
                <a:solidFill>
                  <a:schemeClr val="tx1"/>
                </a:solidFill>
                <a:latin typeface="Barlow" panose="00000500000000000000" pitchFamily="2" charset="0"/>
                <a:ea typeface="Inter"/>
                <a:cs typeface="Inter"/>
                <a:sym typeface="Inter"/>
              </a:rPr>
              <a:t>méthodologique</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transférable</a:t>
            </a:r>
            <a:r>
              <a:rPr lang="en-US" sz="1450" b="0" i="0" u="none" strike="noStrike" cap="none" dirty="0">
                <a:solidFill>
                  <a:schemeClr val="tx1"/>
                </a:solidFill>
                <a:latin typeface="Barlow" panose="00000500000000000000" pitchFamily="2" charset="0"/>
                <a:ea typeface="Inter"/>
                <a:cs typeface="Inter"/>
                <a:sym typeface="Inter"/>
              </a:rPr>
              <a:t> à </a:t>
            </a:r>
            <a:r>
              <a:rPr lang="en-US" sz="1450" b="0" i="0" u="none" strike="noStrike" cap="none" dirty="0" err="1">
                <a:solidFill>
                  <a:schemeClr val="tx1"/>
                </a:solidFill>
                <a:latin typeface="Barlow" panose="00000500000000000000" pitchFamily="2" charset="0"/>
                <a:ea typeface="Inter"/>
                <a:cs typeface="Inter"/>
                <a:sym typeface="Inter"/>
              </a:rPr>
              <a:t>d'autres</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contextes</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industriels</a:t>
            </a:r>
            <a:r>
              <a:rPr lang="en-US" sz="1450" b="0" i="0" u="none" strike="noStrike" cap="none" dirty="0">
                <a:solidFill>
                  <a:schemeClr val="tx1"/>
                </a:solidFill>
                <a:latin typeface="Barlow" panose="00000500000000000000" pitchFamily="2" charset="0"/>
                <a:ea typeface="Inter"/>
                <a:cs typeface="Inter"/>
                <a:sym typeface="Inter"/>
              </a:rPr>
              <a:t> critiques sous </a:t>
            </a:r>
            <a:r>
              <a:rPr lang="en-US" sz="1450" b="0" i="0" u="none" strike="noStrike" cap="none" dirty="0" err="1">
                <a:solidFill>
                  <a:schemeClr val="tx1"/>
                </a:solidFill>
                <a:latin typeface="Barlow" panose="00000500000000000000" pitchFamily="2" charset="0"/>
                <a:ea typeface="Inter"/>
                <a:cs typeface="Inter"/>
                <a:sym typeface="Inter"/>
              </a:rPr>
              <a:t>réserve</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d'adaptation</a:t>
            </a:r>
            <a:r>
              <a:rPr lang="en-US" sz="1450" b="0" i="0" u="none" strike="noStrike" cap="none" dirty="0">
                <a:solidFill>
                  <a:schemeClr val="tx1"/>
                </a:solidFill>
                <a:latin typeface="Barlow" panose="00000500000000000000" pitchFamily="2" charset="0"/>
                <a:ea typeface="Inter"/>
                <a:cs typeface="Inter"/>
                <a:sym typeface="Inter"/>
              </a:rPr>
              <a:t> des </a:t>
            </a:r>
            <a:r>
              <a:rPr lang="en-US" sz="1450" b="0" i="0" u="none" strike="noStrike" cap="none" dirty="0" err="1">
                <a:solidFill>
                  <a:schemeClr val="tx1"/>
                </a:solidFill>
                <a:latin typeface="Barlow" panose="00000500000000000000" pitchFamily="2" charset="0"/>
                <a:ea typeface="Inter"/>
                <a:cs typeface="Inter"/>
                <a:sym typeface="Inter"/>
              </a:rPr>
              <a:t>seuils</a:t>
            </a:r>
            <a:r>
              <a:rPr lang="en-US" sz="1450" b="0" i="0" u="none" strike="noStrike" cap="none" dirty="0">
                <a:solidFill>
                  <a:schemeClr val="tx1"/>
                </a:solidFill>
                <a:latin typeface="Barlow" panose="00000500000000000000" pitchFamily="2" charset="0"/>
                <a:ea typeface="Inter"/>
                <a:cs typeface="Inter"/>
                <a:sym typeface="Inter"/>
              </a:rPr>
              <a:t> de </a:t>
            </a:r>
            <a:r>
              <a:rPr lang="en-US" sz="1450" b="0" i="0" u="none" strike="noStrike" cap="none" dirty="0" err="1">
                <a:solidFill>
                  <a:schemeClr val="tx1"/>
                </a:solidFill>
                <a:latin typeface="Barlow" panose="00000500000000000000" pitchFamily="2" charset="0"/>
                <a:ea typeface="Inter"/>
                <a:cs typeface="Inter"/>
                <a:sym typeface="Inter"/>
              </a:rPr>
              <a:t>référence</a:t>
            </a:r>
            <a:r>
              <a:rPr lang="en-US" sz="1450" b="0" i="0" u="none" strike="noStrike" cap="none" dirty="0">
                <a:solidFill>
                  <a:schemeClr val="tx1"/>
                </a:solidFill>
                <a:latin typeface="Barlow" panose="00000500000000000000" pitchFamily="2" charset="0"/>
                <a:ea typeface="Inter"/>
                <a:cs typeface="Inter"/>
                <a:sym typeface="Inter"/>
              </a:rPr>
              <a:t>.</a:t>
            </a:r>
            <a:endParaRPr sz="1450" b="0" i="0" u="none" strike="noStrike" cap="none" dirty="0">
              <a:solidFill>
                <a:schemeClr val="tx1"/>
              </a:solidFill>
              <a:latin typeface="Barlow" panose="00000500000000000000" pitchFamily="2" charset="0"/>
              <a:ea typeface="Calibri"/>
              <a:cs typeface="Calibri"/>
              <a:sym typeface="Calibri"/>
            </a:endParaRPr>
          </a:p>
        </p:txBody>
      </p:sp>
      <p:sp>
        <p:nvSpPr>
          <p:cNvPr id="3" name="Espace réservé du texte 2">
            <a:extLst>
              <a:ext uri="{FF2B5EF4-FFF2-40B4-BE49-F238E27FC236}">
                <a16:creationId xmlns:a16="http://schemas.microsoft.com/office/drawing/2014/main" id="{9708273F-FEEE-D7EE-F6E3-3592AEFA7BA2}"/>
              </a:ext>
            </a:extLst>
          </p:cNvPr>
          <p:cNvSpPr>
            <a:spLocks noGrp="1"/>
          </p:cNvSpPr>
          <p:nvPr>
            <p:ph type="body" idx="1"/>
          </p:nvPr>
        </p:nvSpPr>
        <p:spPr/>
        <p:txBody>
          <a:bodyPr/>
          <a:lstStyle/>
          <a:p>
            <a:endParaRPr lang="fr-FR">
              <a:solidFill>
                <a:schemeClr val="tx1"/>
              </a:solidFill>
              <a:latin typeface="Barlow" panose="00000500000000000000" pitchFamily="2" charset="0"/>
            </a:endParaRPr>
          </a:p>
        </p:txBody>
      </p:sp>
      <p:sp>
        <p:nvSpPr>
          <p:cNvPr id="4" name="Google Shape;545;p55">
            <a:extLst>
              <a:ext uri="{FF2B5EF4-FFF2-40B4-BE49-F238E27FC236}">
                <a16:creationId xmlns:a16="http://schemas.microsoft.com/office/drawing/2014/main" id="{2380135D-ABE9-8B29-7F77-BA990D43EEE1}"/>
              </a:ext>
            </a:extLst>
          </p:cNvPr>
          <p:cNvSpPr/>
          <p:nvPr/>
        </p:nvSpPr>
        <p:spPr>
          <a:xfrm>
            <a:off x="695325" y="742461"/>
            <a:ext cx="11520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400" b="1" dirty="0" err="1">
                <a:solidFill>
                  <a:schemeClr val="tx1"/>
                </a:solidFill>
                <a:latin typeface="Barlow" panose="00000500000000000000" pitchFamily="2" charset="0"/>
                <a:sym typeface="Patrick Hand"/>
              </a:rPr>
              <a:t>Limites</a:t>
            </a:r>
            <a:r>
              <a:rPr lang="en-US" sz="2400" b="1" dirty="0">
                <a:solidFill>
                  <a:schemeClr val="tx1"/>
                </a:solidFill>
                <a:latin typeface="Barlow" panose="00000500000000000000" pitchFamily="2" charset="0"/>
                <a:sym typeface="Patrick Hand"/>
              </a:rPr>
              <a:t> &amp; Perspectives</a:t>
            </a:r>
            <a:endParaRPr sz="2400" b="1" dirty="0">
              <a:solidFill>
                <a:schemeClr val="tx1"/>
              </a:solidFill>
              <a:latin typeface="Barlow" panose="00000500000000000000" pitchFamily="2" charset="0"/>
              <a:sym typeface="Calibri"/>
            </a:endParaRPr>
          </a:p>
        </p:txBody>
      </p:sp>
      <p:sp>
        <p:nvSpPr>
          <p:cNvPr id="2" name="Slide Number Placeholder 2">
            <a:extLst>
              <a:ext uri="{FF2B5EF4-FFF2-40B4-BE49-F238E27FC236}">
                <a16:creationId xmlns:a16="http://schemas.microsoft.com/office/drawing/2014/main" id="{9F7A342C-9395-640C-12D5-60BE35E30B1D}"/>
              </a:ext>
            </a:extLst>
          </p:cNvPr>
          <p:cNvSpPr>
            <a:spLocks noGrp="1"/>
          </p:cNvSpPr>
          <p:nvPr>
            <p:ph type="sldNum" idx="12"/>
          </p:nvPr>
        </p:nvSpPr>
        <p:spPr>
          <a:xfrm>
            <a:off x="11349846" y="6321114"/>
            <a:ext cx="508500" cy="381500"/>
          </a:xfrm>
        </p:spPr>
        <p:txBody>
          <a:bodyPr/>
          <a:lstStyle/>
          <a:p>
            <a:pPr marL="0" lvl="0" indent="0" algn="l" rtl="0">
              <a:spcBef>
                <a:spcPts val="0"/>
              </a:spcBef>
              <a:spcAft>
                <a:spcPts val="0"/>
              </a:spcAft>
              <a:buNone/>
            </a:pPr>
            <a:fld id="{00000000-1234-1234-1234-123412341234}" type="slidenum">
              <a:rPr lang="en-US" smtClean="0"/>
              <a:t>14</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1" name="Google Shape;791;p67"/>
          <p:cNvSpPr/>
          <p:nvPr/>
        </p:nvSpPr>
        <p:spPr>
          <a:xfrm>
            <a:off x="832297" y="3092175"/>
            <a:ext cx="25500" cy="1332600"/>
          </a:xfrm>
          <a:prstGeom prst="roundRect">
            <a:avLst>
              <a:gd name="adj" fmla="val 60001"/>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792" name="Google Shape;792;p67"/>
          <p:cNvSpPr/>
          <p:nvPr/>
        </p:nvSpPr>
        <p:spPr>
          <a:xfrm>
            <a:off x="1115797" y="3479113"/>
            <a:ext cx="10585200" cy="9072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272525"/>
              </a:buClr>
              <a:buSzPts val="1450"/>
              <a:buFont typeface="Inter"/>
              <a:buNone/>
            </a:pPr>
            <a:r>
              <a:rPr lang="en-US" sz="1450" b="0" i="0" u="none" strike="noStrike" cap="none" dirty="0">
                <a:solidFill>
                  <a:schemeClr val="tx1"/>
                </a:solidFill>
                <a:latin typeface="Barlow" panose="00000500000000000000" pitchFamily="2" charset="0"/>
                <a:ea typeface="Inter"/>
                <a:cs typeface="Inter"/>
                <a:sym typeface="Inter"/>
              </a:rPr>
              <a:t>ScribBERT </a:t>
            </a:r>
            <a:r>
              <a:rPr lang="en-US" sz="1450" b="0" i="0" u="none" strike="noStrike" cap="none" dirty="0" err="1">
                <a:solidFill>
                  <a:schemeClr val="tx1"/>
                </a:solidFill>
                <a:latin typeface="Barlow" panose="00000500000000000000" pitchFamily="2" charset="0"/>
                <a:ea typeface="Inter"/>
                <a:cs typeface="Inter"/>
                <a:sym typeface="Inter"/>
              </a:rPr>
              <a:t>démontre</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qu'un</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système</a:t>
            </a:r>
            <a:r>
              <a:rPr lang="en-US" sz="1450" b="0" i="0" u="none" strike="noStrike" cap="none" dirty="0">
                <a:solidFill>
                  <a:schemeClr val="tx1"/>
                </a:solidFill>
                <a:latin typeface="Barlow" panose="00000500000000000000" pitchFamily="2" charset="0"/>
                <a:ea typeface="Inter"/>
                <a:cs typeface="Inter"/>
                <a:sym typeface="Inter"/>
              </a:rPr>
              <a:t> RAG </a:t>
            </a:r>
            <a:r>
              <a:rPr lang="en-US" sz="1450" b="0" i="0" u="none" strike="noStrike" cap="none" dirty="0" err="1">
                <a:solidFill>
                  <a:schemeClr val="tx1"/>
                </a:solidFill>
                <a:latin typeface="Barlow" panose="00000500000000000000" pitchFamily="2" charset="0"/>
                <a:ea typeface="Inter"/>
                <a:cs typeface="Inter"/>
                <a:sym typeface="Inter"/>
              </a:rPr>
              <a:t>peut</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atteindre</a:t>
            </a:r>
            <a:r>
              <a:rPr lang="en-US" sz="1450" b="0" i="0" u="none" strike="noStrike" cap="none" dirty="0">
                <a:solidFill>
                  <a:schemeClr val="tx1"/>
                </a:solidFill>
                <a:latin typeface="Barlow" panose="00000500000000000000" pitchFamily="2" charset="0"/>
                <a:ea typeface="Inter"/>
                <a:cs typeface="Inter"/>
                <a:sym typeface="Inter"/>
              </a:rPr>
              <a:t> un </a:t>
            </a:r>
            <a:r>
              <a:rPr lang="en-US" sz="1450" b="0" i="0" u="none" strike="noStrike" cap="none" dirty="0" err="1">
                <a:solidFill>
                  <a:schemeClr val="tx1"/>
                </a:solidFill>
                <a:latin typeface="Barlow" panose="00000500000000000000" pitchFamily="2" charset="0"/>
                <a:ea typeface="Inter"/>
                <a:cs typeface="Inter"/>
                <a:sym typeface="Inter"/>
              </a:rPr>
              <a:t>niveau</a:t>
            </a:r>
            <a:r>
              <a:rPr lang="en-US" sz="1450" b="0" i="0" u="none" strike="noStrike" cap="none" dirty="0">
                <a:solidFill>
                  <a:schemeClr val="tx1"/>
                </a:solidFill>
                <a:latin typeface="Barlow" panose="00000500000000000000" pitchFamily="2" charset="0"/>
                <a:ea typeface="Inter"/>
                <a:cs typeface="Inter"/>
                <a:sym typeface="Inter"/>
              </a:rPr>
              <a:t> de </a:t>
            </a:r>
            <a:r>
              <a:rPr lang="en-US" sz="1450" b="0" i="0" u="none" strike="noStrike" cap="none" dirty="0" err="1">
                <a:solidFill>
                  <a:schemeClr val="tx1"/>
                </a:solidFill>
                <a:latin typeface="Barlow" panose="00000500000000000000" pitchFamily="2" charset="0"/>
                <a:ea typeface="Inter"/>
                <a:cs typeface="Inter"/>
                <a:sym typeface="Inter"/>
              </a:rPr>
              <a:t>fiabilité</a:t>
            </a:r>
            <a:r>
              <a:rPr lang="en-US" sz="1450" b="0" i="0" u="none" strike="noStrike" cap="none" dirty="0">
                <a:solidFill>
                  <a:schemeClr val="tx1"/>
                </a:solidFill>
                <a:latin typeface="Barlow" panose="00000500000000000000" pitchFamily="2" charset="0"/>
                <a:ea typeface="Inter"/>
                <a:cs typeface="Inter"/>
                <a:sym typeface="Inter"/>
              </a:rPr>
              <a:t>, de </a:t>
            </a:r>
            <a:r>
              <a:rPr lang="en-US" sz="1450" b="0" i="0" u="none" strike="noStrike" cap="none" dirty="0" err="1">
                <a:solidFill>
                  <a:schemeClr val="tx1"/>
                </a:solidFill>
                <a:latin typeface="Barlow" panose="00000500000000000000" pitchFamily="2" charset="0"/>
                <a:ea typeface="Inter"/>
                <a:cs typeface="Inter"/>
                <a:sym typeface="Inter"/>
              </a:rPr>
              <a:t>stabilité</a:t>
            </a:r>
            <a:r>
              <a:rPr lang="en-US" sz="1450" b="0" i="0" u="none" strike="noStrike" cap="none" dirty="0">
                <a:solidFill>
                  <a:schemeClr val="tx1"/>
                </a:solidFill>
                <a:latin typeface="Barlow" panose="00000500000000000000" pitchFamily="2" charset="0"/>
                <a:ea typeface="Inter"/>
                <a:cs typeface="Inter"/>
                <a:sym typeface="Inter"/>
              </a:rPr>
              <a:t> et de </a:t>
            </a:r>
            <a:r>
              <a:rPr lang="en-US" sz="1450" b="0" i="0" u="none" strike="noStrike" cap="none" dirty="0" err="1">
                <a:solidFill>
                  <a:schemeClr val="tx1"/>
                </a:solidFill>
                <a:latin typeface="Barlow" panose="00000500000000000000" pitchFamily="2" charset="0"/>
                <a:ea typeface="Inter"/>
                <a:cs typeface="Inter"/>
                <a:sym typeface="Inter"/>
              </a:rPr>
              <a:t>traçabilité</a:t>
            </a:r>
            <a:r>
              <a:rPr lang="en-US" sz="1450" b="0" i="0" u="none" strike="noStrike" cap="none" dirty="0">
                <a:solidFill>
                  <a:schemeClr val="tx1"/>
                </a:solidFill>
                <a:latin typeface="Barlow" panose="00000500000000000000" pitchFamily="2" charset="0"/>
                <a:ea typeface="Inter"/>
                <a:cs typeface="Inter"/>
                <a:sym typeface="Inter"/>
              </a:rPr>
              <a:t> compatible avec les exigences d'un </a:t>
            </a:r>
            <a:r>
              <a:rPr lang="en-US" sz="1450" b="0" i="0" u="none" strike="noStrike" cap="none" dirty="0" err="1">
                <a:solidFill>
                  <a:schemeClr val="tx1"/>
                </a:solidFill>
                <a:latin typeface="Barlow" panose="00000500000000000000" pitchFamily="2" charset="0"/>
                <a:ea typeface="Inter"/>
                <a:cs typeface="Inter"/>
                <a:sym typeface="Inter"/>
              </a:rPr>
              <a:t>contexte</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industriel</a:t>
            </a:r>
            <a:r>
              <a:rPr lang="en-US" sz="1450" b="0" i="0" u="none" strike="noStrike" cap="none" dirty="0">
                <a:solidFill>
                  <a:schemeClr val="tx1"/>
                </a:solidFill>
                <a:latin typeface="Barlow" panose="00000500000000000000" pitchFamily="2" charset="0"/>
                <a:ea typeface="Inter"/>
                <a:cs typeface="Inter"/>
                <a:sym typeface="Inter"/>
              </a:rPr>
              <a:t> critique,  à condition </a:t>
            </a:r>
            <a:r>
              <a:rPr lang="en-US" sz="1450" b="0" i="0" u="none" strike="noStrike" cap="none" dirty="0" err="1">
                <a:solidFill>
                  <a:schemeClr val="tx1"/>
                </a:solidFill>
                <a:latin typeface="Barlow" panose="00000500000000000000" pitchFamily="2" charset="0"/>
                <a:ea typeface="Inter"/>
                <a:cs typeface="Inter"/>
                <a:sym typeface="Inter"/>
              </a:rPr>
              <a:t>d'une</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évaluation</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multidimensionnelle</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rigoureuse</a:t>
            </a:r>
            <a:r>
              <a:rPr lang="en-US" sz="1450" b="0" i="0" u="none" strike="noStrike" cap="none" dirty="0">
                <a:solidFill>
                  <a:schemeClr val="tx1"/>
                </a:solidFill>
                <a:latin typeface="Barlow" panose="00000500000000000000" pitchFamily="2" charset="0"/>
                <a:ea typeface="Inter"/>
                <a:cs typeface="Inter"/>
                <a:sym typeface="Inter"/>
              </a:rPr>
              <a:t> et continue.</a:t>
            </a:r>
            <a:endParaRPr sz="1450" b="0" i="0" u="none" strike="noStrike" cap="none" dirty="0">
              <a:solidFill>
                <a:schemeClr val="tx1"/>
              </a:solidFill>
              <a:latin typeface="Barlow" panose="00000500000000000000" pitchFamily="2" charset="0"/>
              <a:ea typeface="Calibri"/>
              <a:cs typeface="Calibri"/>
              <a:sym typeface="Calibri"/>
            </a:endParaRPr>
          </a:p>
        </p:txBody>
      </p:sp>
      <p:sp>
        <p:nvSpPr>
          <p:cNvPr id="5" name="Espace réservé du texte 4">
            <a:extLst>
              <a:ext uri="{FF2B5EF4-FFF2-40B4-BE49-F238E27FC236}">
                <a16:creationId xmlns:a16="http://schemas.microsoft.com/office/drawing/2014/main" id="{B7060CC1-F8F4-7A53-6C3A-F9FEDB6FA8C3}"/>
              </a:ext>
            </a:extLst>
          </p:cNvPr>
          <p:cNvSpPr>
            <a:spLocks noGrp="1"/>
          </p:cNvSpPr>
          <p:nvPr>
            <p:ph type="body" idx="1"/>
          </p:nvPr>
        </p:nvSpPr>
        <p:spPr/>
        <p:txBody>
          <a:bodyPr/>
          <a:lstStyle/>
          <a:p>
            <a:endParaRPr lang="fr-FR">
              <a:solidFill>
                <a:schemeClr val="tx1"/>
              </a:solidFill>
              <a:latin typeface="Barlow" panose="00000500000000000000" pitchFamily="2" charset="0"/>
            </a:endParaRPr>
          </a:p>
        </p:txBody>
      </p:sp>
      <p:sp>
        <p:nvSpPr>
          <p:cNvPr id="7" name="Google Shape;545;p55">
            <a:extLst>
              <a:ext uri="{FF2B5EF4-FFF2-40B4-BE49-F238E27FC236}">
                <a16:creationId xmlns:a16="http://schemas.microsoft.com/office/drawing/2014/main" id="{A29A64C8-6C5F-72CE-A0AB-A51A7C8AE265}"/>
              </a:ext>
            </a:extLst>
          </p:cNvPr>
          <p:cNvSpPr/>
          <p:nvPr/>
        </p:nvSpPr>
        <p:spPr>
          <a:xfrm>
            <a:off x="695325" y="742461"/>
            <a:ext cx="11520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400" b="1" dirty="0">
                <a:solidFill>
                  <a:schemeClr val="tx1"/>
                </a:solidFill>
                <a:latin typeface="Barlow" panose="00000500000000000000" pitchFamily="2" charset="0"/>
                <a:sym typeface="Patrick Hand"/>
              </a:rPr>
              <a:t>Conclusion</a:t>
            </a:r>
            <a:endParaRPr sz="2400" b="1" dirty="0">
              <a:solidFill>
                <a:schemeClr val="tx1"/>
              </a:solidFill>
              <a:latin typeface="Barlow" panose="00000500000000000000" pitchFamily="2" charset="0"/>
              <a:sym typeface="Calibri"/>
            </a:endParaRPr>
          </a:p>
        </p:txBody>
      </p:sp>
      <p:sp>
        <p:nvSpPr>
          <p:cNvPr id="2" name="Slide Number Placeholder 2">
            <a:extLst>
              <a:ext uri="{FF2B5EF4-FFF2-40B4-BE49-F238E27FC236}">
                <a16:creationId xmlns:a16="http://schemas.microsoft.com/office/drawing/2014/main" id="{4231893E-1118-D8DD-FFF8-25C0640ECB56}"/>
              </a:ext>
            </a:extLst>
          </p:cNvPr>
          <p:cNvSpPr>
            <a:spLocks noGrp="1"/>
          </p:cNvSpPr>
          <p:nvPr>
            <p:ph type="sldNum" idx="12"/>
          </p:nvPr>
        </p:nvSpPr>
        <p:spPr>
          <a:xfrm>
            <a:off x="11349846" y="6321114"/>
            <a:ext cx="508500" cy="381500"/>
          </a:xfrm>
        </p:spPr>
        <p:txBody>
          <a:bodyPr/>
          <a:lstStyle/>
          <a:p>
            <a:pPr marL="0" lvl="0" indent="0" algn="l" rtl="0">
              <a:spcBef>
                <a:spcPts val="0"/>
              </a:spcBef>
              <a:spcAft>
                <a:spcPts val="0"/>
              </a:spcAft>
              <a:buNone/>
            </a:pPr>
            <a:fld id="{00000000-1234-1234-1234-123412341234}" type="slidenum">
              <a:rPr lang="en-US" smtClean="0"/>
              <a:t>15</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S1 - Atelier">
  <a:themeElements>
    <a:clrScheme name="Bouygues Construction">
      <a:dk1>
        <a:srgbClr val="000000"/>
      </a:dk1>
      <a:lt1>
        <a:srgbClr val="FFFFFF"/>
      </a:lt1>
      <a:dk2>
        <a:srgbClr val="102031"/>
      </a:dk2>
      <a:lt2>
        <a:srgbClr val="E75113"/>
      </a:lt2>
      <a:accent1>
        <a:srgbClr val="309BB2"/>
      </a:accent1>
      <a:accent2>
        <a:srgbClr val="FAB82F"/>
      </a:accent2>
      <a:accent3>
        <a:srgbClr val="096D6D"/>
      </a:accent3>
      <a:accent4>
        <a:srgbClr val="93C97B"/>
      </a:accent4>
      <a:accent5>
        <a:srgbClr val="878787"/>
      </a:accent5>
      <a:accent6>
        <a:srgbClr val="102031"/>
      </a:accent6>
      <a:hlink>
        <a:srgbClr val="6B8DE7"/>
      </a:hlink>
      <a:folHlink>
        <a:srgbClr val="10203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fdd9a14-7b84-416b-97e8-b834b0f98713}" enabled="1" method="Standard" siteId="{4a3d9983-e936-4837-9552-9d9126a92eb0}" removed="0"/>
</clbl:labelList>
</file>

<file path=docProps/app.xml><?xml version="1.0" encoding="utf-8"?>
<Properties xmlns="http://schemas.openxmlformats.org/officeDocument/2006/extended-properties" xmlns:vt="http://schemas.openxmlformats.org/officeDocument/2006/docPropsVTypes">
  <Template>S1 - Atelier</Template>
  <TotalTime>1304</TotalTime>
  <Words>5569</Words>
  <Application>Microsoft Office PowerPoint</Application>
  <PresentationFormat>Widescreen</PresentationFormat>
  <Paragraphs>469</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Inter</vt:lpstr>
      <vt:lpstr>Barlow</vt:lpstr>
      <vt:lpstr>Patrick Hand</vt:lpstr>
      <vt:lpstr>Arial</vt:lpstr>
      <vt:lpstr>Calibri</vt:lpstr>
      <vt:lpstr>Avenir</vt:lpstr>
      <vt:lpstr>S1 - Atelier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PCAurel</dc:creator>
  <cp:lastModifiedBy>LELEU, Aurélien</cp:lastModifiedBy>
  <cp:revision>13</cp:revision>
  <dcterms:modified xsi:type="dcterms:W3CDTF">2026-07-22T20:39:46Z</dcterms:modified>
</cp:coreProperties>
</file>