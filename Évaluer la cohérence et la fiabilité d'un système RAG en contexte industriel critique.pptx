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1" r:id="rId1"/>
  </p:sldMasterIdLst>
  <p:notesMasterIdLst>
    <p:notesMasterId r:id="rId17"/>
  </p:notesMasterIdLst>
  <p:sldIdLst>
    <p:sldId id="270"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12192000"/>
  <p:embeddedFontLst>
    <p:embeddedFont>
      <p:font typeface="Barlow" panose="00000500000000000000" pitchFamily="2" charset="0"/>
      <p:regular r:id="rId18"/>
      <p:bold r:id="rId19"/>
      <p:italic r:id="rId20"/>
      <p:boldItalic r:id="rId21"/>
    </p:embeddedFont>
    <p:embeddedFont>
      <p:font typeface="Inter" panose="020B0604020202020204" charset="0"/>
      <p:regular r:id="rId22"/>
      <p:bold r:id="rId23"/>
      <p:italic r:id="rId24"/>
      <p:boldItalic r:id="rId25"/>
    </p:embeddedFont>
    <p:embeddedFont>
      <p:font typeface="Patrick Hand" panose="00000500000000000000" pitchFamily="2" charset="0"/>
      <p:regular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C0509E-C6B3-4B5F-9FA6-5028FE10BA34}" v="72" dt="2026-07-19T19:41:06.78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59322" autoAdjust="0"/>
  </p:normalViewPr>
  <p:slideViewPr>
    <p:cSldViewPr snapToGrid="0">
      <p:cViewPr>
        <p:scale>
          <a:sx n="100" d="100"/>
          <a:sy n="100" d="100"/>
        </p:scale>
        <p:origin x="954" y="-7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LEU, Aurélien" userId="093eba4e-90a7-40ae-911e-f5260c33c50a" providerId="ADAL" clId="{FEF95D61-F379-41D7-B0A1-CC186124EBEF}"/>
    <pc:docChg chg="undo custSel addSld modSld sldOrd">
      <pc:chgData name="LELEU, Aurélien" userId="093eba4e-90a7-40ae-911e-f5260c33c50a" providerId="ADAL" clId="{FEF95D61-F379-41D7-B0A1-CC186124EBEF}" dt="2026-07-19T19:40:12.071" v="453" actId="6549"/>
      <pc:docMkLst>
        <pc:docMk/>
      </pc:docMkLst>
      <pc:sldChg chg="modSp mod">
        <pc:chgData name="LELEU, Aurélien" userId="093eba4e-90a7-40ae-911e-f5260c33c50a" providerId="ADAL" clId="{FEF95D61-F379-41D7-B0A1-CC186124EBEF}" dt="2026-07-19T11:32:57.188" v="69" actId="20577"/>
        <pc:sldMkLst>
          <pc:docMk/>
          <pc:sldMk cId="0" sldId="256"/>
        </pc:sldMkLst>
        <pc:spChg chg="mod">
          <ac:chgData name="LELEU, Aurélien" userId="093eba4e-90a7-40ae-911e-f5260c33c50a" providerId="ADAL" clId="{FEF95D61-F379-41D7-B0A1-CC186124EBEF}" dt="2026-07-19T11:32:57.188" v="69" actId="20577"/>
          <ac:spMkLst>
            <pc:docMk/>
            <pc:sldMk cId="0" sldId="256"/>
            <ac:spMk id="539" creationId="{00000000-0000-0000-0000-000000000000}"/>
          </ac:spMkLst>
        </pc:spChg>
      </pc:sldChg>
      <pc:sldChg chg="modSp mod">
        <pc:chgData name="LELEU, Aurélien" userId="093eba4e-90a7-40ae-911e-f5260c33c50a" providerId="ADAL" clId="{FEF95D61-F379-41D7-B0A1-CC186124EBEF}" dt="2026-07-19T11:36:33.911" v="104" actId="313"/>
        <pc:sldMkLst>
          <pc:docMk/>
          <pc:sldMk cId="0" sldId="258"/>
        </pc:sldMkLst>
        <pc:spChg chg="mod">
          <ac:chgData name="LELEU, Aurélien" userId="093eba4e-90a7-40ae-911e-f5260c33c50a" providerId="ADAL" clId="{FEF95D61-F379-41D7-B0A1-CC186124EBEF}" dt="2026-07-18T08:40:52.161" v="0" actId="1076"/>
          <ac:spMkLst>
            <pc:docMk/>
            <pc:sldMk cId="0" sldId="258"/>
            <ac:spMk id="566" creationId="{00000000-0000-0000-0000-000000000000}"/>
          </ac:spMkLst>
        </pc:spChg>
        <pc:spChg chg="mod">
          <ac:chgData name="LELEU, Aurélien" userId="093eba4e-90a7-40ae-911e-f5260c33c50a" providerId="ADAL" clId="{FEF95D61-F379-41D7-B0A1-CC186124EBEF}" dt="2026-07-19T11:36:33.911" v="104" actId="313"/>
          <ac:spMkLst>
            <pc:docMk/>
            <pc:sldMk cId="0" sldId="258"/>
            <ac:spMk id="568" creationId="{00000000-0000-0000-0000-000000000000}"/>
          </ac:spMkLst>
        </pc:spChg>
      </pc:sldChg>
      <pc:sldChg chg="addSp modSp mod modAnim">
        <pc:chgData name="LELEU, Aurélien" userId="093eba4e-90a7-40ae-911e-f5260c33c50a" providerId="ADAL" clId="{FEF95D61-F379-41D7-B0A1-CC186124EBEF}" dt="2026-07-19T18:45:55.740" v="299"/>
        <pc:sldMkLst>
          <pc:docMk/>
          <pc:sldMk cId="0" sldId="259"/>
        </pc:sldMkLst>
        <pc:spChg chg="add mod ord">
          <ac:chgData name="LELEU, Aurélien" userId="093eba4e-90a7-40ae-911e-f5260c33c50a" providerId="ADAL" clId="{FEF95D61-F379-41D7-B0A1-CC186124EBEF}" dt="2026-07-18T08:43:35.663" v="8" actId="171"/>
          <ac:spMkLst>
            <pc:docMk/>
            <pc:sldMk cId="0" sldId="259"/>
            <ac:spMk id="2" creationId="{071B6211-CC54-67CD-B956-34BB157BD530}"/>
          </ac:spMkLst>
        </pc:spChg>
      </pc:sldChg>
      <pc:sldChg chg="addSp delSp modSp mod">
        <pc:chgData name="LELEU, Aurélien" userId="093eba4e-90a7-40ae-911e-f5260c33c50a" providerId="ADAL" clId="{FEF95D61-F379-41D7-B0A1-CC186124EBEF}" dt="2026-07-19T18:41:54.739" v="286" actId="20577"/>
        <pc:sldMkLst>
          <pc:docMk/>
          <pc:sldMk cId="0" sldId="260"/>
        </pc:sldMkLst>
        <pc:spChg chg="add mod">
          <ac:chgData name="LELEU, Aurélien" userId="093eba4e-90a7-40ae-911e-f5260c33c50a" providerId="ADAL" clId="{FEF95D61-F379-41D7-B0A1-CC186124EBEF}" dt="2026-07-19T15:22:35.461" v="133" actId="20577"/>
          <ac:spMkLst>
            <pc:docMk/>
            <pc:sldMk cId="0" sldId="260"/>
            <ac:spMk id="4" creationId="{F0526974-4191-EF40-1BA6-66854F705DE3}"/>
          </ac:spMkLst>
        </pc:spChg>
        <pc:spChg chg="add mod">
          <ac:chgData name="LELEU, Aurélien" userId="093eba4e-90a7-40ae-911e-f5260c33c50a" providerId="ADAL" clId="{FEF95D61-F379-41D7-B0A1-CC186124EBEF}" dt="2026-07-19T15:22:51.404" v="147" actId="1076"/>
          <ac:spMkLst>
            <pc:docMk/>
            <pc:sldMk cId="0" sldId="260"/>
            <ac:spMk id="5" creationId="{EA92A5CA-C26D-67DD-D001-54AF4830D79A}"/>
          </ac:spMkLst>
        </pc:spChg>
        <pc:spChg chg="add mod">
          <ac:chgData name="LELEU, Aurélien" userId="093eba4e-90a7-40ae-911e-f5260c33c50a" providerId="ADAL" clId="{FEF95D61-F379-41D7-B0A1-CC186124EBEF}" dt="2026-07-19T15:23:49.501" v="173" actId="1076"/>
          <ac:spMkLst>
            <pc:docMk/>
            <pc:sldMk cId="0" sldId="260"/>
            <ac:spMk id="7" creationId="{53BFE7E8-401A-2C76-5786-ECDB063A28A2}"/>
          </ac:spMkLst>
        </pc:spChg>
        <pc:spChg chg="add mod">
          <ac:chgData name="LELEU, Aurélien" userId="093eba4e-90a7-40ae-911e-f5260c33c50a" providerId="ADAL" clId="{FEF95D61-F379-41D7-B0A1-CC186124EBEF}" dt="2026-07-19T15:23:57.272" v="182" actId="20577"/>
          <ac:spMkLst>
            <pc:docMk/>
            <pc:sldMk cId="0" sldId="260"/>
            <ac:spMk id="8" creationId="{A9A4C5A4-557C-D938-BD2B-344A6B935B0A}"/>
          </ac:spMkLst>
        </pc:spChg>
        <pc:graphicFrameChg chg="add mod modGraphic">
          <ac:chgData name="LELEU, Aurélien" userId="093eba4e-90a7-40ae-911e-f5260c33c50a" providerId="ADAL" clId="{FEF95D61-F379-41D7-B0A1-CC186124EBEF}" dt="2026-07-19T18:39:00.128" v="205" actId="20577"/>
          <ac:graphicFrameMkLst>
            <pc:docMk/>
            <pc:sldMk cId="0" sldId="260"/>
            <ac:graphicFrameMk id="2" creationId="{06E639B4-ED3C-4BE6-2AC0-EE1A61428124}"/>
          </ac:graphicFrameMkLst>
        </pc:graphicFrameChg>
        <pc:graphicFrameChg chg="add mod modGraphic">
          <ac:chgData name="LELEU, Aurélien" userId="093eba4e-90a7-40ae-911e-f5260c33c50a" providerId="ADAL" clId="{FEF95D61-F379-41D7-B0A1-CC186124EBEF}" dt="2026-07-19T18:41:54.739" v="286" actId="20577"/>
          <ac:graphicFrameMkLst>
            <pc:docMk/>
            <pc:sldMk cId="0" sldId="260"/>
            <ac:graphicFrameMk id="6" creationId="{78FDE50F-97BE-0F14-85D0-F9149E39820A}"/>
          </ac:graphicFrameMkLst>
        </pc:graphicFrameChg>
        <pc:picChg chg="del">
          <ac:chgData name="LELEU, Aurélien" userId="093eba4e-90a7-40ae-911e-f5260c33c50a" providerId="ADAL" clId="{FEF95D61-F379-41D7-B0A1-CC186124EBEF}" dt="2026-07-19T15:21:07.472" v="114" actId="478"/>
          <ac:picMkLst>
            <pc:docMk/>
            <pc:sldMk cId="0" sldId="260"/>
            <ac:picMk id="610" creationId="{00000000-0000-0000-0000-000000000000}"/>
          </ac:picMkLst>
        </pc:picChg>
      </pc:sldChg>
      <pc:sldChg chg="addSp delSp modSp mod">
        <pc:chgData name="LELEU, Aurélien" userId="093eba4e-90a7-40ae-911e-f5260c33c50a" providerId="ADAL" clId="{FEF95D61-F379-41D7-B0A1-CC186124EBEF}" dt="2026-07-19T19:39:41.229" v="451" actId="20577"/>
        <pc:sldMkLst>
          <pc:docMk/>
          <pc:sldMk cId="0" sldId="261"/>
        </pc:sldMkLst>
        <pc:spChg chg="mod">
          <ac:chgData name="LELEU, Aurélien" userId="093eba4e-90a7-40ae-911e-f5260c33c50a" providerId="ADAL" clId="{FEF95D61-F379-41D7-B0A1-CC186124EBEF}" dt="2026-07-19T19:39:41.229" v="451" actId="20577"/>
          <ac:spMkLst>
            <pc:docMk/>
            <pc:sldMk cId="0" sldId="261"/>
            <ac:spMk id="621" creationId="{00000000-0000-0000-0000-000000000000}"/>
          </ac:spMkLst>
        </pc:spChg>
        <pc:spChg chg="add del">
          <ac:chgData name="LELEU, Aurélien" userId="093eba4e-90a7-40ae-911e-f5260c33c50a" providerId="ADAL" clId="{FEF95D61-F379-41D7-B0A1-CC186124EBEF}" dt="2026-07-18T09:10:15.262" v="11" actId="478"/>
          <ac:spMkLst>
            <pc:docMk/>
            <pc:sldMk cId="0" sldId="261"/>
            <ac:spMk id="635" creationId="{00000000-0000-0000-0000-000000000000}"/>
          </ac:spMkLst>
        </pc:spChg>
        <pc:spChg chg="del">
          <ac:chgData name="LELEU, Aurélien" userId="093eba4e-90a7-40ae-911e-f5260c33c50a" providerId="ADAL" clId="{FEF95D61-F379-41D7-B0A1-CC186124EBEF}" dt="2026-07-18T09:10:17.802" v="12" actId="478"/>
          <ac:spMkLst>
            <pc:docMk/>
            <pc:sldMk cId="0" sldId="261"/>
            <ac:spMk id="636" creationId="{00000000-0000-0000-0000-000000000000}"/>
          </ac:spMkLst>
        </pc:spChg>
        <pc:spChg chg="del">
          <ac:chgData name="LELEU, Aurélien" userId="093eba4e-90a7-40ae-911e-f5260c33c50a" providerId="ADAL" clId="{FEF95D61-F379-41D7-B0A1-CC186124EBEF}" dt="2026-07-18T09:10:12.670" v="9" actId="478"/>
          <ac:spMkLst>
            <pc:docMk/>
            <pc:sldMk cId="0" sldId="261"/>
            <ac:spMk id="637" creationId="{00000000-0000-0000-0000-000000000000}"/>
          </ac:spMkLst>
        </pc:spChg>
        <pc:picChg chg="add mod">
          <ac:chgData name="LELEU, Aurélien" userId="093eba4e-90a7-40ae-911e-f5260c33c50a" providerId="ADAL" clId="{FEF95D61-F379-41D7-B0A1-CC186124EBEF}" dt="2026-07-18T09:10:28.440" v="17" actId="1076"/>
          <ac:picMkLst>
            <pc:docMk/>
            <pc:sldMk cId="0" sldId="261"/>
            <ac:picMk id="4" creationId="{23B4EAD4-F021-2384-7528-F9394855C070}"/>
          </ac:picMkLst>
        </pc:picChg>
      </pc:sldChg>
      <pc:sldChg chg="addSp delSp modSp mod">
        <pc:chgData name="LELEU, Aurélien" userId="093eba4e-90a7-40ae-911e-f5260c33c50a" providerId="ADAL" clId="{FEF95D61-F379-41D7-B0A1-CC186124EBEF}" dt="2026-07-18T09:20:35.531" v="34" actId="1076"/>
        <pc:sldMkLst>
          <pc:docMk/>
          <pc:sldMk cId="0" sldId="262"/>
        </pc:sldMkLst>
        <pc:spChg chg="mod">
          <ac:chgData name="LELEU, Aurélien" userId="093eba4e-90a7-40ae-911e-f5260c33c50a" providerId="ADAL" clId="{FEF95D61-F379-41D7-B0A1-CC186124EBEF}" dt="2026-07-18T09:20:18.866" v="32" actId="14100"/>
          <ac:spMkLst>
            <pc:docMk/>
            <pc:sldMk cId="0" sldId="262"/>
            <ac:spMk id="646" creationId="{00000000-0000-0000-0000-000000000000}"/>
          </ac:spMkLst>
        </pc:spChg>
        <pc:spChg chg="del">
          <ac:chgData name="LELEU, Aurélien" userId="093eba4e-90a7-40ae-911e-f5260c33c50a" providerId="ADAL" clId="{FEF95D61-F379-41D7-B0A1-CC186124EBEF}" dt="2026-07-18T09:19:38.032" v="18" actId="478"/>
          <ac:spMkLst>
            <pc:docMk/>
            <pc:sldMk cId="0" sldId="262"/>
            <ac:spMk id="647" creationId="{00000000-0000-0000-0000-000000000000}"/>
          </ac:spMkLst>
        </pc:spChg>
        <pc:spChg chg="del">
          <ac:chgData name="LELEU, Aurélien" userId="093eba4e-90a7-40ae-911e-f5260c33c50a" providerId="ADAL" clId="{FEF95D61-F379-41D7-B0A1-CC186124EBEF}" dt="2026-07-18T09:19:41.734" v="19" actId="478"/>
          <ac:spMkLst>
            <pc:docMk/>
            <pc:sldMk cId="0" sldId="262"/>
            <ac:spMk id="648" creationId="{00000000-0000-0000-0000-000000000000}"/>
          </ac:spMkLst>
        </pc:spChg>
        <pc:spChg chg="mod">
          <ac:chgData name="LELEU, Aurélien" userId="093eba4e-90a7-40ae-911e-f5260c33c50a" providerId="ADAL" clId="{FEF95D61-F379-41D7-B0A1-CC186124EBEF}" dt="2026-07-18T09:20:35.531" v="34" actId="1076"/>
          <ac:spMkLst>
            <pc:docMk/>
            <pc:sldMk cId="0" sldId="262"/>
            <ac:spMk id="649" creationId="{00000000-0000-0000-0000-000000000000}"/>
          </ac:spMkLst>
        </pc:spChg>
        <pc:spChg chg="mod">
          <ac:chgData name="LELEU, Aurélien" userId="093eba4e-90a7-40ae-911e-f5260c33c50a" providerId="ADAL" clId="{FEF95D61-F379-41D7-B0A1-CC186124EBEF}" dt="2026-07-18T09:20:35.531" v="34" actId="1076"/>
          <ac:spMkLst>
            <pc:docMk/>
            <pc:sldMk cId="0" sldId="262"/>
            <ac:spMk id="650" creationId="{00000000-0000-0000-0000-000000000000}"/>
          </ac:spMkLst>
        </pc:spChg>
        <pc:picChg chg="add mod">
          <ac:chgData name="LELEU, Aurélien" userId="093eba4e-90a7-40ae-911e-f5260c33c50a" providerId="ADAL" clId="{FEF95D61-F379-41D7-B0A1-CC186124EBEF}" dt="2026-07-18T09:20:25.775" v="33" actId="1076"/>
          <ac:picMkLst>
            <pc:docMk/>
            <pc:sldMk cId="0" sldId="262"/>
            <ac:picMk id="4" creationId="{CA3F327E-617F-5C09-E994-90E81965F3E9}"/>
          </ac:picMkLst>
        </pc:picChg>
      </pc:sldChg>
      <pc:sldChg chg="addSp delSp modSp mod">
        <pc:chgData name="LELEU, Aurélien" userId="093eba4e-90a7-40ae-911e-f5260c33c50a" providerId="ADAL" clId="{FEF95D61-F379-41D7-B0A1-CC186124EBEF}" dt="2026-07-19T15:14:21.373" v="113" actId="478"/>
        <pc:sldMkLst>
          <pc:docMk/>
          <pc:sldMk cId="0" sldId="263"/>
        </pc:sldMkLst>
        <pc:spChg chg="del">
          <ac:chgData name="LELEU, Aurélien" userId="093eba4e-90a7-40ae-911e-f5260c33c50a" providerId="ADAL" clId="{FEF95D61-F379-41D7-B0A1-CC186124EBEF}" dt="2026-07-19T15:14:21.373" v="113" actId="478"/>
          <ac:spMkLst>
            <pc:docMk/>
            <pc:sldMk cId="0" sldId="263"/>
            <ac:spMk id="665" creationId="{00000000-0000-0000-0000-000000000000}"/>
          </ac:spMkLst>
        </pc:spChg>
        <pc:spChg chg="del">
          <ac:chgData name="LELEU, Aurélien" userId="093eba4e-90a7-40ae-911e-f5260c33c50a" providerId="ADAL" clId="{FEF95D61-F379-41D7-B0A1-CC186124EBEF}" dt="2026-07-19T15:14:21.373" v="113" actId="478"/>
          <ac:spMkLst>
            <pc:docMk/>
            <pc:sldMk cId="0" sldId="263"/>
            <ac:spMk id="667" creationId="{00000000-0000-0000-0000-000000000000}"/>
          </ac:spMkLst>
        </pc:spChg>
        <pc:picChg chg="add mod">
          <ac:chgData name="LELEU, Aurélien" userId="093eba4e-90a7-40ae-911e-f5260c33c50a" providerId="ADAL" clId="{FEF95D61-F379-41D7-B0A1-CC186124EBEF}" dt="2026-07-18T09:29:28.740" v="38" actId="1076"/>
          <ac:picMkLst>
            <pc:docMk/>
            <pc:sldMk cId="0" sldId="263"/>
            <ac:picMk id="4" creationId="{78EF6584-0D68-37CB-E08A-1D23085AB4BA}"/>
          </ac:picMkLst>
        </pc:picChg>
        <pc:picChg chg="del">
          <ac:chgData name="LELEU, Aurélien" userId="093eba4e-90a7-40ae-911e-f5260c33c50a" providerId="ADAL" clId="{FEF95D61-F379-41D7-B0A1-CC186124EBEF}" dt="2026-07-18T09:29:26.474" v="37" actId="478"/>
          <ac:picMkLst>
            <pc:docMk/>
            <pc:sldMk cId="0" sldId="263"/>
            <ac:picMk id="662" creationId="{00000000-0000-0000-0000-000000000000}"/>
          </ac:picMkLst>
        </pc:picChg>
        <pc:picChg chg="del">
          <ac:chgData name="LELEU, Aurélien" userId="093eba4e-90a7-40ae-911e-f5260c33c50a" providerId="ADAL" clId="{FEF95D61-F379-41D7-B0A1-CC186124EBEF}" dt="2026-07-19T15:14:21.373" v="113" actId="478"/>
          <ac:picMkLst>
            <pc:docMk/>
            <pc:sldMk cId="0" sldId="263"/>
            <ac:picMk id="666" creationId="{00000000-0000-0000-0000-000000000000}"/>
          </ac:picMkLst>
        </pc:picChg>
      </pc:sldChg>
      <pc:sldChg chg="addSp delSp modSp mod">
        <pc:chgData name="LELEU, Aurélien" userId="093eba4e-90a7-40ae-911e-f5260c33c50a" providerId="ADAL" clId="{FEF95D61-F379-41D7-B0A1-CC186124EBEF}" dt="2026-07-19T15:14:11.574" v="112" actId="14100"/>
        <pc:sldMkLst>
          <pc:docMk/>
          <pc:sldMk cId="0" sldId="264"/>
        </pc:sldMkLst>
        <pc:spChg chg="del">
          <ac:chgData name="LELEU, Aurélien" userId="093eba4e-90a7-40ae-911e-f5260c33c50a" providerId="ADAL" clId="{FEF95D61-F379-41D7-B0A1-CC186124EBEF}" dt="2026-07-19T15:14:01.987" v="110" actId="478"/>
          <ac:spMkLst>
            <pc:docMk/>
            <pc:sldMk cId="0" sldId="264"/>
            <ac:spMk id="679" creationId="{00000000-0000-0000-0000-000000000000}"/>
          </ac:spMkLst>
        </pc:spChg>
        <pc:spChg chg="del">
          <ac:chgData name="LELEU, Aurélien" userId="093eba4e-90a7-40ae-911e-f5260c33c50a" providerId="ADAL" clId="{FEF95D61-F379-41D7-B0A1-CC186124EBEF}" dt="2026-07-19T15:14:01.987" v="110" actId="478"/>
          <ac:spMkLst>
            <pc:docMk/>
            <pc:sldMk cId="0" sldId="264"/>
            <ac:spMk id="681" creationId="{00000000-0000-0000-0000-000000000000}"/>
          </ac:spMkLst>
        </pc:spChg>
        <pc:picChg chg="add mod">
          <ac:chgData name="LELEU, Aurélien" userId="093eba4e-90a7-40ae-911e-f5260c33c50a" providerId="ADAL" clId="{FEF95D61-F379-41D7-B0A1-CC186124EBEF}" dt="2026-07-19T15:14:11.574" v="112" actId="14100"/>
          <ac:picMkLst>
            <pc:docMk/>
            <pc:sldMk cId="0" sldId="264"/>
            <ac:picMk id="4" creationId="{4708BF47-0673-C6AD-B273-158EF047B4CD}"/>
          </ac:picMkLst>
        </pc:picChg>
        <pc:picChg chg="del">
          <ac:chgData name="LELEU, Aurélien" userId="093eba4e-90a7-40ae-911e-f5260c33c50a" providerId="ADAL" clId="{FEF95D61-F379-41D7-B0A1-CC186124EBEF}" dt="2026-07-18T09:31:20.931" v="39" actId="478"/>
          <ac:picMkLst>
            <pc:docMk/>
            <pc:sldMk cId="0" sldId="264"/>
            <ac:picMk id="676" creationId="{00000000-0000-0000-0000-000000000000}"/>
          </ac:picMkLst>
        </pc:picChg>
        <pc:picChg chg="del">
          <ac:chgData name="LELEU, Aurélien" userId="093eba4e-90a7-40ae-911e-f5260c33c50a" providerId="ADAL" clId="{FEF95D61-F379-41D7-B0A1-CC186124EBEF}" dt="2026-07-19T15:14:01.987" v="110" actId="478"/>
          <ac:picMkLst>
            <pc:docMk/>
            <pc:sldMk cId="0" sldId="264"/>
            <ac:picMk id="680" creationId="{00000000-0000-0000-0000-000000000000}"/>
          </ac:picMkLst>
        </pc:picChg>
      </pc:sldChg>
      <pc:sldChg chg="delSp mod modNotesTx">
        <pc:chgData name="LELEU, Aurélien" userId="093eba4e-90a7-40ae-911e-f5260c33c50a" providerId="ADAL" clId="{FEF95D61-F379-41D7-B0A1-CC186124EBEF}" dt="2026-07-19T19:40:12.071" v="453" actId="6549"/>
        <pc:sldMkLst>
          <pc:docMk/>
          <pc:sldMk cId="0" sldId="265"/>
        </pc:sldMkLst>
        <pc:spChg chg="del">
          <ac:chgData name="LELEU, Aurélien" userId="093eba4e-90a7-40ae-911e-f5260c33c50a" providerId="ADAL" clId="{FEF95D61-F379-41D7-B0A1-CC186124EBEF}" dt="2026-07-19T15:13:56.674" v="109" actId="478"/>
          <ac:spMkLst>
            <pc:docMk/>
            <pc:sldMk cId="0" sldId="265"/>
            <ac:spMk id="700" creationId="{00000000-0000-0000-0000-000000000000}"/>
          </ac:spMkLst>
        </pc:spChg>
        <pc:spChg chg="del">
          <ac:chgData name="LELEU, Aurélien" userId="093eba4e-90a7-40ae-911e-f5260c33c50a" providerId="ADAL" clId="{FEF95D61-F379-41D7-B0A1-CC186124EBEF}" dt="2026-07-19T15:13:51.206" v="108" actId="478"/>
          <ac:spMkLst>
            <pc:docMk/>
            <pc:sldMk cId="0" sldId="265"/>
            <ac:spMk id="702" creationId="{00000000-0000-0000-0000-000000000000}"/>
          </ac:spMkLst>
        </pc:spChg>
        <pc:spChg chg="del">
          <ac:chgData name="LELEU, Aurélien" userId="093eba4e-90a7-40ae-911e-f5260c33c50a" providerId="ADAL" clId="{FEF95D61-F379-41D7-B0A1-CC186124EBEF}" dt="2026-07-19T15:13:51.206" v="108" actId="478"/>
          <ac:spMkLst>
            <pc:docMk/>
            <pc:sldMk cId="0" sldId="265"/>
            <ac:spMk id="704" creationId="{00000000-0000-0000-0000-000000000000}"/>
          </ac:spMkLst>
        </pc:spChg>
        <pc:picChg chg="del">
          <ac:chgData name="LELEU, Aurélien" userId="093eba4e-90a7-40ae-911e-f5260c33c50a" providerId="ADAL" clId="{FEF95D61-F379-41D7-B0A1-CC186124EBEF}" dt="2026-07-19T15:13:51.206" v="108" actId="478"/>
          <ac:picMkLst>
            <pc:docMk/>
            <pc:sldMk cId="0" sldId="265"/>
            <ac:picMk id="703" creationId="{00000000-0000-0000-0000-000000000000}"/>
          </ac:picMkLst>
        </pc:picChg>
      </pc:sldChg>
      <pc:sldChg chg="addSp delSp modSp mod">
        <pc:chgData name="LELEU, Aurélien" userId="093eba4e-90a7-40ae-911e-f5260c33c50a" providerId="ADAL" clId="{FEF95D61-F379-41D7-B0A1-CC186124EBEF}" dt="2026-07-19T19:37:39.481" v="450" actId="1076"/>
        <pc:sldMkLst>
          <pc:docMk/>
          <pc:sldMk cId="0" sldId="266"/>
        </pc:sldMkLst>
        <pc:spChg chg="add mod">
          <ac:chgData name="LELEU, Aurélien" userId="093eba4e-90a7-40ae-911e-f5260c33c50a" providerId="ADAL" clId="{FEF95D61-F379-41D7-B0A1-CC186124EBEF}" dt="2026-07-19T19:36:24.703" v="431" actId="1076"/>
          <ac:spMkLst>
            <pc:docMk/>
            <pc:sldMk cId="0" sldId="266"/>
            <ac:spMk id="2" creationId="{85FBC24D-7E9C-37E7-BF83-70EDC955BC1C}"/>
          </ac:spMkLst>
        </pc:spChg>
        <pc:spChg chg="add mod">
          <ac:chgData name="LELEU, Aurélien" userId="093eba4e-90a7-40ae-911e-f5260c33c50a" providerId="ADAL" clId="{FEF95D61-F379-41D7-B0A1-CC186124EBEF}" dt="2026-07-19T19:36:57.752" v="444" actId="20577"/>
          <ac:spMkLst>
            <pc:docMk/>
            <pc:sldMk cId="0" sldId="266"/>
            <ac:spMk id="6" creationId="{B37A43D3-F7AA-4ACE-14D6-6AD21548261C}"/>
          </ac:spMkLst>
        </pc:spChg>
        <pc:spChg chg="del mod">
          <ac:chgData name="LELEU, Aurélien" userId="093eba4e-90a7-40ae-911e-f5260c33c50a" providerId="ADAL" clId="{FEF95D61-F379-41D7-B0A1-CC186124EBEF}" dt="2026-07-19T15:13:41.496" v="107" actId="478"/>
          <ac:spMkLst>
            <pc:docMk/>
            <pc:sldMk cId="0" sldId="266"/>
            <ac:spMk id="715" creationId="{00000000-0000-0000-0000-000000000000}"/>
          </ac:spMkLst>
        </pc:spChg>
        <pc:spChg chg="del">
          <ac:chgData name="LELEU, Aurélien" userId="093eba4e-90a7-40ae-911e-f5260c33c50a" providerId="ADAL" clId="{FEF95D61-F379-41D7-B0A1-CC186124EBEF}" dt="2026-07-19T15:13:31.117" v="105" actId="478"/>
          <ac:spMkLst>
            <pc:docMk/>
            <pc:sldMk cId="0" sldId="266"/>
            <ac:spMk id="716" creationId="{00000000-0000-0000-0000-000000000000}"/>
          </ac:spMkLst>
        </pc:spChg>
        <pc:spChg chg="mod">
          <ac:chgData name="LELEU, Aurélien" userId="093eba4e-90a7-40ae-911e-f5260c33c50a" providerId="ADAL" clId="{FEF95D61-F379-41D7-B0A1-CC186124EBEF}" dt="2026-07-19T19:11:47.569" v="335" actId="14100"/>
          <ac:spMkLst>
            <pc:docMk/>
            <pc:sldMk cId="0" sldId="266"/>
            <ac:spMk id="717" creationId="{00000000-0000-0000-0000-000000000000}"/>
          </ac:spMkLst>
        </pc:spChg>
        <pc:spChg chg="del">
          <ac:chgData name="LELEU, Aurélien" userId="093eba4e-90a7-40ae-911e-f5260c33c50a" providerId="ADAL" clId="{FEF95D61-F379-41D7-B0A1-CC186124EBEF}" dt="2026-07-19T19:13:02.118" v="348" actId="478"/>
          <ac:spMkLst>
            <pc:docMk/>
            <pc:sldMk cId="0" sldId="266"/>
            <ac:spMk id="722" creationId="{00000000-0000-0000-0000-000000000000}"/>
          </ac:spMkLst>
        </pc:spChg>
        <pc:spChg chg="mod">
          <ac:chgData name="LELEU, Aurélien" userId="093eba4e-90a7-40ae-911e-f5260c33c50a" providerId="ADAL" clId="{FEF95D61-F379-41D7-B0A1-CC186124EBEF}" dt="2026-07-19T19:12:07.812" v="337" actId="1076"/>
          <ac:spMkLst>
            <pc:docMk/>
            <pc:sldMk cId="0" sldId="266"/>
            <ac:spMk id="724" creationId="{00000000-0000-0000-0000-000000000000}"/>
          </ac:spMkLst>
        </pc:spChg>
        <pc:spChg chg="del">
          <ac:chgData name="LELEU, Aurélien" userId="093eba4e-90a7-40ae-911e-f5260c33c50a" providerId="ADAL" clId="{FEF95D61-F379-41D7-B0A1-CC186124EBEF}" dt="2026-07-19T19:13:11.315" v="349" actId="478"/>
          <ac:spMkLst>
            <pc:docMk/>
            <pc:sldMk cId="0" sldId="266"/>
            <ac:spMk id="728" creationId="{00000000-0000-0000-0000-000000000000}"/>
          </ac:spMkLst>
        </pc:spChg>
        <pc:spChg chg="del">
          <ac:chgData name="LELEU, Aurélien" userId="093eba4e-90a7-40ae-911e-f5260c33c50a" providerId="ADAL" clId="{FEF95D61-F379-41D7-B0A1-CC186124EBEF}" dt="2026-07-19T19:13:02.118" v="348" actId="478"/>
          <ac:spMkLst>
            <pc:docMk/>
            <pc:sldMk cId="0" sldId="266"/>
            <ac:spMk id="729" creationId="{00000000-0000-0000-0000-000000000000}"/>
          </ac:spMkLst>
        </pc:spChg>
        <pc:spChg chg="del">
          <ac:chgData name="LELEU, Aurélien" userId="093eba4e-90a7-40ae-911e-f5260c33c50a" providerId="ADAL" clId="{FEF95D61-F379-41D7-B0A1-CC186124EBEF}" dt="2026-07-19T19:13:11.315" v="349" actId="478"/>
          <ac:spMkLst>
            <pc:docMk/>
            <pc:sldMk cId="0" sldId="266"/>
            <ac:spMk id="731" creationId="{00000000-0000-0000-0000-000000000000}"/>
          </ac:spMkLst>
        </pc:spChg>
        <pc:spChg chg="del">
          <ac:chgData name="LELEU, Aurélien" userId="093eba4e-90a7-40ae-911e-f5260c33c50a" providerId="ADAL" clId="{FEF95D61-F379-41D7-B0A1-CC186124EBEF}" dt="2026-07-19T19:13:02.118" v="348" actId="478"/>
          <ac:spMkLst>
            <pc:docMk/>
            <pc:sldMk cId="0" sldId="266"/>
            <ac:spMk id="732" creationId="{00000000-0000-0000-0000-000000000000}"/>
          </ac:spMkLst>
        </pc:spChg>
        <pc:spChg chg="del">
          <ac:chgData name="LELEU, Aurélien" userId="093eba4e-90a7-40ae-911e-f5260c33c50a" providerId="ADAL" clId="{FEF95D61-F379-41D7-B0A1-CC186124EBEF}" dt="2026-07-19T19:13:11.315" v="349" actId="478"/>
          <ac:spMkLst>
            <pc:docMk/>
            <pc:sldMk cId="0" sldId="266"/>
            <ac:spMk id="734" creationId="{00000000-0000-0000-0000-000000000000}"/>
          </ac:spMkLst>
        </pc:spChg>
        <pc:spChg chg="del">
          <ac:chgData name="LELEU, Aurélien" userId="093eba4e-90a7-40ae-911e-f5260c33c50a" providerId="ADAL" clId="{FEF95D61-F379-41D7-B0A1-CC186124EBEF}" dt="2026-07-19T19:13:02.118" v="348" actId="478"/>
          <ac:spMkLst>
            <pc:docMk/>
            <pc:sldMk cId="0" sldId="266"/>
            <ac:spMk id="735" creationId="{00000000-0000-0000-0000-000000000000}"/>
          </ac:spMkLst>
        </pc:spChg>
        <pc:spChg chg="del">
          <ac:chgData name="LELEU, Aurélien" userId="093eba4e-90a7-40ae-911e-f5260c33c50a" providerId="ADAL" clId="{FEF95D61-F379-41D7-B0A1-CC186124EBEF}" dt="2026-07-19T19:13:02.118" v="348" actId="478"/>
          <ac:spMkLst>
            <pc:docMk/>
            <pc:sldMk cId="0" sldId="266"/>
            <ac:spMk id="736" creationId="{00000000-0000-0000-0000-000000000000}"/>
          </ac:spMkLst>
        </pc:spChg>
        <pc:spChg chg="del">
          <ac:chgData name="LELEU, Aurélien" userId="093eba4e-90a7-40ae-911e-f5260c33c50a" providerId="ADAL" clId="{FEF95D61-F379-41D7-B0A1-CC186124EBEF}" dt="2026-07-19T19:13:11.315" v="349" actId="478"/>
          <ac:spMkLst>
            <pc:docMk/>
            <pc:sldMk cId="0" sldId="266"/>
            <ac:spMk id="737" creationId="{00000000-0000-0000-0000-000000000000}"/>
          </ac:spMkLst>
        </pc:spChg>
        <pc:spChg chg="del">
          <ac:chgData name="LELEU, Aurélien" userId="093eba4e-90a7-40ae-911e-f5260c33c50a" providerId="ADAL" clId="{FEF95D61-F379-41D7-B0A1-CC186124EBEF}" dt="2026-07-19T19:13:02.118" v="348" actId="478"/>
          <ac:spMkLst>
            <pc:docMk/>
            <pc:sldMk cId="0" sldId="266"/>
            <ac:spMk id="738" creationId="{00000000-0000-0000-0000-000000000000}"/>
          </ac:spMkLst>
        </pc:spChg>
        <pc:spChg chg="del">
          <ac:chgData name="LELEU, Aurélien" userId="093eba4e-90a7-40ae-911e-f5260c33c50a" providerId="ADAL" clId="{FEF95D61-F379-41D7-B0A1-CC186124EBEF}" dt="2026-07-19T19:13:02.118" v="348" actId="478"/>
          <ac:spMkLst>
            <pc:docMk/>
            <pc:sldMk cId="0" sldId="266"/>
            <ac:spMk id="739" creationId="{00000000-0000-0000-0000-000000000000}"/>
          </ac:spMkLst>
        </pc:spChg>
        <pc:spChg chg="del">
          <ac:chgData name="LELEU, Aurélien" userId="093eba4e-90a7-40ae-911e-f5260c33c50a" providerId="ADAL" clId="{FEF95D61-F379-41D7-B0A1-CC186124EBEF}" dt="2026-07-19T19:13:11.315" v="349" actId="478"/>
          <ac:spMkLst>
            <pc:docMk/>
            <pc:sldMk cId="0" sldId="266"/>
            <ac:spMk id="740" creationId="{00000000-0000-0000-0000-000000000000}"/>
          </ac:spMkLst>
        </pc:spChg>
        <pc:spChg chg="del">
          <ac:chgData name="LELEU, Aurélien" userId="093eba4e-90a7-40ae-911e-f5260c33c50a" providerId="ADAL" clId="{FEF95D61-F379-41D7-B0A1-CC186124EBEF}" dt="2026-07-19T19:13:02.118" v="348" actId="478"/>
          <ac:spMkLst>
            <pc:docMk/>
            <pc:sldMk cId="0" sldId="266"/>
            <ac:spMk id="742" creationId="{00000000-0000-0000-0000-000000000000}"/>
          </ac:spMkLst>
        </pc:spChg>
        <pc:spChg chg="del">
          <ac:chgData name="LELEU, Aurélien" userId="093eba4e-90a7-40ae-911e-f5260c33c50a" providerId="ADAL" clId="{FEF95D61-F379-41D7-B0A1-CC186124EBEF}" dt="2026-07-19T19:13:11.315" v="349" actId="478"/>
          <ac:spMkLst>
            <pc:docMk/>
            <pc:sldMk cId="0" sldId="266"/>
            <ac:spMk id="743" creationId="{00000000-0000-0000-0000-000000000000}"/>
          </ac:spMkLst>
        </pc:spChg>
        <pc:spChg chg="del">
          <ac:chgData name="LELEU, Aurélien" userId="093eba4e-90a7-40ae-911e-f5260c33c50a" providerId="ADAL" clId="{FEF95D61-F379-41D7-B0A1-CC186124EBEF}" dt="2026-07-19T19:13:02.118" v="348" actId="478"/>
          <ac:spMkLst>
            <pc:docMk/>
            <pc:sldMk cId="0" sldId="266"/>
            <ac:spMk id="744" creationId="{00000000-0000-0000-0000-000000000000}"/>
          </ac:spMkLst>
        </pc:spChg>
        <pc:spChg chg="del">
          <ac:chgData name="LELEU, Aurélien" userId="093eba4e-90a7-40ae-911e-f5260c33c50a" providerId="ADAL" clId="{FEF95D61-F379-41D7-B0A1-CC186124EBEF}" dt="2026-07-19T19:13:02.118" v="348" actId="478"/>
          <ac:spMkLst>
            <pc:docMk/>
            <pc:sldMk cId="0" sldId="266"/>
            <ac:spMk id="745" creationId="{00000000-0000-0000-0000-000000000000}"/>
          </ac:spMkLst>
        </pc:spChg>
        <pc:spChg chg="del">
          <ac:chgData name="LELEU, Aurélien" userId="093eba4e-90a7-40ae-911e-f5260c33c50a" providerId="ADAL" clId="{FEF95D61-F379-41D7-B0A1-CC186124EBEF}" dt="2026-07-19T19:13:11.315" v="349" actId="478"/>
          <ac:spMkLst>
            <pc:docMk/>
            <pc:sldMk cId="0" sldId="266"/>
            <ac:spMk id="746" creationId="{00000000-0000-0000-0000-000000000000}"/>
          </ac:spMkLst>
        </pc:spChg>
        <pc:graphicFrameChg chg="add mod modGraphic">
          <ac:chgData name="LELEU, Aurélien" userId="093eba4e-90a7-40ae-911e-f5260c33c50a" providerId="ADAL" clId="{FEF95D61-F379-41D7-B0A1-CC186124EBEF}" dt="2026-07-19T19:37:34.290" v="449" actId="1076"/>
          <ac:graphicFrameMkLst>
            <pc:docMk/>
            <pc:sldMk cId="0" sldId="266"/>
            <ac:graphicFrameMk id="7" creationId="{054A2E7F-5E21-82D9-A036-DC4F2473AB16}"/>
          </ac:graphicFrameMkLst>
        </pc:graphicFrameChg>
        <pc:picChg chg="add mod">
          <ac:chgData name="LELEU, Aurélien" userId="093eba4e-90a7-40ae-911e-f5260c33c50a" providerId="ADAL" clId="{FEF95D61-F379-41D7-B0A1-CC186124EBEF}" dt="2026-07-19T19:37:39.481" v="450" actId="1076"/>
          <ac:picMkLst>
            <pc:docMk/>
            <pc:sldMk cId="0" sldId="266"/>
            <ac:picMk id="4" creationId="{30E49CA3-4A7F-E487-3B9E-EE95397B8259}"/>
          </ac:picMkLst>
        </pc:picChg>
        <pc:picChg chg="add mod">
          <ac:chgData name="LELEU, Aurélien" userId="093eba4e-90a7-40ae-911e-f5260c33c50a" providerId="ADAL" clId="{FEF95D61-F379-41D7-B0A1-CC186124EBEF}" dt="2026-07-19T19:36:24.703" v="431" actId="1076"/>
          <ac:picMkLst>
            <pc:docMk/>
            <pc:sldMk cId="0" sldId="266"/>
            <ac:picMk id="5" creationId="{705DBA61-355A-AD97-F6F6-F9AE584E0B5E}"/>
          </ac:picMkLst>
        </pc:picChg>
        <pc:picChg chg="del">
          <ac:chgData name="LELEU, Aurélien" userId="093eba4e-90a7-40ae-911e-f5260c33c50a" providerId="ADAL" clId="{FEF95D61-F379-41D7-B0A1-CC186124EBEF}" dt="2026-07-18T09:32:50.961" v="45" actId="478"/>
          <ac:picMkLst>
            <pc:docMk/>
            <pc:sldMk cId="0" sldId="266"/>
            <ac:picMk id="714" creationId="{00000000-0000-0000-0000-000000000000}"/>
          </ac:picMkLst>
        </pc:picChg>
      </pc:sldChg>
      <pc:sldChg chg="new ord setBg">
        <pc:chgData name="LELEU, Aurélien" userId="093eba4e-90a7-40ae-911e-f5260c33c50a" providerId="ADAL" clId="{FEF95D61-F379-41D7-B0A1-CC186124EBEF}" dt="2026-07-19T11:31:28.045" v="52"/>
        <pc:sldMkLst>
          <pc:docMk/>
          <pc:sldMk cId="1085008028" sldId="27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E65CCD-84AB-462C-A4FC-80D9222920A7}"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fr-FR"/>
        </a:p>
      </dgm:t>
    </dgm:pt>
    <dgm:pt modelId="{20BB13F5-9734-48F2-BDAA-324A494A4FDF}">
      <dgm:prSet phldrT="[Texte]" phldr="0"/>
      <dgm:spPr/>
      <dgm:t>
        <a:bodyPr/>
        <a:lstStyle/>
        <a:p>
          <a:r>
            <a:rPr lang="fr-FR" dirty="0"/>
            <a:t>Chunking</a:t>
          </a:r>
        </a:p>
      </dgm:t>
    </dgm:pt>
    <dgm:pt modelId="{31780956-B423-4D0A-8214-34E3D90B8A73}" type="parTrans" cxnId="{6CAD2A80-E9AA-446F-BBFE-A1BF96FDBABD}">
      <dgm:prSet/>
      <dgm:spPr/>
      <dgm:t>
        <a:bodyPr/>
        <a:lstStyle/>
        <a:p>
          <a:endParaRPr lang="fr-FR"/>
        </a:p>
      </dgm:t>
    </dgm:pt>
    <dgm:pt modelId="{D50278AB-17CD-446D-9F55-B97CA25474CF}" type="sibTrans" cxnId="{6CAD2A80-E9AA-446F-BBFE-A1BF96FDBABD}">
      <dgm:prSet/>
      <dgm:spPr/>
      <dgm:t>
        <a:bodyPr/>
        <a:lstStyle/>
        <a:p>
          <a:endParaRPr lang="fr-FR"/>
        </a:p>
      </dgm:t>
    </dgm:pt>
    <dgm:pt modelId="{853646DE-A085-4211-83BA-E4785BAB1077}">
      <dgm:prSet phldrT="[Texte]" phldr="0"/>
      <dgm:spPr/>
      <dgm:t>
        <a:bodyPr/>
        <a:lstStyle/>
        <a:p>
          <a:r>
            <a:rPr lang="fr-FR" dirty="0"/>
            <a:t>Vectorisation</a:t>
          </a:r>
        </a:p>
      </dgm:t>
    </dgm:pt>
    <dgm:pt modelId="{F7CCDF80-5F83-49DB-9ABA-727DD4D5A768}" type="parTrans" cxnId="{666C54A6-7F4F-4416-BBA1-12EFC434D786}">
      <dgm:prSet/>
      <dgm:spPr/>
      <dgm:t>
        <a:bodyPr/>
        <a:lstStyle/>
        <a:p>
          <a:endParaRPr lang="fr-FR"/>
        </a:p>
      </dgm:t>
    </dgm:pt>
    <dgm:pt modelId="{EC6C7F6B-45B2-4DDF-BC15-083DEA76CA97}" type="sibTrans" cxnId="{666C54A6-7F4F-4416-BBA1-12EFC434D786}">
      <dgm:prSet/>
      <dgm:spPr/>
      <dgm:t>
        <a:bodyPr/>
        <a:lstStyle/>
        <a:p>
          <a:endParaRPr lang="fr-FR"/>
        </a:p>
      </dgm:t>
    </dgm:pt>
    <dgm:pt modelId="{D3853D79-4ACB-41DD-A68C-7C692E01A690}" type="pres">
      <dgm:prSet presAssocID="{E3E65CCD-84AB-462C-A4FC-80D9222920A7}" presName="Name0" presStyleCnt="0">
        <dgm:presLayoutVars>
          <dgm:dir/>
          <dgm:animLvl val="lvl"/>
          <dgm:resizeHandles val="exact"/>
        </dgm:presLayoutVars>
      </dgm:prSet>
      <dgm:spPr/>
    </dgm:pt>
    <dgm:pt modelId="{3B131679-98CE-4E88-A5E7-C8DAEF4873E8}" type="pres">
      <dgm:prSet presAssocID="{20BB13F5-9734-48F2-BDAA-324A494A4FDF}" presName="parTxOnly" presStyleLbl="node1" presStyleIdx="0" presStyleCnt="2">
        <dgm:presLayoutVars>
          <dgm:chMax val="0"/>
          <dgm:chPref val="0"/>
          <dgm:bulletEnabled val="1"/>
        </dgm:presLayoutVars>
      </dgm:prSet>
      <dgm:spPr/>
    </dgm:pt>
    <dgm:pt modelId="{B7F2C88D-29F0-4D3E-B517-808FB68EFE77}" type="pres">
      <dgm:prSet presAssocID="{D50278AB-17CD-446D-9F55-B97CA25474CF}" presName="parTxOnlySpace" presStyleCnt="0"/>
      <dgm:spPr/>
    </dgm:pt>
    <dgm:pt modelId="{A7FCEB46-14F5-41A5-A0A4-2625E00EACA1}" type="pres">
      <dgm:prSet presAssocID="{853646DE-A085-4211-83BA-E4785BAB1077}" presName="parTxOnly" presStyleLbl="node1" presStyleIdx="1" presStyleCnt="2">
        <dgm:presLayoutVars>
          <dgm:chMax val="0"/>
          <dgm:chPref val="0"/>
          <dgm:bulletEnabled val="1"/>
        </dgm:presLayoutVars>
      </dgm:prSet>
      <dgm:spPr/>
    </dgm:pt>
  </dgm:ptLst>
  <dgm:cxnLst>
    <dgm:cxn modelId="{02C36B6B-EE7B-4B8C-BEEC-BF49F5756476}" type="presOf" srcId="{20BB13F5-9734-48F2-BDAA-324A494A4FDF}" destId="{3B131679-98CE-4E88-A5E7-C8DAEF4873E8}" srcOrd="0" destOrd="0" presId="urn:microsoft.com/office/officeart/2005/8/layout/chevron1"/>
    <dgm:cxn modelId="{6CAD2A80-E9AA-446F-BBFE-A1BF96FDBABD}" srcId="{E3E65CCD-84AB-462C-A4FC-80D9222920A7}" destId="{20BB13F5-9734-48F2-BDAA-324A494A4FDF}" srcOrd="0" destOrd="0" parTransId="{31780956-B423-4D0A-8214-34E3D90B8A73}" sibTransId="{D50278AB-17CD-446D-9F55-B97CA25474CF}"/>
    <dgm:cxn modelId="{C5D64983-E55E-4803-918A-D49A941645CF}" type="presOf" srcId="{E3E65CCD-84AB-462C-A4FC-80D9222920A7}" destId="{D3853D79-4ACB-41DD-A68C-7C692E01A690}" srcOrd="0" destOrd="0" presId="urn:microsoft.com/office/officeart/2005/8/layout/chevron1"/>
    <dgm:cxn modelId="{A138EEA4-E5C8-4161-8E1B-027D2CE68778}" type="presOf" srcId="{853646DE-A085-4211-83BA-E4785BAB1077}" destId="{A7FCEB46-14F5-41A5-A0A4-2625E00EACA1}" srcOrd="0" destOrd="0" presId="urn:microsoft.com/office/officeart/2005/8/layout/chevron1"/>
    <dgm:cxn modelId="{666C54A6-7F4F-4416-BBA1-12EFC434D786}" srcId="{E3E65CCD-84AB-462C-A4FC-80D9222920A7}" destId="{853646DE-A085-4211-83BA-E4785BAB1077}" srcOrd="1" destOrd="0" parTransId="{F7CCDF80-5F83-49DB-9ABA-727DD4D5A768}" sibTransId="{EC6C7F6B-45B2-4DDF-BC15-083DEA76CA97}"/>
    <dgm:cxn modelId="{B6A3CB58-47FD-4D4C-B8C4-E3F2D4D7D5C5}" type="presParOf" srcId="{D3853D79-4ACB-41DD-A68C-7C692E01A690}" destId="{3B131679-98CE-4E88-A5E7-C8DAEF4873E8}" srcOrd="0" destOrd="0" presId="urn:microsoft.com/office/officeart/2005/8/layout/chevron1"/>
    <dgm:cxn modelId="{E03E1654-E07A-4878-BF2C-A480E5DB121D}" type="presParOf" srcId="{D3853D79-4ACB-41DD-A68C-7C692E01A690}" destId="{B7F2C88D-29F0-4D3E-B517-808FB68EFE77}" srcOrd="1" destOrd="0" presId="urn:microsoft.com/office/officeart/2005/8/layout/chevron1"/>
    <dgm:cxn modelId="{9E9A5E84-A75E-4B2E-A0BC-5815BA8DB754}" type="presParOf" srcId="{D3853D79-4ACB-41DD-A68C-7C692E01A690}" destId="{A7FCEB46-14F5-41A5-A0A4-2625E00EACA1}" srcOrd="2" destOrd="0" presId="urn:microsoft.com/office/officeart/2005/8/layout/chevron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3E65CCD-84AB-462C-A4FC-80D9222920A7}" type="doc">
      <dgm:prSet loTypeId="urn:microsoft.com/office/officeart/2005/8/layout/chevron1" loCatId="process" qsTypeId="urn:microsoft.com/office/officeart/2005/8/quickstyle/simple1" qsCatId="simple" csTypeId="urn:microsoft.com/office/officeart/2005/8/colors/accent1_2" csCatId="accent1" phldr="1"/>
      <dgm:spPr/>
      <dgm:t>
        <a:bodyPr/>
        <a:lstStyle/>
        <a:p>
          <a:endParaRPr lang="fr-FR"/>
        </a:p>
      </dgm:t>
    </dgm:pt>
    <dgm:pt modelId="{20BB13F5-9734-48F2-BDAA-324A494A4FDF}">
      <dgm:prSet phldrT="[Texte]" phldr="0"/>
      <dgm:spPr/>
      <dgm:t>
        <a:bodyPr/>
        <a:lstStyle/>
        <a:p>
          <a:r>
            <a:rPr lang="fr-FR" dirty="0"/>
            <a:t>Vectorisation</a:t>
          </a:r>
        </a:p>
      </dgm:t>
    </dgm:pt>
    <dgm:pt modelId="{31780956-B423-4D0A-8214-34E3D90B8A73}" type="parTrans" cxnId="{6CAD2A80-E9AA-446F-BBFE-A1BF96FDBABD}">
      <dgm:prSet/>
      <dgm:spPr/>
      <dgm:t>
        <a:bodyPr/>
        <a:lstStyle/>
        <a:p>
          <a:endParaRPr lang="fr-FR"/>
        </a:p>
      </dgm:t>
    </dgm:pt>
    <dgm:pt modelId="{D50278AB-17CD-446D-9F55-B97CA25474CF}" type="sibTrans" cxnId="{6CAD2A80-E9AA-446F-BBFE-A1BF96FDBABD}">
      <dgm:prSet/>
      <dgm:spPr/>
      <dgm:t>
        <a:bodyPr/>
        <a:lstStyle/>
        <a:p>
          <a:endParaRPr lang="fr-FR"/>
        </a:p>
      </dgm:t>
    </dgm:pt>
    <dgm:pt modelId="{853646DE-A085-4211-83BA-E4785BAB1077}">
      <dgm:prSet phldrT="[Texte]" phldr="0"/>
      <dgm:spPr/>
      <dgm:t>
        <a:bodyPr/>
        <a:lstStyle/>
        <a:p>
          <a:r>
            <a:rPr lang="fr-FR" dirty="0" err="1"/>
            <a:t>Récuperation</a:t>
          </a:r>
          <a:r>
            <a:rPr lang="fr-FR" dirty="0"/>
            <a:t> </a:t>
          </a:r>
          <a:r>
            <a:rPr lang="fr-FR" dirty="0" err="1"/>
            <a:t>Vectorstore</a:t>
          </a:r>
          <a:endParaRPr lang="fr-FR" dirty="0"/>
        </a:p>
      </dgm:t>
    </dgm:pt>
    <dgm:pt modelId="{F7CCDF80-5F83-49DB-9ABA-727DD4D5A768}" type="parTrans" cxnId="{666C54A6-7F4F-4416-BBA1-12EFC434D786}">
      <dgm:prSet/>
      <dgm:spPr/>
      <dgm:t>
        <a:bodyPr/>
        <a:lstStyle/>
        <a:p>
          <a:endParaRPr lang="fr-FR"/>
        </a:p>
      </dgm:t>
    </dgm:pt>
    <dgm:pt modelId="{EC6C7F6B-45B2-4DDF-BC15-083DEA76CA97}" type="sibTrans" cxnId="{666C54A6-7F4F-4416-BBA1-12EFC434D786}">
      <dgm:prSet/>
      <dgm:spPr/>
      <dgm:t>
        <a:bodyPr/>
        <a:lstStyle/>
        <a:p>
          <a:endParaRPr lang="fr-FR"/>
        </a:p>
      </dgm:t>
    </dgm:pt>
    <dgm:pt modelId="{A0E00697-F58D-49E9-A1EF-87E9775757B1}">
      <dgm:prSet phldrT="[Texte]" phldr="0"/>
      <dgm:spPr/>
      <dgm:t>
        <a:bodyPr/>
        <a:lstStyle/>
        <a:p>
          <a:r>
            <a:rPr lang="fr-FR" dirty="0"/>
            <a:t>Prompt template</a:t>
          </a:r>
        </a:p>
      </dgm:t>
    </dgm:pt>
    <dgm:pt modelId="{4ED59F80-5C10-4E7C-B6DE-59962EFFBFB2}" type="parTrans" cxnId="{7FB1A503-56D8-4410-ACD5-2FDB33763194}">
      <dgm:prSet/>
      <dgm:spPr/>
      <dgm:t>
        <a:bodyPr/>
        <a:lstStyle/>
        <a:p>
          <a:endParaRPr lang="fr-FR"/>
        </a:p>
      </dgm:t>
    </dgm:pt>
    <dgm:pt modelId="{C274CF9D-6679-4FDA-8737-1B0F5A477F88}" type="sibTrans" cxnId="{7FB1A503-56D8-4410-ACD5-2FDB33763194}">
      <dgm:prSet/>
      <dgm:spPr/>
      <dgm:t>
        <a:bodyPr/>
        <a:lstStyle/>
        <a:p>
          <a:endParaRPr lang="fr-FR"/>
        </a:p>
      </dgm:t>
    </dgm:pt>
    <dgm:pt modelId="{CBE860EB-FF04-44A4-BBD2-114A74EE219C}">
      <dgm:prSet phldrT="[Texte]" phldr="0"/>
      <dgm:spPr/>
      <dgm:t>
        <a:bodyPr/>
        <a:lstStyle/>
        <a:p>
          <a:r>
            <a:rPr lang="fr-FR" dirty="0"/>
            <a:t>LLM</a:t>
          </a:r>
        </a:p>
      </dgm:t>
    </dgm:pt>
    <dgm:pt modelId="{AFF158CA-059D-4DE7-AF53-D3C684320DF9}" type="parTrans" cxnId="{CC1E9134-25AC-4A00-AA44-EC98CA1D270C}">
      <dgm:prSet/>
      <dgm:spPr/>
      <dgm:t>
        <a:bodyPr/>
        <a:lstStyle/>
        <a:p>
          <a:endParaRPr lang="fr-FR"/>
        </a:p>
      </dgm:t>
    </dgm:pt>
    <dgm:pt modelId="{9AC4A882-10EA-4CE1-8DBD-EE6ECAE87A80}" type="sibTrans" cxnId="{CC1E9134-25AC-4A00-AA44-EC98CA1D270C}">
      <dgm:prSet/>
      <dgm:spPr/>
      <dgm:t>
        <a:bodyPr/>
        <a:lstStyle/>
        <a:p>
          <a:endParaRPr lang="fr-FR"/>
        </a:p>
      </dgm:t>
    </dgm:pt>
    <dgm:pt modelId="{D3853D79-4ACB-41DD-A68C-7C692E01A690}" type="pres">
      <dgm:prSet presAssocID="{E3E65CCD-84AB-462C-A4FC-80D9222920A7}" presName="Name0" presStyleCnt="0">
        <dgm:presLayoutVars>
          <dgm:dir/>
          <dgm:animLvl val="lvl"/>
          <dgm:resizeHandles val="exact"/>
        </dgm:presLayoutVars>
      </dgm:prSet>
      <dgm:spPr/>
    </dgm:pt>
    <dgm:pt modelId="{3B131679-98CE-4E88-A5E7-C8DAEF4873E8}" type="pres">
      <dgm:prSet presAssocID="{20BB13F5-9734-48F2-BDAA-324A494A4FDF}" presName="parTxOnly" presStyleLbl="node1" presStyleIdx="0" presStyleCnt="4">
        <dgm:presLayoutVars>
          <dgm:chMax val="0"/>
          <dgm:chPref val="0"/>
          <dgm:bulletEnabled val="1"/>
        </dgm:presLayoutVars>
      </dgm:prSet>
      <dgm:spPr/>
    </dgm:pt>
    <dgm:pt modelId="{B7F2C88D-29F0-4D3E-B517-808FB68EFE77}" type="pres">
      <dgm:prSet presAssocID="{D50278AB-17CD-446D-9F55-B97CA25474CF}" presName="parTxOnlySpace" presStyleCnt="0"/>
      <dgm:spPr/>
    </dgm:pt>
    <dgm:pt modelId="{A7FCEB46-14F5-41A5-A0A4-2625E00EACA1}" type="pres">
      <dgm:prSet presAssocID="{853646DE-A085-4211-83BA-E4785BAB1077}" presName="parTxOnly" presStyleLbl="node1" presStyleIdx="1" presStyleCnt="4">
        <dgm:presLayoutVars>
          <dgm:chMax val="0"/>
          <dgm:chPref val="0"/>
          <dgm:bulletEnabled val="1"/>
        </dgm:presLayoutVars>
      </dgm:prSet>
      <dgm:spPr/>
    </dgm:pt>
    <dgm:pt modelId="{9C3850FB-B548-4656-BE81-7BAF99B92540}" type="pres">
      <dgm:prSet presAssocID="{EC6C7F6B-45B2-4DDF-BC15-083DEA76CA97}" presName="parTxOnlySpace" presStyleCnt="0"/>
      <dgm:spPr/>
    </dgm:pt>
    <dgm:pt modelId="{E1B4DCD0-26D4-4CFF-AFA3-0B3737A8E1BD}" type="pres">
      <dgm:prSet presAssocID="{A0E00697-F58D-49E9-A1EF-87E9775757B1}" presName="parTxOnly" presStyleLbl="node1" presStyleIdx="2" presStyleCnt="4">
        <dgm:presLayoutVars>
          <dgm:chMax val="0"/>
          <dgm:chPref val="0"/>
          <dgm:bulletEnabled val="1"/>
        </dgm:presLayoutVars>
      </dgm:prSet>
      <dgm:spPr/>
    </dgm:pt>
    <dgm:pt modelId="{7597A096-36D4-44B8-8CB0-8B4CA8878B31}" type="pres">
      <dgm:prSet presAssocID="{C274CF9D-6679-4FDA-8737-1B0F5A477F88}" presName="parTxOnlySpace" presStyleCnt="0"/>
      <dgm:spPr/>
    </dgm:pt>
    <dgm:pt modelId="{E5531B45-B93B-4D1A-B6C5-AFF9C2AA3774}" type="pres">
      <dgm:prSet presAssocID="{CBE860EB-FF04-44A4-BBD2-114A74EE219C}" presName="parTxOnly" presStyleLbl="node1" presStyleIdx="3" presStyleCnt="4">
        <dgm:presLayoutVars>
          <dgm:chMax val="0"/>
          <dgm:chPref val="0"/>
          <dgm:bulletEnabled val="1"/>
        </dgm:presLayoutVars>
      </dgm:prSet>
      <dgm:spPr/>
    </dgm:pt>
  </dgm:ptLst>
  <dgm:cxnLst>
    <dgm:cxn modelId="{7FB1A503-56D8-4410-ACD5-2FDB33763194}" srcId="{E3E65CCD-84AB-462C-A4FC-80D9222920A7}" destId="{A0E00697-F58D-49E9-A1EF-87E9775757B1}" srcOrd="2" destOrd="0" parTransId="{4ED59F80-5C10-4E7C-B6DE-59962EFFBFB2}" sibTransId="{C274CF9D-6679-4FDA-8737-1B0F5A477F88}"/>
    <dgm:cxn modelId="{CC1E9134-25AC-4A00-AA44-EC98CA1D270C}" srcId="{E3E65CCD-84AB-462C-A4FC-80D9222920A7}" destId="{CBE860EB-FF04-44A4-BBD2-114A74EE219C}" srcOrd="3" destOrd="0" parTransId="{AFF158CA-059D-4DE7-AF53-D3C684320DF9}" sibTransId="{9AC4A882-10EA-4CE1-8DBD-EE6ECAE87A80}"/>
    <dgm:cxn modelId="{A16E1C51-6F4B-40AF-AF8B-C97A0271B370}" type="presOf" srcId="{CBE860EB-FF04-44A4-BBD2-114A74EE219C}" destId="{E5531B45-B93B-4D1A-B6C5-AFF9C2AA3774}" srcOrd="0" destOrd="0" presId="urn:microsoft.com/office/officeart/2005/8/layout/chevron1"/>
    <dgm:cxn modelId="{C2165D57-1778-4460-B600-A9D5B4F1D58A}" type="presOf" srcId="{A0E00697-F58D-49E9-A1EF-87E9775757B1}" destId="{E1B4DCD0-26D4-4CFF-AFA3-0B3737A8E1BD}" srcOrd="0" destOrd="0" presId="urn:microsoft.com/office/officeart/2005/8/layout/chevron1"/>
    <dgm:cxn modelId="{6CAD2A80-E9AA-446F-BBFE-A1BF96FDBABD}" srcId="{E3E65CCD-84AB-462C-A4FC-80D9222920A7}" destId="{20BB13F5-9734-48F2-BDAA-324A494A4FDF}" srcOrd="0" destOrd="0" parTransId="{31780956-B423-4D0A-8214-34E3D90B8A73}" sibTransId="{D50278AB-17CD-446D-9F55-B97CA25474CF}"/>
    <dgm:cxn modelId="{C5D64983-E55E-4803-918A-D49A941645CF}" type="presOf" srcId="{E3E65CCD-84AB-462C-A4FC-80D9222920A7}" destId="{D3853D79-4ACB-41DD-A68C-7C692E01A690}" srcOrd="0" destOrd="0" presId="urn:microsoft.com/office/officeart/2005/8/layout/chevron1"/>
    <dgm:cxn modelId="{666C54A6-7F4F-4416-BBA1-12EFC434D786}" srcId="{E3E65CCD-84AB-462C-A4FC-80D9222920A7}" destId="{853646DE-A085-4211-83BA-E4785BAB1077}" srcOrd="1" destOrd="0" parTransId="{F7CCDF80-5F83-49DB-9ABA-727DD4D5A768}" sibTransId="{EC6C7F6B-45B2-4DDF-BC15-083DEA76CA97}"/>
    <dgm:cxn modelId="{075B01C4-6E66-4645-8EB8-9D0F8A329530}" type="presOf" srcId="{20BB13F5-9734-48F2-BDAA-324A494A4FDF}" destId="{3B131679-98CE-4E88-A5E7-C8DAEF4873E8}" srcOrd="0" destOrd="0" presId="urn:microsoft.com/office/officeart/2005/8/layout/chevron1"/>
    <dgm:cxn modelId="{F39672DB-584C-41B7-BF4B-9EC3638A8058}" type="presOf" srcId="{853646DE-A085-4211-83BA-E4785BAB1077}" destId="{A7FCEB46-14F5-41A5-A0A4-2625E00EACA1}" srcOrd="0" destOrd="0" presId="urn:microsoft.com/office/officeart/2005/8/layout/chevron1"/>
    <dgm:cxn modelId="{FC63161D-A177-4385-8383-FA2FF6011567}" type="presParOf" srcId="{D3853D79-4ACB-41DD-A68C-7C692E01A690}" destId="{3B131679-98CE-4E88-A5E7-C8DAEF4873E8}" srcOrd="0" destOrd="0" presId="urn:microsoft.com/office/officeart/2005/8/layout/chevron1"/>
    <dgm:cxn modelId="{B9C5D2F1-6E51-4DD9-A149-32508304415C}" type="presParOf" srcId="{D3853D79-4ACB-41DD-A68C-7C692E01A690}" destId="{B7F2C88D-29F0-4D3E-B517-808FB68EFE77}" srcOrd="1" destOrd="0" presId="urn:microsoft.com/office/officeart/2005/8/layout/chevron1"/>
    <dgm:cxn modelId="{A5516893-93EE-43FF-932B-D9AEE1BB7E2D}" type="presParOf" srcId="{D3853D79-4ACB-41DD-A68C-7C692E01A690}" destId="{A7FCEB46-14F5-41A5-A0A4-2625E00EACA1}" srcOrd="2" destOrd="0" presId="urn:microsoft.com/office/officeart/2005/8/layout/chevron1"/>
    <dgm:cxn modelId="{392894E7-378F-45D7-8D0C-0BD3CD349CC6}" type="presParOf" srcId="{D3853D79-4ACB-41DD-A68C-7C692E01A690}" destId="{9C3850FB-B548-4656-BE81-7BAF99B92540}" srcOrd="3" destOrd="0" presId="urn:microsoft.com/office/officeart/2005/8/layout/chevron1"/>
    <dgm:cxn modelId="{C9351154-F2E0-4630-97C2-C11C72DC9FB7}" type="presParOf" srcId="{D3853D79-4ACB-41DD-A68C-7C692E01A690}" destId="{E1B4DCD0-26D4-4CFF-AFA3-0B3737A8E1BD}" srcOrd="4" destOrd="0" presId="urn:microsoft.com/office/officeart/2005/8/layout/chevron1"/>
    <dgm:cxn modelId="{43324692-8A0A-466E-94E0-AAA35A394685}" type="presParOf" srcId="{D3853D79-4ACB-41DD-A68C-7C692E01A690}" destId="{7597A096-36D4-44B8-8CB0-8B4CA8878B31}" srcOrd="5" destOrd="0" presId="urn:microsoft.com/office/officeart/2005/8/layout/chevron1"/>
    <dgm:cxn modelId="{3D5BACD0-46EB-4B87-9417-21C0F5CB64C6}" type="presParOf" srcId="{D3853D79-4ACB-41DD-A68C-7C692E01A690}" destId="{E5531B45-B93B-4D1A-B6C5-AFF9C2AA3774}" srcOrd="6" destOrd="0" presId="urn:microsoft.com/office/officeart/2005/8/layout/chevron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131679-98CE-4E88-A5E7-C8DAEF4873E8}">
      <dsp:nvSpPr>
        <dsp:cNvPr id="0" name=""/>
        <dsp:cNvSpPr/>
      </dsp:nvSpPr>
      <dsp:spPr>
        <a:xfrm>
          <a:off x="2362" y="1113234"/>
          <a:ext cx="1412397" cy="564959"/>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kern="1200" dirty="0"/>
            <a:t>Chunking</a:t>
          </a:r>
        </a:p>
      </dsp:txBody>
      <dsp:txXfrm>
        <a:off x="284842" y="1113234"/>
        <a:ext cx="847438" cy="564959"/>
      </dsp:txXfrm>
    </dsp:sp>
    <dsp:sp modelId="{A7FCEB46-14F5-41A5-A0A4-2625E00EACA1}">
      <dsp:nvSpPr>
        <dsp:cNvPr id="0" name=""/>
        <dsp:cNvSpPr/>
      </dsp:nvSpPr>
      <dsp:spPr>
        <a:xfrm>
          <a:off x="1273520" y="1113234"/>
          <a:ext cx="1412397" cy="564959"/>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13335" rIns="13335" bIns="13335" numCol="1" spcCol="1270" anchor="ctr" anchorCtr="0">
          <a:noAutofit/>
        </a:bodyPr>
        <a:lstStyle/>
        <a:p>
          <a:pPr marL="0" lvl="0" indent="0" algn="ctr" defTabSz="444500">
            <a:lnSpc>
              <a:spcPct val="90000"/>
            </a:lnSpc>
            <a:spcBef>
              <a:spcPct val="0"/>
            </a:spcBef>
            <a:spcAft>
              <a:spcPct val="35000"/>
            </a:spcAft>
            <a:buNone/>
          </a:pPr>
          <a:r>
            <a:rPr lang="fr-FR" sz="1000" kern="1200" dirty="0"/>
            <a:t>Vectorisation</a:t>
          </a:r>
        </a:p>
      </dsp:txBody>
      <dsp:txXfrm>
        <a:off x="1556000" y="1113234"/>
        <a:ext cx="847438" cy="5649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131679-98CE-4E88-A5E7-C8DAEF4873E8}">
      <dsp:nvSpPr>
        <dsp:cNvPr id="0" name=""/>
        <dsp:cNvSpPr/>
      </dsp:nvSpPr>
      <dsp:spPr>
        <a:xfrm>
          <a:off x="1247" y="1250536"/>
          <a:ext cx="725888" cy="2903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r>
            <a:rPr lang="fr-FR" sz="500" kern="1200" dirty="0"/>
            <a:t>Vectorisation</a:t>
          </a:r>
        </a:p>
      </dsp:txBody>
      <dsp:txXfrm>
        <a:off x="146425" y="1250536"/>
        <a:ext cx="435533" cy="290355"/>
      </dsp:txXfrm>
    </dsp:sp>
    <dsp:sp modelId="{A7FCEB46-14F5-41A5-A0A4-2625E00EACA1}">
      <dsp:nvSpPr>
        <dsp:cNvPr id="0" name=""/>
        <dsp:cNvSpPr/>
      </dsp:nvSpPr>
      <dsp:spPr>
        <a:xfrm>
          <a:off x="654546" y="1250536"/>
          <a:ext cx="725888" cy="2903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r>
            <a:rPr lang="fr-FR" sz="500" kern="1200" dirty="0" err="1"/>
            <a:t>Récuperation</a:t>
          </a:r>
          <a:r>
            <a:rPr lang="fr-FR" sz="500" kern="1200" dirty="0"/>
            <a:t> </a:t>
          </a:r>
          <a:r>
            <a:rPr lang="fr-FR" sz="500" kern="1200" dirty="0" err="1"/>
            <a:t>Vectorstore</a:t>
          </a:r>
          <a:endParaRPr lang="fr-FR" sz="500" kern="1200" dirty="0"/>
        </a:p>
      </dsp:txBody>
      <dsp:txXfrm>
        <a:off x="799724" y="1250536"/>
        <a:ext cx="435533" cy="290355"/>
      </dsp:txXfrm>
    </dsp:sp>
    <dsp:sp modelId="{E1B4DCD0-26D4-4CFF-AFA3-0B3737A8E1BD}">
      <dsp:nvSpPr>
        <dsp:cNvPr id="0" name=""/>
        <dsp:cNvSpPr/>
      </dsp:nvSpPr>
      <dsp:spPr>
        <a:xfrm>
          <a:off x="1307846" y="1250536"/>
          <a:ext cx="725888" cy="2903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r>
            <a:rPr lang="fr-FR" sz="500" kern="1200" dirty="0"/>
            <a:t>Prompt template</a:t>
          </a:r>
        </a:p>
      </dsp:txBody>
      <dsp:txXfrm>
        <a:off x="1453024" y="1250536"/>
        <a:ext cx="435533" cy="290355"/>
      </dsp:txXfrm>
    </dsp:sp>
    <dsp:sp modelId="{E5531B45-B93B-4D1A-B6C5-AFF9C2AA3774}">
      <dsp:nvSpPr>
        <dsp:cNvPr id="0" name=""/>
        <dsp:cNvSpPr/>
      </dsp:nvSpPr>
      <dsp:spPr>
        <a:xfrm>
          <a:off x="1961145" y="1250536"/>
          <a:ext cx="725888" cy="290355"/>
        </a:xfrm>
        <a:prstGeom prst="chevron">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3" tIns="6668" rIns="6668" bIns="6668" numCol="1" spcCol="1270" anchor="ctr" anchorCtr="0">
          <a:noAutofit/>
        </a:bodyPr>
        <a:lstStyle/>
        <a:p>
          <a:pPr marL="0" lvl="0" indent="0" algn="ctr" defTabSz="222250">
            <a:lnSpc>
              <a:spcPct val="90000"/>
            </a:lnSpc>
            <a:spcBef>
              <a:spcPct val="0"/>
            </a:spcBef>
            <a:spcAft>
              <a:spcPct val="35000"/>
            </a:spcAft>
            <a:buNone/>
          </a:pPr>
          <a:r>
            <a:rPr lang="fr-FR" sz="500" kern="1200" dirty="0"/>
            <a:t>LLM</a:t>
          </a:r>
        </a:p>
      </dsp:txBody>
      <dsp:txXfrm>
        <a:off x="2106323" y="1250536"/>
        <a:ext cx="435533" cy="290355"/>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cap="none" dirty="0">
                <a:solidFill>
                  <a:schemeClr val="dk1"/>
                </a:solidFill>
                <a:effectLst/>
                <a:latin typeface="Calibri"/>
                <a:ea typeface="Calibri"/>
                <a:cs typeface="Calibri"/>
                <a:sym typeface="Calibri"/>
              </a:rPr>
              <a:t>Des chiffres faux, une question mal interprétée, paraphrasée, non traitée…  qui n'a jamais été déçu par une réponse de son système IA favori ? C'est ce que je cherche à adresser dans mon mémoire.</a:t>
            </a:r>
          </a:p>
          <a:p>
            <a:endParaRPr lang="fr-FR" dirty="0"/>
          </a:p>
        </p:txBody>
      </p:sp>
      <p:sp>
        <p:nvSpPr>
          <p:cNvPr id="4" name="Espace réservé du numéro de diapositive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89846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3" name="Google Shape;53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cap="none" dirty="0">
                <a:solidFill>
                  <a:schemeClr val="dk1"/>
                </a:solidFill>
                <a:effectLst/>
                <a:latin typeface="Calibri"/>
                <a:ea typeface="Calibri"/>
                <a:cs typeface="Calibri"/>
                <a:sym typeface="Calibri"/>
              </a:rPr>
              <a:t>Chers membres du jury, chers spectateurs. Je vous présente aujourd'hui mon mémoire de fin d'études, réalisé dans le cadre de mon alternance au département Prévention Santé-Sécurité de Bouygues Travaux Publics. Le gros sujet cette alternance, c'est ScribBERT : un assistant conversationnel RAG que j'ai développé pour permettre aux collaborateurs d'interroger en langage naturel les référentiels santé-sécurité internes du groupe. Mais la vraie question, et celle qui structure tout ce travail, n'est pas « comment construire un RAG », c'est plutôt « comment prouver qu'il est fiable ». Vingt minutes, cinq dimensions d'évaluation, un cas concret. On y va.</a:t>
            </a:r>
          </a:p>
          <a:p>
            <a:pPr marL="0" lvl="0" indent="0" algn="l" rtl="0">
              <a:spcBef>
                <a:spcPts val="0"/>
              </a:spcBef>
              <a:spcAft>
                <a:spcPts val="0"/>
              </a:spcAft>
              <a:buNone/>
            </a:pPr>
            <a:endParaRPr dirty="0"/>
          </a:p>
        </p:txBody>
      </p:sp>
      <p:sp>
        <p:nvSpPr>
          <p:cNvPr id="534" name="Google Shape;53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2" name="Google Shape;54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Le département P2S de Bouygues TP, c’est plus de 130 documents (procédures, référentiels, standards, guides) sur des sujets critiques comme le travail en hauteur ou les espaces confinés. Nos statistiques internes montrent qu'un collaborateur passe en moyenne 2 minutes 30 sur notre </a:t>
            </a:r>
            <a:r>
              <a:rPr lang="fr-FR" sz="1200" b="0" i="0" u="none" strike="noStrike" cap="none" dirty="0" err="1">
                <a:solidFill>
                  <a:schemeClr val="dk1"/>
                </a:solidFill>
                <a:effectLst/>
                <a:latin typeface="Calibri"/>
                <a:ea typeface="Calibri"/>
                <a:cs typeface="Calibri"/>
                <a:sym typeface="Calibri"/>
              </a:rPr>
              <a:t>sharepoint</a:t>
            </a:r>
            <a:r>
              <a:rPr lang="fr-FR" sz="1200" b="0" i="0" u="none" strike="noStrike" cap="none" dirty="0">
                <a:solidFill>
                  <a:schemeClr val="dk1"/>
                </a:solidFill>
                <a:effectLst/>
                <a:latin typeface="Calibri"/>
                <a:ea typeface="Calibri"/>
                <a:cs typeface="Calibri"/>
                <a:sym typeface="Calibri"/>
              </a:rPr>
              <a:t> pour trouver le bon document, jusqu'à 10 minutes sur les cas complexes. Et une fois le bon document trouvé, il faut fouiller dans les pages pour trouver la bonne information. Le problème c’est que ces recherches précèdent souvent des décisions opérationnelles.</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Un point à poser d'entrée : ScribBERT n'est pas un dispositif de sécurité au sens technique. Il ne pilote pas un capteur, il ne déclenche pas d'arrêt d'urgence. C'est un outil documentaire qui alimente des décisions de prévention. Et c'est précisément ce qui fait l'enjeu : une réponse plausible mais fausse une obligation restituée comme une simple recommandation peut orienter à tort un arbitrage. Ce n'est pas grave qu'un outil se trompe si on le sait ; c'est grave si on ne peut pas le mesurer.</a:t>
            </a:r>
          </a:p>
          <a:p>
            <a:pPr marL="0" lvl="0" indent="0" algn="l" rtl="0">
              <a:spcBef>
                <a:spcPts val="0"/>
              </a:spcBef>
              <a:spcAft>
                <a:spcPts val="0"/>
              </a:spcAft>
              <a:buNone/>
            </a:pPr>
            <a:endParaRPr dirty="0"/>
          </a:p>
        </p:txBody>
      </p:sp>
      <p:sp>
        <p:nvSpPr>
          <p:cNvPr id="543" name="Google Shape;54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2" name="Google Shape;562;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cap="none" dirty="0">
                <a:solidFill>
                  <a:schemeClr val="dk1"/>
                </a:solidFill>
                <a:effectLst/>
                <a:latin typeface="Calibri"/>
                <a:ea typeface="Calibri"/>
                <a:cs typeface="Calibri"/>
                <a:sym typeface="Calibri"/>
              </a:rPr>
              <a:t>Ma problématique, c'est : comment évaluer la cohérence et la fiabilité d'un système RAG en contexte industriel critique ? La thèse que je défends dans ce mémoire tient en une phrase : la fiabilité d'un RAG n'est pas un score global qu'on additionne à la fin, c'est un faisceau de cinq dimensions distinctes, qu'il faut mesurer séparément si on veut être capable de diagnostiquer où la chaîne échoue. Je vais vous montrer ces cinq dimensions, comment je les ai instrumentées, et ce qu'elles disent concrètement sur ScribBERT.</a:t>
            </a:r>
          </a:p>
          <a:p>
            <a:pPr marL="0" lvl="0" indent="0" algn="l" rtl="0">
              <a:spcBef>
                <a:spcPts val="0"/>
              </a:spcBef>
              <a:spcAft>
                <a:spcPts val="0"/>
              </a:spcAft>
              <a:buNone/>
            </a:pPr>
            <a:endParaRPr dirty="0"/>
          </a:p>
        </p:txBody>
      </p:sp>
      <p:sp>
        <p:nvSpPr>
          <p:cNvPr id="563" name="Google Shape;563;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9" name="Google Shape;57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Un mot rapide sur ce qu'est concrètement un RAG, parce que le terme est technique et je préfère m'assurer que l'on parte tous du même endroit. L'idée est en fait très intuitive.</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Un modèle de langage seul, comme </a:t>
            </a:r>
            <a:r>
              <a:rPr lang="fr-FR" sz="1200" b="0" i="0" u="none" strike="noStrike" cap="none" dirty="0" err="1">
                <a:solidFill>
                  <a:schemeClr val="dk1"/>
                </a:solidFill>
                <a:effectLst/>
                <a:latin typeface="Calibri"/>
                <a:ea typeface="Calibri"/>
                <a:cs typeface="Calibri"/>
                <a:sym typeface="Calibri"/>
              </a:rPr>
              <a:t>ChatGPT</a:t>
            </a:r>
            <a:r>
              <a:rPr lang="fr-FR" sz="1200" b="0" i="0" u="none" strike="noStrike" cap="none" dirty="0">
                <a:solidFill>
                  <a:schemeClr val="dk1"/>
                </a:solidFill>
                <a:effectLst/>
                <a:latin typeface="Calibri"/>
                <a:ea typeface="Calibri"/>
                <a:cs typeface="Calibri"/>
                <a:sym typeface="Calibri"/>
              </a:rPr>
              <a:t>, peut produire un texte fluide sur à peu près n'importe quel sujet, mais il peut aussi inventer (c'est ce qu'on appelle une hallucination) et il ne cite pas ses sources. À l'inverse, un moteur de recherche documentaire classique vous trouve, comme son nom l’indique, des documents mais ne rédige rien : à vous de les ouvrir, de les lire, de synthétiser.</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Un RAG, c'est l'assemblage des deux. Pour reprendre une image concrète : imaginez un étudiant en Mastère 2 IA à l'École Hexagone. On lui pose une question, il ne répond pas de mémoire, il fait ses recherches, consulte ses sources, puis rédige sa réponse en les citant. C'est exactement ce que fait un RAG. Quand un utilisateur pose une question, le système commence par chercher dans un corpus documentaire les passages les plus pertinents, et les donne au modèle de langage, qui va rédiger la réponse à partir de ces passages, avec les citations qui vont avec. On ancre la génération sur des documents vérifiables.</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1" i="0" u="none" strike="noStrike" cap="none" dirty="0">
                <a:solidFill>
                  <a:schemeClr val="dk1"/>
                </a:solidFill>
                <a:effectLst/>
                <a:latin typeface="Calibri"/>
                <a:ea typeface="Calibri"/>
                <a:cs typeface="Calibri"/>
                <a:sym typeface="Calibri"/>
              </a:rPr>
              <a:t>**Transition**</a:t>
            </a:r>
            <a:r>
              <a:rPr lang="fr-FR" sz="1200" b="0" i="0" u="none" strike="noStrike" cap="none" dirty="0">
                <a:solidFill>
                  <a:schemeClr val="dk1"/>
                </a:solidFill>
                <a:effectLst/>
                <a:latin typeface="Calibri"/>
                <a:ea typeface="Calibri"/>
                <a:cs typeface="Calibri"/>
                <a:sym typeface="Calibri"/>
              </a:rPr>
              <a:t> : « Techniquement, cette chaîne se décompose en cinq étages, et c'est là que se cachent les vraies difficultés. »</a:t>
            </a:r>
          </a:p>
        </p:txBody>
      </p:sp>
      <p:sp>
        <p:nvSpPr>
          <p:cNvPr id="580" name="Google Shape;58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4" name="Google Shape;60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Un RAG, c'est en réalité deux chaînes distinctes qui se rejoignent en un point commun : la base de données vectorielle.</a:t>
            </a:r>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La première, c'est la chaîne d'ingestion elle tourne en amont, lorsqu’un document est ajouté. On part d’un document PDF, on le découpe en </a:t>
            </a:r>
            <a:r>
              <a:rPr lang="fr-FR" sz="1200" b="0" i="0" u="none" strike="noStrike" cap="none" dirty="0" err="1">
                <a:solidFill>
                  <a:schemeClr val="dk1"/>
                </a:solidFill>
                <a:effectLst/>
                <a:latin typeface="Calibri"/>
                <a:ea typeface="Calibri"/>
                <a:cs typeface="Calibri"/>
                <a:sym typeface="Calibri"/>
              </a:rPr>
              <a:t>chunks</a:t>
            </a:r>
            <a:r>
              <a:rPr lang="fr-FR" sz="1200" b="0" i="0" u="none" strike="noStrike" cap="none" dirty="0">
                <a:solidFill>
                  <a:schemeClr val="dk1"/>
                </a:solidFill>
                <a:effectLst/>
                <a:latin typeface="Calibri"/>
                <a:ea typeface="Calibri"/>
                <a:cs typeface="Calibri"/>
                <a:sym typeface="Calibri"/>
              </a:rPr>
              <a:t>, on transforme chaque chunk en vecteur, et on l'envoie dans le </a:t>
            </a:r>
            <a:r>
              <a:rPr lang="fr-FR" sz="1200" b="0" i="0" u="none" strike="noStrike" cap="none" dirty="0" err="1">
                <a:solidFill>
                  <a:schemeClr val="dk1"/>
                </a:solidFill>
                <a:effectLst/>
                <a:latin typeface="Calibri"/>
                <a:ea typeface="Calibri"/>
                <a:cs typeface="Calibri"/>
                <a:sym typeface="Calibri"/>
              </a:rPr>
              <a:t>vector</a:t>
            </a:r>
            <a:r>
              <a:rPr lang="fr-FR" sz="1200" b="0" i="0" u="none" strike="noStrike" cap="none" dirty="0">
                <a:solidFill>
                  <a:schemeClr val="dk1"/>
                </a:solidFill>
                <a:effectLst/>
                <a:latin typeface="Calibri"/>
                <a:ea typeface="Calibri"/>
                <a:cs typeface="Calibri"/>
                <a:sym typeface="Calibri"/>
              </a:rPr>
              <a:t> store. C'est là que se cachent les premières sources d'erreur : une règle coupée en deux au </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 un tableau perdu à l'extraction, un terme métier mal capturé par le modèle de vectorisation.</a:t>
            </a:r>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La deuxième, c'est la chaîne de requête. Qui comme son nom l’indique, s'exécute à chaque question. La question de l’utilisateur est vectorisée, on interroge le </a:t>
            </a:r>
            <a:r>
              <a:rPr lang="fr-FR" sz="1200" b="0" i="0" u="none" strike="noStrike" cap="none" dirty="0" err="1">
                <a:solidFill>
                  <a:schemeClr val="dk1"/>
                </a:solidFill>
                <a:effectLst/>
                <a:latin typeface="Calibri"/>
                <a:ea typeface="Calibri"/>
                <a:cs typeface="Calibri"/>
                <a:sym typeface="Calibri"/>
              </a:rPr>
              <a:t>vector</a:t>
            </a:r>
            <a:r>
              <a:rPr lang="fr-FR" sz="1200" b="0" i="0" u="none" strike="noStrike" cap="none" dirty="0">
                <a:solidFill>
                  <a:schemeClr val="dk1"/>
                </a:solidFill>
                <a:effectLst/>
                <a:latin typeface="Calibri"/>
                <a:ea typeface="Calibri"/>
                <a:cs typeface="Calibri"/>
                <a:sym typeface="Calibri"/>
              </a:rPr>
              <a:t> store pour récupérer les passages les plus proches, on les injecte dans un prompt template (une sorte de texte à trou), et on envoie le tout au modèle de langage qui rédige la réponse. Les défaillances ici sont différentes : un passage thématiquement proche mais non applicable remonté, ou une extrapolation du modèle à la génération.</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Le point clé, c'est que ces deux chaînes ont chacune leurs propres modes d'échec, souvent invisibles si on ne regarde que la réponse finale. Un excellent score de récupération reste parfaitement compatible avec une réponse fausse. C'est ce qui rend nécessaire une évaluation décomposable, dimension par dimension.</a:t>
            </a:r>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1" i="0" u="none" strike="noStrike" cap="none" dirty="0">
                <a:solidFill>
                  <a:schemeClr val="dk1"/>
                </a:solidFill>
                <a:effectLst/>
                <a:latin typeface="Calibri"/>
                <a:ea typeface="Calibri"/>
                <a:cs typeface="Calibri"/>
                <a:sym typeface="Calibri"/>
              </a:rPr>
              <a:t>**Transition**</a:t>
            </a:r>
            <a:r>
              <a:rPr lang="fr-FR" sz="1200" b="0" i="0" u="none" strike="noStrike" cap="none" dirty="0">
                <a:solidFill>
                  <a:schemeClr val="dk1"/>
                </a:solidFill>
                <a:effectLst/>
                <a:latin typeface="Calibri"/>
                <a:ea typeface="Calibri"/>
                <a:cs typeface="Calibri"/>
                <a:sym typeface="Calibri"/>
              </a:rPr>
              <a:t> : « La Première dimension, et la plus intuitive : la pertinence de récupération, du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a:t>
            </a:r>
          </a:p>
        </p:txBody>
      </p:sp>
      <p:sp>
        <p:nvSpPr>
          <p:cNvPr id="605" name="Google Shape;60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6" name="Google Shape;616;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Une précaution de vocabulaire avant d'aller plus loin. Ces étages que vous venez de voir, sont les endroits où peut naître l’erreur. C'est la structure de la chaîne. Les cinq dimensions que je vais présenter maintenant, c'est ce qu'on mesure sur le système. Ce sont deux grilles différentes, qui se croisent et c'est d’ailleurs précisément ce croisement qui va rendre l'analyse d'erreurs actionnable, en fin de présentation.</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Première dimension, donc : est-ce que le bon passage est bien dans le top-k renvoyé par la récupération ? K étant un nombre entier, supérieur ou égal à 0 (bien que 0 corresponde à l’absence de rag). On dispose ici de métriques classiques héritées de la recherche d'information: </a:t>
            </a:r>
            <a:r>
              <a:rPr lang="fr-FR" sz="1200" b="0" i="0" u="none" strike="noStrike" cap="none" dirty="0" err="1">
                <a:solidFill>
                  <a:schemeClr val="dk1"/>
                </a:solidFill>
                <a:effectLst/>
                <a:latin typeface="Calibri"/>
                <a:ea typeface="Calibri"/>
                <a:cs typeface="Calibri"/>
                <a:sym typeface="Calibri"/>
              </a:rPr>
              <a:t>Recall@k</a:t>
            </a:r>
            <a:r>
              <a:rPr lang="fr-FR" sz="1200" b="0" i="0" u="none" strike="noStrike" cap="none" dirty="0">
                <a:solidFill>
                  <a:schemeClr val="dk1"/>
                </a:solidFill>
                <a:effectLst/>
                <a:latin typeface="Calibri"/>
                <a:ea typeface="Calibri"/>
                <a:cs typeface="Calibri"/>
                <a:sym typeface="Calibri"/>
              </a:rPr>
              <a:t>, MRR, </a:t>
            </a:r>
            <a:r>
              <a:rPr lang="fr-FR" sz="1200" b="0" i="0" u="none" strike="noStrike" cap="none" dirty="0" err="1">
                <a:solidFill>
                  <a:schemeClr val="dk1"/>
                </a:solidFill>
                <a:effectLst/>
                <a:latin typeface="Calibri"/>
                <a:ea typeface="Calibri"/>
                <a:cs typeface="Calibri"/>
                <a:sym typeface="Calibri"/>
              </a:rPr>
              <a:t>nDCG</a:t>
            </a:r>
            <a:r>
              <a:rPr lang="fr-FR" sz="1200" b="0" i="0" u="none" strike="noStrike" cap="none" dirty="0">
                <a:solidFill>
                  <a:schemeClr val="dk1"/>
                </a:solidFill>
                <a:effectLst/>
                <a:latin typeface="Calibri"/>
                <a:ea typeface="Calibri"/>
                <a:cs typeface="Calibri"/>
                <a:sym typeface="Calibri"/>
              </a:rPr>
              <a:t>: que j'ai adaptées à un jeu de test que j'ai construit sur mesure : 50 questions annotées manuellement, stratifiées par type, difficulté, criticité métier et langue.</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J’ai lancé un plan factoriel complet : 16 modèles de vectorisation croisés avec 9 stratégies de </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 et 6 variantes de récupération. Ça fait 864 configurations, dont 750 exploitables. Ce que vous voyez à l'écran, c'est la </a:t>
            </a:r>
            <a:r>
              <a:rPr lang="fr-FR" sz="1200" b="0" i="0" u="none" strike="noStrike" cap="none" dirty="0" err="1">
                <a:solidFill>
                  <a:schemeClr val="dk1"/>
                </a:solidFill>
                <a:effectLst/>
                <a:latin typeface="Calibri"/>
                <a:ea typeface="Calibri"/>
                <a:cs typeface="Calibri"/>
                <a:sym typeface="Calibri"/>
              </a:rPr>
              <a:t>heatmap</a:t>
            </a:r>
            <a:r>
              <a:rPr lang="fr-FR" sz="1200" b="0" i="0" u="none" strike="noStrike" cap="none" dirty="0">
                <a:solidFill>
                  <a:schemeClr val="dk1"/>
                </a:solidFill>
                <a:effectLst/>
                <a:latin typeface="Calibri"/>
                <a:ea typeface="Calibri"/>
                <a:cs typeface="Calibri"/>
                <a:sym typeface="Calibri"/>
              </a:rPr>
              <a:t> des scores MRR moyens : chaque case est une combinaison modèle-</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Deux enseignements. D'abord, les huit meilleurs modèles se tiennent dans une bande de plus ou moins 3 centièmes de MRR : sur ce corpus, il n'y a pas de modèle miracle. Ada-002, embed-3-large, Nomic, Qwen3, Solon, E5, Jina : ils sont tous à une quasi-égalité statistique. Ce qui veut dire que le choix se fait sur les critères pratiques — latence, coût, souveraineté — pas sur la MRR seule.</a:t>
            </a:r>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Ensuite, deuxième enseignement plus contre-intuitif : le </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 optimal dépend du modèle. Les gros modèles avec grande fenêtre de contexte — embed-3-large, Nomic, Qwen3 — préfèrent des </a:t>
            </a:r>
            <a:r>
              <a:rPr lang="fr-FR" sz="1200" b="0" i="0" u="none" strike="noStrike" cap="none" dirty="0" err="1">
                <a:solidFill>
                  <a:schemeClr val="dk1"/>
                </a:solidFill>
                <a:effectLst/>
                <a:latin typeface="Calibri"/>
                <a:ea typeface="Calibri"/>
                <a:cs typeface="Calibri"/>
                <a:sym typeface="Calibri"/>
              </a:rPr>
              <a:t>chunks</a:t>
            </a:r>
            <a:r>
              <a:rPr lang="fr-FR" sz="1200" b="0" i="0" u="none" strike="noStrike" cap="none" dirty="0">
                <a:solidFill>
                  <a:schemeClr val="dk1"/>
                </a:solidFill>
                <a:effectLst/>
                <a:latin typeface="Calibri"/>
                <a:ea typeface="Calibri"/>
                <a:cs typeface="Calibri"/>
                <a:sym typeface="Calibri"/>
              </a:rPr>
              <a:t> de 1024 tokens : ils exploitent le contexte long pour mieux discriminer. Les modèles francophones spécialisés — Solon, </a:t>
            </a:r>
            <a:r>
              <a:rPr lang="fr-FR" sz="1200" b="0" i="0" u="none" strike="noStrike" cap="none" dirty="0" err="1">
                <a:solidFill>
                  <a:schemeClr val="dk1"/>
                </a:solidFill>
                <a:effectLst/>
                <a:latin typeface="Calibri"/>
                <a:ea typeface="Calibri"/>
                <a:cs typeface="Calibri"/>
                <a:sym typeface="Calibri"/>
              </a:rPr>
              <a:t>CamemBERT</a:t>
            </a:r>
            <a:r>
              <a:rPr lang="fr-FR" sz="1200" b="0" i="0" u="none" strike="noStrike" cap="none" dirty="0">
                <a:solidFill>
                  <a:schemeClr val="dk1"/>
                </a:solidFill>
                <a:effectLst/>
                <a:latin typeface="Calibri"/>
                <a:ea typeface="Calibri"/>
                <a:cs typeface="Calibri"/>
                <a:sym typeface="Calibri"/>
              </a:rPr>
              <a:t>-large — préfèrent le </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 par paragraphe, qui respecte les unités sémantiques naturelles de la langue. Les modèles compacts — MiniLM-L6, multilingual-e5-small — sont pénalisés par les </a:t>
            </a:r>
            <a:r>
              <a:rPr lang="fr-FR" sz="1200" b="0" i="0" u="none" strike="noStrike" cap="none" dirty="0" err="1">
                <a:solidFill>
                  <a:schemeClr val="dk1"/>
                </a:solidFill>
                <a:effectLst/>
                <a:latin typeface="Calibri"/>
                <a:ea typeface="Calibri"/>
                <a:cs typeface="Calibri"/>
                <a:sym typeface="Calibri"/>
              </a:rPr>
              <a:t>chunks</a:t>
            </a:r>
            <a:r>
              <a:rPr lang="fr-FR" sz="1200" b="0" i="0" u="none" strike="noStrike" cap="none" dirty="0">
                <a:solidFill>
                  <a:schemeClr val="dk1"/>
                </a:solidFill>
                <a:effectLst/>
                <a:latin typeface="Calibri"/>
                <a:ea typeface="Calibri"/>
                <a:cs typeface="Calibri"/>
                <a:sym typeface="Calibri"/>
              </a:rPr>
              <a:t> longs : leur fenêtre de 512 tokens sature, et la représentation se dégrade. Autrement dit, on ne peut pas recommander « le meilleur </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 » dans l'abstrait — il faut le tester conjointement avec le modèle. C'est un vrai résultat, et c'est ce qui a justifié de garder tout le plan factoriel plutôt que de figer une stratégie a priori.</a:t>
            </a:r>
          </a:p>
          <a:p>
            <a:endParaRPr lang="fr-FR" sz="1200" b="0" i="0" u="none" strike="noStrike" cap="none" dirty="0">
              <a:solidFill>
                <a:schemeClr val="dk1"/>
              </a:solidFill>
              <a:effectLst/>
              <a:latin typeface="Calibri"/>
              <a:ea typeface="Calibri"/>
              <a:cs typeface="Calibri"/>
              <a:sym typeface="Calibri"/>
            </a:endParaRP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fr-FR" sz="1200" b="0" i="0" u="none" strike="noStrike" cap="none" dirty="0">
                <a:solidFill>
                  <a:schemeClr val="dk1"/>
                </a:solidFill>
                <a:effectLst/>
                <a:latin typeface="Calibri"/>
                <a:ea typeface="Calibri"/>
                <a:cs typeface="Calibri"/>
                <a:sym typeface="Calibri"/>
              </a:rPr>
              <a:t>Un bon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est nécessaire, mais pas suffisant. Deuxième dimension : la fidélité aux sources.</a:t>
            </a:r>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dirty="0"/>
          </a:p>
        </p:txBody>
      </p:sp>
      <p:sp>
        <p:nvSpPr>
          <p:cNvPr id="617" name="Google Shape;617;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0" name="Google Shape;64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Deuxième dimension, et sans doute la plus critique pour un usage santé-sécurité : la fidélité aux sources. La question n'est plus « le bon passage est-il dans le contexte » mais « la réponse générée reste-t-elle vraiment fidèle à ce que disent ces passages, ou est-ce que le modèle a rajouté, extrapolé, inversé une modalité ? »</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Pour la mesurer automatiquement, j'ai utilisé le </a:t>
            </a:r>
            <a:r>
              <a:rPr lang="fr-FR" sz="1200" b="0" i="0" u="none" strike="noStrike" cap="none" dirty="0" err="1">
                <a:solidFill>
                  <a:schemeClr val="dk1"/>
                </a:solidFill>
                <a:effectLst/>
                <a:latin typeface="Calibri"/>
                <a:ea typeface="Calibri"/>
                <a:cs typeface="Calibri"/>
                <a:sym typeface="Calibri"/>
              </a:rPr>
              <a:t>framework</a:t>
            </a:r>
            <a:r>
              <a:rPr lang="fr-FR" sz="1200" b="0" i="0" u="none" strike="noStrike" cap="none" dirty="0">
                <a:solidFill>
                  <a:schemeClr val="dk1"/>
                </a:solidFill>
                <a:effectLst/>
                <a:latin typeface="Calibri"/>
                <a:ea typeface="Calibri"/>
                <a:cs typeface="Calibri"/>
                <a:sym typeface="Calibri"/>
              </a:rPr>
              <a:t> RAGAS, qui décompose la réponse en propositions atomiques et vérifie chacune contre le contexte à l'aide d'un LLM-juge. Sur cinq configurations sélectionnées — trois côté Azure avec GPT-3.5, deux côté Mistral-7B local — vous voyez le profil complet à l'écran.</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Trois observations. Premièrement, la configuration hybride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 dense plus BM25 avec fusion RRF — domine sur les quatre axes simultanément : 0,77 de </a:t>
            </a:r>
            <a:r>
              <a:rPr lang="fr-FR" sz="1200" b="0" i="0" u="none" strike="noStrike" cap="none" dirty="0" err="1">
                <a:solidFill>
                  <a:schemeClr val="dk1"/>
                </a:solidFill>
                <a:effectLst/>
                <a:latin typeface="Calibri"/>
                <a:ea typeface="Calibri"/>
                <a:cs typeface="Calibri"/>
                <a:sym typeface="Calibri"/>
              </a:rPr>
              <a:t>faithfulness</a:t>
            </a:r>
            <a:r>
              <a:rPr lang="fr-FR" sz="1200" b="0" i="0" u="none" strike="noStrike" cap="none" dirty="0">
                <a:solidFill>
                  <a:schemeClr val="dk1"/>
                </a:solidFill>
                <a:effectLst/>
                <a:latin typeface="Calibri"/>
                <a:ea typeface="Calibri"/>
                <a:cs typeface="Calibri"/>
                <a:sym typeface="Calibri"/>
              </a:rPr>
              <a:t>, meilleure </a:t>
            </a:r>
            <a:r>
              <a:rPr lang="fr-FR" sz="1200" b="0" i="0" u="none" strike="noStrike" cap="none" dirty="0" err="1">
                <a:solidFill>
                  <a:schemeClr val="dk1"/>
                </a:solidFill>
                <a:effectLst/>
                <a:latin typeface="Calibri"/>
                <a:ea typeface="Calibri"/>
                <a:cs typeface="Calibri"/>
                <a:sym typeface="Calibri"/>
              </a:rPr>
              <a:t>answer</a:t>
            </a:r>
            <a:r>
              <a:rPr lang="fr-FR" sz="1200" b="0" i="0" u="none" strike="noStrike" cap="none" dirty="0">
                <a:solidFill>
                  <a:schemeClr val="dk1"/>
                </a:solidFill>
                <a:effectLst/>
                <a:latin typeface="Calibri"/>
                <a:ea typeface="Calibri"/>
                <a:cs typeface="Calibri"/>
                <a:sym typeface="Calibri"/>
              </a:rPr>
              <a:t> </a:t>
            </a:r>
            <a:r>
              <a:rPr lang="fr-FR" sz="1200" b="0" i="0" u="none" strike="noStrike" cap="none" dirty="0" err="1">
                <a:solidFill>
                  <a:schemeClr val="dk1"/>
                </a:solidFill>
                <a:effectLst/>
                <a:latin typeface="Calibri"/>
                <a:ea typeface="Calibri"/>
                <a:cs typeface="Calibri"/>
                <a:sym typeface="Calibri"/>
              </a:rPr>
              <a:t>relevancy</a:t>
            </a:r>
            <a:r>
              <a:rPr lang="fr-FR" sz="1200" b="0" i="0" u="none" strike="noStrike" cap="none" dirty="0">
                <a:solidFill>
                  <a:schemeClr val="dk1"/>
                </a:solidFill>
                <a:effectLst/>
                <a:latin typeface="Calibri"/>
                <a:ea typeface="Calibri"/>
                <a:cs typeface="Calibri"/>
                <a:sym typeface="Calibri"/>
              </a:rPr>
              <a:t>, meilleure </a:t>
            </a:r>
            <a:r>
              <a:rPr lang="fr-FR" sz="1200" b="0" i="0" u="none" strike="noStrike" cap="none" dirty="0" err="1">
                <a:solidFill>
                  <a:schemeClr val="dk1"/>
                </a:solidFill>
                <a:effectLst/>
                <a:latin typeface="Calibri"/>
                <a:ea typeface="Calibri"/>
                <a:cs typeface="Calibri"/>
                <a:sym typeface="Calibri"/>
              </a:rPr>
              <a:t>context</a:t>
            </a:r>
            <a:r>
              <a:rPr lang="fr-FR" sz="1200" b="0" i="0" u="none" strike="noStrike" cap="none" dirty="0">
                <a:solidFill>
                  <a:schemeClr val="dk1"/>
                </a:solidFill>
                <a:effectLst/>
                <a:latin typeface="Calibri"/>
                <a:ea typeface="Calibri"/>
                <a:cs typeface="Calibri"/>
                <a:sym typeface="Calibri"/>
              </a:rPr>
              <a:t> </a:t>
            </a:r>
            <a:r>
              <a:rPr lang="fr-FR" sz="1200" b="0" i="0" u="none" strike="noStrike" cap="none" dirty="0" err="1">
                <a:solidFill>
                  <a:schemeClr val="dk1"/>
                </a:solidFill>
                <a:effectLst/>
                <a:latin typeface="Calibri"/>
                <a:ea typeface="Calibri"/>
                <a:cs typeface="Calibri"/>
                <a:sym typeface="Calibri"/>
              </a:rPr>
              <a:t>precision</a:t>
            </a:r>
            <a:r>
              <a:rPr lang="fr-FR" sz="1200" b="0" i="0" u="none" strike="noStrike" cap="none" dirty="0">
                <a:solidFill>
                  <a:schemeClr val="dk1"/>
                </a:solidFill>
                <a:effectLst/>
                <a:latin typeface="Calibri"/>
                <a:ea typeface="Calibri"/>
                <a:cs typeface="Calibri"/>
                <a:sym typeface="Calibri"/>
              </a:rPr>
              <a:t>. Ça confirme, côté génération, ce qu'on avait déjà vu côté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 une récupération plus précise se traduit par une génération plus fidèle. Deuxièmement, GPT-3.5 plafonne à environ 0,77 de </a:t>
            </a:r>
            <a:r>
              <a:rPr lang="fr-FR" sz="1200" b="0" i="0" u="none" strike="noStrike" cap="none" dirty="0" err="1">
                <a:solidFill>
                  <a:schemeClr val="dk1"/>
                </a:solidFill>
                <a:effectLst/>
                <a:latin typeface="Calibri"/>
                <a:ea typeface="Calibri"/>
                <a:cs typeface="Calibri"/>
                <a:sym typeface="Calibri"/>
              </a:rPr>
              <a:t>faithfulness</a:t>
            </a:r>
            <a:r>
              <a:rPr lang="fr-FR" sz="1200" b="0" i="0" u="none" strike="noStrike" cap="none" dirty="0">
                <a:solidFill>
                  <a:schemeClr val="dk1"/>
                </a:solidFill>
                <a:effectLst/>
                <a:latin typeface="Calibri"/>
                <a:ea typeface="Calibri"/>
                <a:cs typeface="Calibri"/>
                <a:sym typeface="Calibri"/>
              </a:rPr>
              <a:t>. Pour aller vers 0,90, cible des </a:t>
            </a:r>
            <a:r>
              <a:rPr lang="fr-FR" sz="1200" b="0" i="0" u="none" strike="noStrike" cap="none" dirty="0" err="1">
                <a:solidFill>
                  <a:schemeClr val="dk1"/>
                </a:solidFill>
                <a:effectLst/>
                <a:latin typeface="Calibri"/>
                <a:ea typeface="Calibri"/>
                <a:cs typeface="Calibri"/>
                <a:sym typeface="Calibri"/>
              </a:rPr>
              <a:t>frameworks</a:t>
            </a:r>
            <a:r>
              <a:rPr lang="fr-FR" sz="1200" b="0" i="0" u="none" strike="noStrike" cap="none" dirty="0">
                <a:solidFill>
                  <a:schemeClr val="dk1"/>
                </a:solidFill>
                <a:effectLst/>
                <a:latin typeface="Calibri"/>
                <a:ea typeface="Calibri"/>
                <a:cs typeface="Calibri"/>
                <a:sym typeface="Calibri"/>
              </a:rPr>
              <a:t> matures, il faudra passer à un modèle plus récent — GPT-4o, Claude Sonnet, Mistral Large — et durcir la consigne de citation.</a:t>
            </a:r>
          </a:p>
          <a:p>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Troisième point, plus délicat : Mistral-7B en local. En performance pure, il est en retrait — 0,68 de </a:t>
            </a:r>
            <a:r>
              <a:rPr lang="fr-FR" sz="1200" b="0" i="0" u="none" strike="noStrike" cap="none" dirty="0" err="1">
                <a:solidFill>
                  <a:schemeClr val="dk1"/>
                </a:solidFill>
                <a:effectLst/>
                <a:latin typeface="Calibri"/>
                <a:ea typeface="Calibri"/>
                <a:cs typeface="Calibri"/>
                <a:sym typeface="Calibri"/>
              </a:rPr>
              <a:t>faithfulness</a:t>
            </a:r>
            <a:r>
              <a:rPr lang="fr-FR" sz="1200" b="0" i="0" u="none" strike="noStrike" cap="none" dirty="0">
                <a:solidFill>
                  <a:schemeClr val="dk1"/>
                </a:solidFill>
                <a:effectLst/>
                <a:latin typeface="Calibri"/>
                <a:ea typeface="Calibri"/>
                <a:cs typeface="Calibri"/>
                <a:sym typeface="Calibri"/>
              </a:rPr>
              <a:t> dans sa meilleure configuration. Mais surtout, en latence, on est à 36 secondes par question contre 5 secondes pour Azure. Pas viable pour du temps réel. Il reste néanmoins pertinent comme voie de repli souverain, pour les chantiers en environnement isolé — nucléaire, militaire — où on ne peut pas sortir d'Internet.</a:t>
            </a:r>
          </a:p>
          <a:p>
            <a:endParaRPr lang="fr-FR" sz="1200" b="0" i="0" u="none" strike="noStrike" cap="none" dirty="0">
              <a:solidFill>
                <a:schemeClr val="dk1"/>
              </a:solidFill>
              <a:effectLst/>
              <a:latin typeface="Calibri"/>
              <a:ea typeface="Calibri"/>
              <a:cs typeface="Calibri"/>
              <a:sym typeface="Calibri"/>
            </a:endParaRPr>
          </a:p>
          <a:p>
            <a:r>
              <a:rPr lang="fr-FR" sz="1200" b="1" i="0" u="none" strike="noStrike" cap="none" dirty="0">
                <a:solidFill>
                  <a:schemeClr val="dk1"/>
                </a:solidFill>
                <a:effectLst/>
                <a:latin typeface="Calibri"/>
                <a:ea typeface="Calibri"/>
                <a:cs typeface="Calibri"/>
                <a:sym typeface="Calibri"/>
              </a:rPr>
              <a:t>**Transition**</a:t>
            </a:r>
            <a:r>
              <a:rPr lang="fr-FR" sz="1200" b="0" i="0" u="none" strike="noStrike" cap="none" dirty="0">
                <a:solidFill>
                  <a:schemeClr val="dk1"/>
                </a:solidFill>
                <a:effectLst/>
                <a:latin typeface="Calibri"/>
                <a:ea typeface="Calibri"/>
                <a:cs typeface="Calibri"/>
                <a:sym typeface="Calibri"/>
              </a:rPr>
              <a:t> : « Troisième dimension, qui capture ce qu'aucune des deux premières ne voit : la pertinence de la réponse elle-même. »</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p:txBody>
      </p:sp>
      <p:sp>
        <p:nvSpPr>
          <p:cNvPr id="641" name="Google Shape;64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3f54c2447b2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6" name="Google Shape;656;g3f54c2447b2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Troisième dimension : est-ce que la réponse traite vraiment la question posée, avec la bonne complétude, sans dériver ? Une réponse peut être parfaitement fidèle à ses sources et complètement à côté de la question. On mesure ça avec l'</a:t>
            </a:r>
            <a:r>
              <a:rPr lang="fr-FR" sz="1200" b="0" i="0" u="none" strike="noStrike" cap="none" dirty="0" err="1">
                <a:solidFill>
                  <a:schemeClr val="dk1"/>
                </a:solidFill>
                <a:effectLst/>
                <a:latin typeface="Calibri"/>
                <a:ea typeface="Calibri"/>
                <a:cs typeface="Calibri"/>
                <a:sym typeface="Calibri"/>
              </a:rPr>
              <a:t>answer</a:t>
            </a:r>
            <a:r>
              <a:rPr lang="fr-FR" sz="1200" b="0" i="0" u="none" strike="noStrike" cap="none" dirty="0">
                <a:solidFill>
                  <a:schemeClr val="dk1"/>
                </a:solidFill>
                <a:effectLst/>
                <a:latin typeface="Calibri"/>
                <a:ea typeface="Calibri"/>
                <a:cs typeface="Calibri"/>
                <a:sym typeface="Calibri"/>
              </a:rPr>
              <a:t> </a:t>
            </a:r>
            <a:r>
              <a:rPr lang="fr-FR" sz="1200" b="0" i="0" u="none" strike="noStrike" cap="none" dirty="0" err="1">
                <a:solidFill>
                  <a:schemeClr val="dk1"/>
                </a:solidFill>
                <a:effectLst/>
                <a:latin typeface="Calibri"/>
                <a:ea typeface="Calibri"/>
                <a:cs typeface="Calibri"/>
                <a:sym typeface="Calibri"/>
              </a:rPr>
              <a:t>relevancy</a:t>
            </a:r>
            <a:r>
              <a:rPr lang="fr-FR" sz="1200" b="0" i="0" u="none" strike="noStrike" cap="none" dirty="0">
                <a:solidFill>
                  <a:schemeClr val="dk1"/>
                </a:solidFill>
                <a:effectLst/>
                <a:latin typeface="Calibri"/>
                <a:ea typeface="Calibri"/>
                <a:cs typeface="Calibri"/>
                <a:sym typeface="Calibri"/>
              </a:rPr>
              <a:t> de RAGAS, croisée avec la stratification par type de question.</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Le graphe à l'écran montre les scores RAGAS par type. Les questions factuelles et procédurales performent très bien. Deux catégories décrochent : les conditionnelles — les fameuses « que faire si… » — parce que le système attrape la règle générale mais rate parfois l'exception ; et les comparatives — « quelle différence entre A et B » — parce que le top-5 se fait souvent dominer par l'entité la plus représentée dans le corpus.</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C'est justement pour ce type de questions comparatives que j'ai développé une fonctionnalité de gap analysis dans ScribBERT, que vous voyez en bas à droite : l'utilisateur sélectionne deux sous-ensembles de documents, la même requête est exécutée sur chacun, et les écarts sont visibles directement. Au-delà du cas comparatif, cette fonctionnalité a aussi vocation à accélérer l'ouverture de chantiers dans un nouveau pays, en identifiant les écarts entre nos référentiels internes et les réglementations locales applicables.</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dirty="0"/>
          </a:p>
        </p:txBody>
      </p:sp>
      <p:sp>
        <p:nvSpPr>
          <p:cNvPr id="657" name="Google Shape;657;g3f54c2447b2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g3f54c2447b2_0_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0" name="Google Shape;670;g3f54c2447b2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Quatrième dimension : la stabilité. La plupart des </a:t>
            </a:r>
            <a:r>
              <a:rPr lang="fr-FR" sz="1200" b="0" i="0" u="none" strike="noStrike" cap="none" dirty="0" err="1">
                <a:solidFill>
                  <a:schemeClr val="dk1"/>
                </a:solidFill>
                <a:effectLst/>
                <a:latin typeface="Calibri"/>
                <a:ea typeface="Calibri"/>
                <a:cs typeface="Calibri"/>
                <a:sym typeface="Calibri"/>
              </a:rPr>
              <a:t>frameworks</a:t>
            </a:r>
            <a:r>
              <a:rPr lang="fr-FR" sz="1200" b="0" i="0" u="none" strike="noStrike" cap="none" dirty="0">
                <a:solidFill>
                  <a:schemeClr val="dk1"/>
                </a:solidFill>
                <a:effectLst/>
                <a:latin typeface="Calibri"/>
                <a:ea typeface="Calibri"/>
                <a:cs typeface="Calibri"/>
                <a:sym typeface="Calibri"/>
              </a:rPr>
              <a:t> d'évaluation la traitent comme un effet de bord — on lance une exécution, on prend le score. Mais un système qui donne une bonne réponse un jour et une réponse médiocre le lendemain sur la même question est bon en moyenne mais pas fiable. Pour un usage santé-sécurité, la variabilité fait partie intégrante de la fiabilité perçue.</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J'ai construit un protocole dédié : pour chaque question, dix exécutions à </a:t>
            </a:r>
            <a:r>
              <a:rPr lang="fr-FR" sz="1200" b="0" i="0" u="none" strike="noStrike" cap="none" dirty="0" err="1">
                <a:solidFill>
                  <a:schemeClr val="dk1"/>
                </a:solidFill>
                <a:effectLst/>
                <a:latin typeface="Calibri"/>
                <a:ea typeface="Calibri"/>
                <a:cs typeface="Calibri"/>
                <a:sym typeface="Calibri"/>
              </a:rPr>
              <a:t>seed</a:t>
            </a:r>
            <a:r>
              <a:rPr lang="fr-FR" sz="1200" b="0" i="0" u="none" strike="noStrike" cap="none" dirty="0">
                <a:solidFill>
                  <a:schemeClr val="dk1"/>
                </a:solidFill>
                <a:effectLst/>
                <a:latin typeface="Calibri"/>
                <a:ea typeface="Calibri"/>
                <a:cs typeface="Calibri"/>
                <a:sym typeface="Calibri"/>
              </a:rPr>
              <a:t> constante, plus les paraphrases annotées dans le jeu de test. Quatre indicateurs mesurés : stabilité du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stabilité des citations, stabilité sémantique de la réponse, et robustesse aux paraphrases.</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Le résultat central est à droite en gros : 0,94 de stabilité inter-runs, mais seulement 0,77 de robustesse aux paraphrases. Dix-sept points d'écart. Autrement dit : ScribBERT est stable quand on lui repose exactement la même question, mais dès que l'utilisateur reformule — ce qui est le comportement naturel — la réponse peut sensiblement varier. C'est l'indicateur prioritaire à améliorer pour la production, probablement via une étape de normalisation de requête en amont du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Et c'est un résultat qu'aucune évaluation ponctuelle n'aurait pu remonter.</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dirty="0"/>
          </a:p>
        </p:txBody>
      </p:sp>
      <p:sp>
        <p:nvSpPr>
          <p:cNvPr id="671" name="Google Shape;671;g3f54c2447b2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g3f54c2447b2_0_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3" name="Google Shape;693;g3f54c2447b2_0_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Cinquième dimension : la traçabilité. Une réponse ne suffit pas ; il faut pouvoir prouver d'où elle vient. Dans un contexte santé-sécurité, et à plus forte raison avec l'entrée en application progressive de l'AI </a:t>
            </a:r>
            <a:r>
              <a:rPr lang="fr-FR" sz="1200" b="0" i="0" u="none" strike="noStrike" cap="none" dirty="0" err="1">
                <a:solidFill>
                  <a:schemeClr val="dk1"/>
                </a:solidFill>
                <a:effectLst/>
                <a:latin typeface="Calibri"/>
                <a:ea typeface="Calibri"/>
                <a:cs typeface="Calibri"/>
                <a:sym typeface="Calibri"/>
              </a:rPr>
              <a:t>Act</a:t>
            </a:r>
            <a:r>
              <a:rPr lang="fr-FR" sz="1200" b="0" i="0" u="none" strike="noStrike" cap="none" dirty="0">
                <a:solidFill>
                  <a:schemeClr val="dk1"/>
                </a:solidFill>
                <a:effectLst/>
                <a:latin typeface="Calibri"/>
                <a:ea typeface="Calibri"/>
                <a:cs typeface="Calibri"/>
                <a:sym typeface="Calibri"/>
              </a:rPr>
              <a:t> européen, c'est un prérequis non négociable.</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Concrètement, dans ScribBERT — vous voyez à l'écran une démonstration — chaque affirmation est rattachée à un identifiant de chunk journalisé, lui-même relié au document d'origine et à la page. L'utilisateur clique sur la citation, le PDF s'ouvre à la bonne page. Rien de spectaculaire techniquement, mais c'est cette chaîne complète qui rend la réponse auditable, et c'est ce qui fait le plus la différence dans les retours utilisateurs collectés pendant la phase de test : la présence systématique des sources vérifiables est le facteur numéro un d'acceptabilité.</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Cette dimension n'est pas capturée par les métriques quantitatives : on la mesure par la complétude et la correction des citations, et surtout par un design volontariste — pas de réponse sans source, refus contrôlé si aucun chunk pertinent, avertissement permanent rappelant que l'utilisateur reste responsable de la vérification.</a:t>
            </a:r>
          </a:p>
          <a:p>
            <a:pPr marL="0" lvl="0" indent="0" algn="l" rtl="0">
              <a:spcBef>
                <a:spcPts val="0"/>
              </a:spcBef>
              <a:spcAft>
                <a:spcPts val="0"/>
              </a:spcAft>
              <a:buNone/>
            </a:pPr>
            <a:endParaRPr dirty="0"/>
          </a:p>
        </p:txBody>
      </p:sp>
      <p:sp>
        <p:nvSpPr>
          <p:cNvPr id="694" name="Google Shape;694;g3f54c2447b2_0_3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3f54c2447b2_0_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0" name="Google Shape;710;g3f54c2447b2_0_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C'est ici que le cadre à cinq dimensions devient vraiment utile. Sur la configuration de référence, j'ai classé chaque erreur du jeu de test dans une typologie en huit catégories, à l'aide de seuils simples sur les scores RAGAS. Le résultat, c'est le graphe à l'écran.</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Le bénéfice n'est pas seulement descriptif, il est actionnable : chaque catégorie d'erreur remonte à une dimension défaillante, et donc à une action correctrice précise. Je vais en détailler quelques-unes.</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L'échec de récupération et le bruit de récupération touchent tous les deux la dimension 1. La distinction est importante : l'échec signifie que le bon chunk n'a pas été remonté du tout, d'où le </a:t>
            </a:r>
            <a:r>
              <a:rPr lang="fr-FR" sz="1200" b="0" i="0" u="none" strike="noStrike" cap="none" dirty="0" err="1">
                <a:solidFill>
                  <a:schemeClr val="dk1"/>
                </a:solidFill>
                <a:effectLst/>
                <a:latin typeface="Calibri"/>
                <a:ea typeface="Calibri"/>
                <a:cs typeface="Calibri"/>
                <a:sym typeface="Calibri"/>
              </a:rPr>
              <a:t>query</a:t>
            </a:r>
            <a:r>
              <a:rPr lang="fr-FR" sz="1200" b="0" i="0" u="none" strike="noStrike" cap="none" dirty="0">
                <a:solidFill>
                  <a:schemeClr val="dk1"/>
                </a:solidFill>
                <a:effectLst/>
                <a:latin typeface="Calibri"/>
                <a:ea typeface="Calibri"/>
                <a:cs typeface="Calibri"/>
                <a:sym typeface="Calibri"/>
              </a:rPr>
              <a:t> rewriting ; le bruit signifie que le bon chunk est là mais noyé dans des résultats non pertinents, d'où le cross-encoder, qui relit et </a:t>
            </a:r>
            <a:r>
              <a:rPr lang="fr-FR" sz="1200" b="0" i="0" u="none" strike="noStrike" cap="none" dirty="0" err="1">
                <a:solidFill>
                  <a:schemeClr val="dk1"/>
                </a:solidFill>
                <a:effectLst/>
                <a:latin typeface="Calibri"/>
                <a:ea typeface="Calibri"/>
                <a:cs typeface="Calibri"/>
                <a:sym typeface="Calibri"/>
              </a:rPr>
              <a:t>reordonne</a:t>
            </a:r>
            <a:r>
              <a:rPr lang="fr-FR" sz="1200" b="0" i="0" u="none" strike="noStrike" cap="none" dirty="0">
                <a:solidFill>
                  <a:schemeClr val="dk1"/>
                </a:solidFill>
                <a:effectLst/>
                <a:latin typeface="Calibri"/>
                <a:ea typeface="Calibri"/>
                <a:cs typeface="Calibri"/>
                <a:sym typeface="Calibri"/>
              </a:rPr>
              <a:t> les candidats en contexte.</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L'hallucination factuelle relève de la dimension 2 : le modèle a bien récupéré le contexte mais en a outrepassé les limites à la génération. L'action correctrice est un prompt plus contraignant, avec une instruction explicite de refus si aucun élément du contexte ne supporte l'affirmation.</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L'omission d'exception pointe vers la dimension 3 : la réponse est correcte dans ses grandes lignes mais incomplète sur un cas particulier. Le problème vient du </a:t>
            </a:r>
            <a:r>
              <a:rPr lang="fr-FR" sz="1200" b="0" i="0" u="none" strike="noStrike" cap="none" dirty="0" err="1">
                <a:solidFill>
                  <a:schemeClr val="dk1"/>
                </a:solidFill>
                <a:effectLst/>
                <a:latin typeface="Calibri"/>
                <a:ea typeface="Calibri"/>
                <a:cs typeface="Calibri"/>
                <a:sym typeface="Calibri"/>
              </a:rPr>
              <a:t>chunking</a:t>
            </a:r>
            <a:r>
              <a:rPr lang="fr-FR" sz="1200" b="0" i="0" u="none" strike="noStrike" cap="none" dirty="0">
                <a:solidFill>
                  <a:schemeClr val="dk1"/>
                </a:solidFill>
                <a:effectLst/>
                <a:latin typeface="Calibri"/>
                <a:ea typeface="Calibri"/>
                <a:cs typeface="Calibri"/>
                <a:sym typeface="Calibri"/>
              </a:rPr>
              <a:t> — l'exception figure dans un passage parent non remonté. La solution est le parent-document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La contradiction silencieuse est une défaillance de la dimension 2 : le modèle produit une réponse fluide qui contredit le document source sans le signaler. Le garde-fou applicatif consiste à comparer systématiquement la réponse générée aux </a:t>
            </a:r>
            <a:r>
              <a:rPr lang="fr-FR" sz="1200" b="0" i="0" u="none" strike="noStrike" cap="none" dirty="0" err="1">
                <a:solidFill>
                  <a:schemeClr val="dk1"/>
                </a:solidFill>
                <a:effectLst/>
                <a:latin typeface="Calibri"/>
                <a:ea typeface="Calibri"/>
                <a:cs typeface="Calibri"/>
                <a:sym typeface="Calibri"/>
              </a:rPr>
              <a:t>chunks</a:t>
            </a:r>
            <a:r>
              <a:rPr lang="fr-FR" sz="1200" b="0" i="0" u="none" strike="noStrike" cap="none" dirty="0">
                <a:solidFill>
                  <a:schemeClr val="dk1"/>
                </a:solidFill>
                <a:effectLst/>
                <a:latin typeface="Calibri"/>
                <a:ea typeface="Calibri"/>
                <a:cs typeface="Calibri"/>
                <a:sym typeface="Calibri"/>
              </a:rPr>
              <a:t> injectés.</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Refus à tort et hors-périmètre accepté sont les deux faces opposées du même problème de seuillage en dimension 5. Dans les deux cas, la réponse est une calibration fine du seuil sur données annotées.</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Enfin, l'inversion de modalité — confondre une obligation et une recommandation — est une erreur de dimension 3 que l'on corrige par un prompt structuré qui demande explicitement au modèle d'identifier la modalité déontique du texte source avant de formuler sa réponse.</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Sur ScribBERT, ce diagnostic donne des priorités très claires : environ un quart des questions sont concernées par un problème de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ce qui fait de l'hybridation et du </a:t>
            </a:r>
            <a:r>
              <a:rPr lang="fr-FR" sz="1200" b="0" i="0" u="none" strike="noStrike" cap="none" dirty="0" err="1">
                <a:solidFill>
                  <a:schemeClr val="dk1"/>
                </a:solidFill>
                <a:effectLst/>
                <a:latin typeface="Calibri"/>
                <a:ea typeface="Calibri"/>
                <a:cs typeface="Calibri"/>
                <a:sym typeface="Calibri"/>
              </a:rPr>
              <a:t>reranking</a:t>
            </a:r>
            <a:r>
              <a:rPr lang="fr-FR" sz="1200" b="0" i="0" u="none" strike="noStrike" cap="none" dirty="0">
                <a:solidFill>
                  <a:schemeClr val="dk1"/>
                </a:solidFill>
                <a:effectLst/>
                <a:latin typeface="Calibri"/>
                <a:ea typeface="Calibri"/>
                <a:cs typeface="Calibri"/>
                <a:sym typeface="Calibri"/>
              </a:rPr>
              <a:t> les leviers numéro un pour la prochaine itération.</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pPr marL="0" lvl="0" indent="0" algn="l" rtl="0">
              <a:spcBef>
                <a:spcPts val="0"/>
              </a:spcBef>
              <a:spcAft>
                <a:spcPts val="0"/>
              </a:spcAft>
              <a:buNone/>
            </a:pPr>
            <a:endParaRPr dirty="0"/>
          </a:p>
        </p:txBody>
      </p:sp>
      <p:sp>
        <p:nvSpPr>
          <p:cNvPr id="711" name="Google Shape;711;g3f54c2447b2_0_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g3f54c2447b2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9" name="Google Shape;749;g3f54c2447b2_0_8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Le protocole d'évaluation ne sert pas juste à noter un système : il sert à décider quoi améliorer et dans quel ordre. Sur ScribBERT, la trajectoire est celle que vous voyez à l'écran.</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Le POC actuel — dense pur, ada-002, GPT-3.5 — tourne en production interne au département P2S. Les priorités court terme identifiées par le diagnostic sont l'hybridation </a:t>
            </a:r>
            <a:r>
              <a:rPr lang="fr-FR" sz="1200" b="0" i="0" u="none" strike="noStrike" cap="none" dirty="0" err="1">
                <a:solidFill>
                  <a:schemeClr val="dk1"/>
                </a:solidFill>
                <a:effectLst/>
                <a:latin typeface="Calibri"/>
                <a:ea typeface="Calibri"/>
                <a:cs typeface="Calibri"/>
                <a:sym typeface="Calibri"/>
              </a:rPr>
              <a:t>retrieval</a:t>
            </a:r>
            <a:r>
              <a:rPr lang="fr-FR" sz="1200" b="0" i="0" u="none" strike="noStrike" cap="none" dirty="0">
                <a:solidFill>
                  <a:schemeClr val="dk1"/>
                </a:solidFill>
                <a:effectLst/>
                <a:latin typeface="Calibri"/>
                <a:ea typeface="Calibri"/>
                <a:cs typeface="Calibri"/>
                <a:sym typeface="Calibri"/>
              </a:rPr>
              <a:t>, l'ajout d'un </a:t>
            </a:r>
            <a:r>
              <a:rPr lang="fr-FR" sz="1200" b="0" i="0" u="none" strike="noStrike" cap="none" dirty="0" err="1">
                <a:solidFill>
                  <a:schemeClr val="dk1"/>
                </a:solidFill>
                <a:effectLst/>
                <a:latin typeface="Calibri"/>
                <a:ea typeface="Calibri"/>
                <a:cs typeface="Calibri"/>
                <a:sym typeface="Calibri"/>
              </a:rPr>
              <a:t>reranker</a:t>
            </a:r>
            <a:r>
              <a:rPr lang="fr-FR" sz="1200" b="0" i="0" u="none" strike="noStrike" cap="none" dirty="0">
                <a:solidFill>
                  <a:schemeClr val="dk1"/>
                </a:solidFill>
                <a:effectLst/>
                <a:latin typeface="Calibri"/>
                <a:ea typeface="Calibri"/>
                <a:cs typeface="Calibri"/>
                <a:sym typeface="Calibri"/>
              </a:rPr>
              <a:t> cross-encoder, et une chaîne image-to-</a:t>
            </a:r>
            <a:r>
              <a:rPr lang="fr-FR" sz="1200" b="0" i="0" u="none" strike="noStrike" cap="none" dirty="0" err="1">
                <a:solidFill>
                  <a:schemeClr val="dk1"/>
                </a:solidFill>
                <a:effectLst/>
                <a:latin typeface="Calibri"/>
                <a:ea typeface="Calibri"/>
                <a:cs typeface="Calibri"/>
                <a:sym typeface="Calibri"/>
              </a:rPr>
              <a:t>text</a:t>
            </a:r>
            <a:r>
              <a:rPr lang="fr-FR" sz="1200" b="0" i="0" u="none" strike="noStrike" cap="none" dirty="0">
                <a:solidFill>
                  <a:schemeClr val="dk1"/>
                </a:solidFill>
                <a:effectLst/>
                <a:latin typeface="Calibri"/>
                <a:ea typeface="Calibri"/>
                <a:cs typeface="Calibri"/>
                <a:sym typeface="Calibri"/>
              </a:rPr>
              <a:t> pour les tableaux et schémas, qui sont aujourd'hui perdus lors de l'ingestion. Chacune de ces briques est justifiée par un résultat précis du benchmark, pas par une intuition.</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L'annonce que je peux faire aujourd'hui, et qui est pour moi la meilleure validation possible de ce travail : le projet vient d'être validé pour un passage en industrialisation à l'échelle du groupe Bouygues Construction. Ça veut dire une extension aux filiales, l'intégration des référentiels clients internationaux, un multilinguisme élargi, et surtout la mise en place d'une gouvernance conforme aux exigences AI </a:t>
            </a:r>
            <a:r>
              <a:rPr lang="fr-FR" sz="1200" b="0" i="0" u="none" strike="noStrike" cap="none" dirty="0" err="1">
                <a:solidFill>
                  <a:schemeClr val="dk1"/>
                </a:solidFill>
                <a:effectLst/>
                <a:latin typeface="Calibri"/>
                <a:ea typeface="Calibri"/>
                <a:cs typeface="Calibri"/>
                <a:sym typeface="Calibri"/>
              </a:rPr>
              <a:t>Act</a:t>
            </a:r>
            <a:r>
              <a:rPr lang="fr-FR" sz="1200" b="0" i="0" u="none" strike="noStrike" cap="none" dirty="0">
                <a:solidFill>
                  <a:schemeClr val="dk1"/>
                </a:solidFill>
                <a:effectLst/>
                <a:latin typeface="Calibri"/>
                <a:ea typeface="Calibri"/>
                <a:cs typeface="Calibri"/>
                <a:sym typeface="Calibri"/>
              </a:rPr>
              <a:t>. Le cadre d'évaluation développé dans ce mémoire va être directement réutilisé pour piloter cette montée en charge.</a:t>
            </a:r>
          </a:p>
          <a:p>
            <a:pPr marL="0" lvl="0" indent="0" algn="l" rtl="0">
              <a:spcBef>
                <a:spcPts val="0"/>
              </a:spcBef>
              <a:spcAft>
                <a:spcPts val="0"/>
              </a:spcAft>
              <a:buNone/>
            </a:pPr>
            <a:endParaRPr dirty="0"/>
          </a:p>
        </p:txBody>
      </p:sp>
      <p:sp>
        <p:nvSpPr>
          <p:cNvPr id="750" name="Google Shape;750;g3f54c2447b2_0_8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3f54c2447b2_0_1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4" name="Google Shape;774;g3f54c2447b2_0_1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Je veux être honnête sur ce que ce travail ne fait pas. Le jeu de test est limité à 50 questions annotées — c'est cohérent pour une phase exploratoire, mais en-dessous des 150 à 300 questions qu'il faudrait pour des comparaisons statistiquement décisives. La campagne de stabilité n'a porté que sur une seule configuration ; il faudra la répliquer sur les meilleures variantes identifiées. Et la validation humaine reste ciblée : elle doit être élargie avant le passage en production.</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Côté perspectives, quatre pistes ressortent : un fine-tuning d'</a:t>
            </a:r>
            <a:r>
              <a:rPr lang="fr-FR" sz="1200" b="0" i="0" u="none" strike="noStrike" cap="none" dirty="0" err="1">
                <a:solidFill>
                  <a:schemeClr val="dk1"/>
                </a:solidFill>
                <a:effectLst/>
                <a:latin typeface="Calibri"/>
                <a:ea typeface="Calibri"/>
                <a:cs typeface="Calibri"/>
                <a:sym typeface="Calibri"/>
              </a:rPr>
              <a:t>embedding</a:t>
            </a:r>
            <a:r>
              <a:rPr lang="fr-FR" sz="1200" b="0" i="0" u="none" strike="noStrike" cap="none" dirty="0">
                <a:solidFill>
                  <a:schemeClr val="dk1"/>
                </a:solidFill>
                <a:effectLst/>
                <a:latin typeface="Calibri"/>
                <a:ea typeface="Calibri"/>
                <a:cs typeface="Calibri"/>
                <a:sym typeface="Calibri"/>
              </a:rPr>
              <a:t> sur le corpus santé-sécurité pour combler l'absence de modèle spécialisé BTP, une variante </a:t>
            </a:r>
            <a:r>
              <a:rPr lang="fr-FR" sz="1200" b="0" i="0" u="none" strike="noStrike" cap="none" dirty="0" err="1">
                <a:solidFill>
                  <a:schemeClr val="dk1"/>
                </a:solidFill>
                <a:effectLst/>
                <a:latin typeface="Calibri"/>
                <a:ea typeface="Calibri"/>
                <a:cs typeface="Calibri"/>
                <a:sym typeface="Calibri"/>
              </a:rPr>
              <a:t>GraphRAG</a:t>
            </a:r>
            <a:r>
              <a:rPr lang="fr-FR" sz="1200" b="0" i="0" u="none" strike="noStrike" cap="none" dirty="0">
                <a:solidFill>
                  <a:schemeClr val="dk1"/>
                </a:solidFill>
                <a:effectLst/>
                <a:latin typeface="Calibri"/>
                <a:ea typeface="Calibri"/>
                <a:cs typeface="Calibri"/>
                <a:sym typeface="Calibri"/>
              </a:rPr>
              <a:t> pour les questions à raisonnement multi-saut, une extension multimodale pour intégrer les schémas et photos de chantier, et une architecture </a:t>
            </a:r>
            <a:r>
              <a:rPr lang="fr-FR" sz="1200" b="0" i="0" u="none" strike="noStrike" cap="none" dirty="0" err="1">
                <a:solidFill>
                  <a:schemeClr val="dk1"/>
                </a:solidFill>
                <a:effectLst/>
                <a:latin typeface="Calibri"/>
                <a:ea typeface="Calibri"/>
                <a:cs typeface="Calibri"/>
                <a:sym typeface="Calibri"/>
              </a:rPr>
              <a:t>agentic</a:t>
            </a:r>
            <a:r>
              <a:rPr lang="fr-FR" sz="1200" b="0" i="0" u="none" strike="noStrike" cap="none" dirty="0">
                <a:solidFill>
                  <a:schemeClr val="dk1"/>
                </a:solidFill>
                <a:effectLst/>
                <a:latin typeface="Calibri"/>
                <a:ea typeface="Calibri"/>
                <a:cs typeface="Calibri"/>
                <a:sym typeface="Calibri"/>
              </a:rPr>
              <a:t> pour décomposer automatiquement les questions complexes.</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Un dernier point : le cadre méthodologique proposé ne dépend pas du corpus santé-sécurité. Il est </a:t>
            </a:r>
            <a:r>
              <a:rPr lang="fr-FR" sz="1200" b="0" i="0" u="none" strike="noStrike" cap="none" dirty="0" err="1">
                <a:solidFill>
                  <a:schemeClr val="dk1"/>
                </a:solidFill>
                <a:effectLst/>
                <a:latin typeface="Calibri"/>
                <a:ea typeface="Calibri"/>
                <a:cs typeface="Calibri"/>
                <a:sym typeface="Calibri"/>
              </a:rPr>
              <a:t>réinstanciable</a:t>
            </a:r>
            <a:r>
              <a:rPr lang="fr-FR" sz="1200" b="0" i="0" u="none" strike="noStrike" cap="none" dirty="0">
                <a:solidFill>
                  <a:schemeClr val="dk1"/>
                </a:solidFill>
                <a:effectLst/>
                <a:latin typeface="Calibri"/>
                <a:ea typeface="Calibri"/>
                <a:cs typeface="Calibri"/>
                <a:sym typeface="Calibri"/>
              </a:rPr>
              <a:t> sur d'autres domaines documentaires soumis à des exigences fortes — juridique, ressources humaines, maintenance industrielle. C'est un des apports que je revendique de ce travail.</a:t>
            </a:r>
          </a:p>
          <a:p>
            <a:pPr marL="0" lvl="0" indent="0" algn="l" rtl="0">
              <a:spcBef>
                <a:spcPts val="0"/>
              </a:spcBef>
              <a:spcAft>
                <a:spcPts val="0"/>
              </a:spcAft>
              <a:buNone/>
            </a:pPr>
            <a:endParaRPr dirty="0"/>
          </a:p>
        </p:txBody>
      </p:sp>
      <p:sp>
        <p:nvSpPr>
          <p:cNvPr id="775" name="Google Shape;775;g3f54c2447b2_0_1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3f54c2447b2_0_1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3f54c2447b2_0_1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r>
              <a:rPr lang="fr-FR" sz="1200" b="0" i="0" u="none" strike="noStrike" cap="none" dirty="0">
                <a:solidFill>
                  <a:schemeClr val="dk1"/>
                </a:solidFill>
                <a:effectLst/>
                <a:latin typeface="Calibri"/>
                <a:ea typeface="Calibri"/>
                <a:cs typeface="Calibri"/>
                <a:sym typeface="Calibri"/>
              </a:rPr>
              <a:t>Je referme là où j'ai commencé. La fiabilité d'un système RAG en contexte critique n'est pas un score qu'on appose après coup, c'est une propriété systémique qu'il faut décomposer, instrumenter, éprouver et gouverner — au même titre que n'importe quel autre indicateur de performance industrielle. Ce mémoire aura cherché à en faire la démonstration sur un cas concret ; le passage à l'échelle groupe qui vient d'être validé en sera, je l'espère, la confirmation la plus utile.</a:t>
            </a:r>
          </a:p>
          <a:p>
            <a:br>
              <a:rPr lang="fr-FR" sz="1200" b="0" i="0" u="none" strike="noStrike" cap="none" dirty="0">
                <a:solidFill>
                  <a:schemeClr val="dk1"/>
                </a:solidFill>
                <a:effectLst/>
                <a:latin typeface="Calibri"/>
                <a:ea typeface="Calibri"/>
                <a:cs typeface="Calibri"/>
                <a:sym typeface="Calibri"/>
              </a:rPr>
            </a:br>
            <a:endParaRPr lang="fr-FR" sz="1200" b="0" i="0" u="none" strike="noStrike" cap="none" dirty="0">
              <a:solidFill>
                <a:schemeClr val="dk1"/>
              </a:solidFill>
              <a:effectLst/>
              <a:latin typeface="Calibri"/>
              <a:ea typeface="Calibri"/>
              <a:cs typeface="Calibri"/>
              <a:sym typeface="Calibri"/>
            </a:endParaRPr>
          </a:p>
          <a:p>
            <a:r>
              <a:rPr lang="fr-FR" sz="1200" b="0" i="0" u="none" strike="noStrike" cap="none" dirty="0">
                <a:solidFill>
                  <a:schemeClr val="dk1"/>
                </a:solidFill>
                <a:effectLst/>
                <a:latin typeface="Calibri"/>
                <a:ea typeface="Calibri"/>
                <a:cs typeface="Calibri"/>
                <a:sym typeface="Calibri"/>
              </a:rPr>
              <a:t>Je vous remercie pour votre attention, et je suis à votre disposition pour vos questions.</a:t>
            </a:r>
          </a:p>
          <a:p>
            <a:br>
              <a:rPr lang="fr-FR" sz="1200" b="0" i="0" u="none" strike="noStrike" cap="none">
                <a:solidFill>
                  <a:schemeClr val="dk1"/>
                </a:solidFill>
                <a:effectLst/>
                <a:latin typeface="Calibri"/>
                <a:ea typeface="Calibri"/>
                <a:cs typeface="Calibri"/>
                <a:sym typeface="Calibri"/>
              </a:rPr>
            </a:br>
            <a:endParaRPr lang="fr-FR" sz="1200" b="0" i="0" u="none" strike="noStrike" cap="none">
              <a:solidFill>
                <a:schemeClr val="dk1"/>
              </a:solidFill>
              <a:effectLst/>
              <a:latin typeface="Calibri"/>
              <a:ea typeface="Calibri"/>
              <a:cs typeface="Calibri"/>
              <a:sym typeface="Calibri"/>
            </a:endParaRPr>
          </a:p>
          <a:p>
            <a:pPr marL="0" lvl="0" indent="0" algn="l" rtl="0">
              <a:spcBef>
                <a:spcPts val="0"/>
              </a:spcBef>
              <a:spcAft>
                <a:spcPts val="0"/>
              </a:spcAft>
              <a:buNone/>
            </a:pPr>
            <a:endParaRPr/>
          </a:p>
        </p:txBody>
      </p:sp>
      <p:sp>
        <p:nvSpPr>
          <p:cNvPr id="788" name="Google Shape;788;g3f54c2447b2_0_1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https://www.instagram.com/bouygues_construction/" TargetMode="External"/><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hyperlink" Target="https://twitter.com/Bouygues_C?fbclid=IwAR0rLDPzJxhRTdTUJog0sdblFGyK1gIxCbZG0TU6ZKPMIp6vl7gQbAHjMS8" TargetMode="External"/><Relationship Id="rId5" Type="http://schemas.openxmlformats.org/officeDocument/2006/relationships/hyperlink" Target="https://www.linkedin.com/company/bouygues-construction/mycompany/" TargetMode="External"/><Relationship Id="rId4" Type="http://schemas.openxmlformats.org/officeDocument/2006/relationships/image" Target="../media/image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ark blue cover">
  <p:cSld name="Dark blue cover">
    <p:bg>
      <p:bgPr>
        <a:solidFill>
          <a:schemeClr val="dk2"/>
        </a:solidFill>
        <a:effectLst/>
      </p:bgPr>
    </p:bg>
    <p:spTree>
      <p:nvGrpSpPr>
        <p:cNvPr id="1" name="Shape 13"/>
        <p:cNvGrpSpPr/>
        <p:nvPr/>
      </p:nvGrpSpPr>
      <p:grpSpPr>
        <a:xfrm>
          <a:off x="0" y="0"/>
          <a:ext cx="0" cy="0"/>
          <a:chOff x="0" y="0"/>
          <a:chExt cx="0" cy="0"/>
        </a:xfrm>
      </p:grpSpPr>
      <p:sp>
        <p:nvSpPr>
          <p:cNvPr id="14" name="Google Shape;14;p2"/>
          <p:cNvSpPr/>
          <p:nvPr/>
        </p:nvSpPr>
        <p:spPr>
          <a:xfrm rot="10800000">
            <a:off x="-183642" y="866551"/>
            <a:ext cx="6287928" cy="5122718"/>
          </a:xfrm>
          <a:custGeom>
            <a:avLst/>
            <a:gdLst/>
            <a:ahLst/>
            <a:cxnLst/>
            <a:rect l="l" t="t" r="r" b="b"/>
            <a:pathLst>
              <a:path w="6210300" h="5059474" extrusionOk="0">
                <a:moveTo>
                  <a:pt x="2519243" y="0"/>
                </a:moveTo>
                <a:lnTo>
                  <a:pt x="6210300" y="0"/>
                </a:lnTo>
                <a:lnTo>
                  <a:pt x="6210300" y="1766943"/>
                </a:lnTo>
                <a:lnTo>
                  <a:pt x="2474520" y="1766943"/>
                </a:lnTo>
                <a:cubicBezTo>
                  <a:pt x="2055022" y="1766943"/>
                  <a:pt x="1714849" y="2108490"/>
                  <a:pt x="1714849" y="2529738"/>
                </a:cubicBezTo>
                <a:cubicBezTo>
                  <a:pt x="1714849" y="2950986"/>
                  <a:pt x="2055022" y="3292531"/>
                  <a:pt x="2474520" y="3292531"/>
                </a:cubicBezTo>
                <a:lnTo>
                  <a:pt x="6210300" y="3292531"/>
                </a:lnTo>
                <a:lnTo>
                  <a:pt x="6210300" y="5059474"/>
                </a:lnTo>
                <a:lnTo>
                  <a:pt x="2519243" y="5059474"/>
                </a:lnTo>
                <a:cubicBezTo>
                  <a:pt x="1127826" y="5059474"/>
                  <a:pt x="0" y="3926902"/>
                  <a:pt x="0" y="2529738"/>
                </a:cubicBezTo>
                <a:cubicBezTo>
                  <a:pt x="0" y="1132573"/>
                  <a:pt x="1127950" y="0"/>
                  <a:pt x="2519243" y="0"/>
                </a:cubicBezTo>
                <a:close/>
              </a:path>
            </a:pathLst>
          </a:custGeom>
          <a:noFill/>
          <a:ln w="60950" cap="flat" cmpd="sng">
            <a:solidFill>
              <a:srgbClr val="E75113"/>
            </a:solidFill>
            <a:prstDash val="solid"/>
            <a:miter lim="8000"/>
            <a:headEnd type="none" w="sm" len="sm"/>
            <a:tailEnd type="none" w="sm" len="sm"/>
          </a:ln>
        </p:spPr>
        <p:txBody>
          <a:bodyPr spcFirstLastPara="1" wrap="square" lIns="91417" tIns="45708" rIns="91417" bIns="45708" anchor="ctr" anchorCtr="0">
            <a:noAutofit/>
          </a:bodyPr>
          <a:lstStyle/>
          <a:p>
            <a:pPr marL="0" marR="0" lvl="0" indent="0" algn="l" rtl="0">
              <a:spcBef>
                <a:spcPts val="0"/>
              </a:spcBef>
              <a:spcAft>
                <a:spcPts val="0"/>
              </a:spcAft>
              <a:buNone/>
            </a:pPr>
            <a:endParaRPr sz="1833">
              <a:solidFill>
                <a:schemeClr val="dk1"/>
              </a:solidFill>
              <a:latin typeface="Avenir"/>
              <a:ea typeface="Avenir"/>
              <a:cs typeface="Avenir"/>
              <a:sym typeface="Avenir"/>
            </a:endParaRPr>
          </a:p>
        </p:txBody>
      </p:sp>
      <p:sp>
        <p:nvSpPr>
          <p:cNvPr id="15" name="Google Shape;15;p2"/>
          <p:cNvSpPr txBox="1">
            <a:spLocks noGrp="1"/>
          </p:cNvSpPr>
          <p:nvPr>
            <p:ph type="title"/>
          </p:nvPr>
        </p:nvSpPr>
        <p:spPr>
          <a:xfrm>
            <a:off x="6739971" y="2325910"/>
            <a:ext cx="4752000" cy="12310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lt1"/>
              </a:buClr>
              <a:buSzPts val="4800"/>
              <a:buFont typeface="Avenir"/>
              <a:buNone/>
              <a:defRPr sz="4000">
                <a:solidFill>
                  <a:schemeClr val="lt1"/>
                </a:solidFill>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16" name="Google Shape;16;p2"/>
          <p:cNvSpPr txBox="1">
            <a:spLocks noGrp="1"/>
          </p:cNvSpPr>
          <p:nvPr>
            <p:ph type="body" idx="1"/>
          </p:nvPr>
        </p:nvSpPr>
        <p:spPr>
          <a:xfrm>
            <a:off x="6739971" y="3762693"/>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 name="Google Shape;17;p2"/>
          <p:cNvSpPr txBox="1">
            <a:spLocks noGrp="1"/>
          </p:cNvSpPr>
          <p:nvPr>
            <p:ph type="body" idx="2"/>
          </p:nvPr>
        </p:nvSpPr>
        <p:spPr>
          <a:xfrm>
            <a:off x="6744675" y="4140819"/>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Tree>
    <p:extLst>
      <p:ext uri="{BB962C8B-B14F-4D97-AF65-F5344CB8AC3E}">
        <p14:creationId xmlns:p14="http://schemas.microsoft.com/office/powerpoint/2010/main" val="3426041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xt + 1 picture">
  <p:cSld name="Text + 1 picture">
    <p:bg>
      <p:bgPr>
        <a:solidFill>
          <a:schemeClr val="lt1"/>
        </a:solidFill>
        <a:effectLst/>
      </p:bgPr>
    </p:bg>
    <p:spTree>
      <p:nvGrpSpPr>
        <p:cNvPr id="1" name="Shape 18"/>
        <p:cNvGrpSpPr/>
        <p:nvPr/>
      </p:nvGrpSpPr>
      <p:grpSpPr>
        <a:xfrm>
          <a:off x="0" y="0"/>
          <a:ext cx="0" cy="0"/>
          <a:chOff x="0" y="0"/>
          <a:chExt cx="0" cy="0"/>
        </a:xfrm>
      </p:grpSpPr>
      <p:sp>
        <p:nvSpPr>
          <p:cNvPr id="19" name="Google Shape;19;p3"/>
          <p:cNvSpPr>
            <a:spLocks noGrp="1"/>
          </p:cNvSpPr>
          <p:nvPr>
            <p:ph type="pic" idx="2"/>
          </p:nvPr>
        </p:nvSpPr>
        <p:spPr>
          <a:xfrm>
            <a:off x="8323383" y="0"/>
            <a:ext cx="3868500" cy="6858000"/>
          </a:xfrm>
          <a:prstGeom prst="rect">
            <a:avLst/>
          </a:prstGeom>
          <a:solidFill>
            <a:srgbClr val="F2F2F2"/>
          </a:solidFill>
          <a:ln>
            <a:noFill/>
          </a:ln>
        </p:spPr>
      </p:sp>
      <p:sp>
        <p:nvSpPr>
          <p:cNvPr id="20" name="Google Shape;20;p3"/>
          <p:cNvSpPr/>
          <p:nvPr/>
        </p:nvSpPr>
        <p:spPr>
          <a:xfrm>
            <a:off x="695325"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1" name="Google Shape;21;p3"/>
          <p:cNvSpPr txBox="1">
            <a:spLocks noGrp="1"/>
          </p:cNvSpPr>
          <p:nvPr>
            <p:ph type="body" idx="1"/>
          </p:nvPr>
        </p:nvSpPr>
        <p:spPr>
          <a:xfrm>
            <a:off x="695326" y="1599687"/>
            <a:ext cx="6798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 name="Google Shape;22;p3"/>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3" name="Google Shape;23;p3"/>
          <p:cNvSpPr txBox="1">
            <a:spLocks noGrp="1"/>
          </p:cNvSpPr>
          <p:nvPr>
            <p:ph type="body" idx="3"/>
          </p:nvPr>
        </p:nvSpPr>
        <p:spPr>
          <a:xfrm>
            <a:off x="695325" y="2379541"/>
            <a:ext cx="6798000" cy="3521000"/>
          </a:xfrm>
          <a:prstGeom prst="rect">
            <a:avLst/>
          </a:prstGeom>
          <a:noFill/>
          <a:ln>
            <a:noFill/>
          </a:ln>
        </p:spPr>
        <p:txBody>
          <a:bodyPr spcFirstLastPara="1" wrap="square" lIns="0" tIns="0" rIns="0" bIns="0" anchor="t" anchorCtr="0">
            <a:normAutofit/>
          </a:bodyPr>
          <a:lstStyle>
            <a:lvl1pPr marL="380985" lvl="0" indent="-328070" algn="l">
              <a:lnSpc>
                <a:spcPct val="120000"/>
              </a:lnSpc>
              <a:spcBef>
                <a:spcPts val="0"/>
              </a:spcBef>
              <a:spcAft>
                <a:spcPts val="0"/>
              </a:spcAft>
              <a:buSzPts val="2600"/>
              <a:buChar cha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4" name="Google Shape;24;p3"/>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5" name="Google Shape;25;p3"/>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6" name="Google Shape;26;p3"/>
          <p:cNvSpPr txBox="1">
            <a:spLocks noGrp="1"/>
          </p:cNvSpPr>
          <p:nvPr>
            <p:ph type="body" idx="4"/>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7" name="Google Shape;27;p3"/>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877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imple">
  <p:cSld name="Simple">
    <p:bg>
      <p:bgPr>
        <a:solidFill>
          <a:schemeClr val="lt1"/>
        </a:soli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30" name="Google Shape;30;p4"/>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1" name="Google Shape;31;p4"/>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2" name="Google Shape;32;p4"/>
          <p:cNvSpPr txBox="1">
            <a:spLocks noGrp="1"/>
          </p:cNvSpPr>
          <p:nvPr>
            <p:ph type="body" idx="1"/>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cxnSp>
        <p:nvCxnSpPr>
          <p:cNvPr id="33" name="Google Shape;33;p4"/>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4" name="Google Shape;34;p4"/>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34238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ver brand block">
  <p:cSld name="Cover brand block">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6739971" y="2325910"/>
            <a:ext cx="4752000" cy="12310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800"/>
              <a:buFont typeface="Avenir"/>
              <a:buNone/>
              <a:defRPr sz="4000"/>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37" name="Google Shape;37;p5"/>
          <p:cNvSpPr txBox="1">
            <a:spLocks noGrp="1"/>
          </p:cNvSpPr>
          <p:nvPr>
            <p:ph type="body" idx="1"/>
          </p:nvPr>
        </p:nvSpPr>
        <p:spPr>
          <a:xfrm>
            <a:off x="6739971" y="3762693"/>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8" name="Google Shape;38;p5"/>
          <p:cNvSpPr txBox="1">
            <a:spLocks noGrp="1"/>
          </p:cNvSpPr>
          <p:nvPr>
            <p:ph type="body" idx="2"/>
          </p:nvPr>
        </p:nvSpPr>
        <p:spPr>
          <a:xfrm>
            <a:off x="6744675" y="4140819"/>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Tree>
    <p:extLst>
      <p:ext uri="{BB962C8B-B14F-4D97-AF65-F5344CB8AC3E}">
        <p14:creationId xmlns:p14="http://schemas.microsoft.com/office/powerpoint/2010/main" val="1372688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ver photo 1">
  <p:cSld name="Cover photo 1">
    <p:bg>
      <p:bgPr>
        <a:blipFill>
          <a:blip r:embed="rId2">
            <a:alphaModFix/>
          </a:blip>
          <a:stretch>
            <a:fillRect/>
          </a:stretch>
        </a:blipFill>
        <a:effectLst/>
      </p:bgPr>
    </p:bg>
    <p:spTree>
      <p:nvGrpSpPr>
        <p:cNvPr id="1" name="Shape 39"/>
        <p:cNvGrpSpPr/>
        <p:nvPr/>
      </p:nvGrpSpPr>
      <p:grpSpPr>
        <a:xfrm>
          <a:off x="0" y="0"/>
          <a:ext cx="0" cy="0"/>
          <a:chOff x="0" y="0"/>
          <a:chExt cx="0" cy="0"/>
        </a:xfrm>
      </p:grpSpPr>
      <p:sp>
        <p:nvSpPr>
          <p:cNvPr id="40" name="Google Shape;40;p6"/>
          <p:cNvSpPr txBox="1">
            <a:spLocks noGrp="1"/>
          </p:cNvSpPr>
          <p:nvPr>
            <p:ph type="title"/>
          </p:nvPr>
        </p:nvSpPr>
        <p:spPr>
          <a:xfrm>
            <a:off x="6739971" y="2325910"/>
            <a:ext cx="4752000" cy="12310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800"/>
              <a:buFont typeface="Avenir"/>
              <a:buNone/>
              <a:defRPr sz="4000"/>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41" name="Google Shape;41;p6"/>
          <p:cNvSpPr txBox="1">
            <a:spLocks noGrp="1"/>
          </p:cNvSpPr>
          <p:nvPr>
            <p:ph type="body" idx="1"/>
          </p:nvPr>
        </p:nvSpPr>
        <p:spPr>
          <a:xfrm>
            <a:off x="6739971" y="3762693"/>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 name="Google Shape;42;p6"/>
          <p:cNvSpPr txBox="1">
            <a:spLocks noGrp="1"/>
          </p:cNvSpPr>
          <p:nvPr>
            <p:ph type="body" idx="2"/>
          </p:nvPr>
        </p:nvSpPr>
        <p:spPr>
          <a:xfrm>
            <a:off x="6744675" y="4140819"/>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Tree>
    <p:extLst>
      <p:ext uri="{BB962C8B-B14F-4D97-AF65-F5344CB8AC3E}">
        <p14:creationId xmlns:p14="http://schemas.microsoft.com/office/powerpoint/2010/main" val="889869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ver photo 2">
  <p:cSld name="Cover photo 2">
    <p:bg>
      <p:bgPr>
        <a:blipFill>
          <a:blip r:embed="rId2">
            <a:alphaModFix/>
          </a:blip>
          <a:stretch>
            <a:fillRect/>
          </a:stretch>
        </a:blipFill>
        <a:effectLst/>
      </p:bgPr>
    </p:bg>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6739971" y="2325910"/>
            <a:ext cx="4752000" cy="12310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800"/>
              <a:buFont typeface="Avenir"/>
              <a:buNone/>
              <a:defRPr sz="4000"/>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45" name="Google Shape;45;p7"/>
          <p:cNvSpPr txBox="1">
            <a:spLocks noGrp="1"/>
          </p:cNvSpPr>
          <p:nvPr>
            <p:ph type="body" idx="1"/>
          </p:nvPr>
        </p:nvSpPr>
        <p:spPr>
          <a:xfrm>
            <a:off x="6739971" y="3762693"/>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6" name="Google Shape;46;p7"/>
          <p:cNvSpPr txBox="1">
            <a:spLocks noGrp="1"/>
          </p:cNvSpPr>
          <p:nvPr>
            <p:ph type="body" idx="2"/>
          </p:nvPr>
        </p:nvSpPr>
        <p:spPr>
          <a:xfrm>
            <a:off x="6744675" y="4140819"/>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Tree>
    <p:extLst>
      <p:ext uri="{BB962C8B-B14F-4D97-AF65-F5344CB8AC3E}">
        <p14:creationId xmlns:p14="http://schemas.microsoft.com/office/powerpoint/2010/main" val="3738496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ver photo 3">
  <p:cSld name="Cover photo 3">
    <p:bg>
      <p:bgPr>
        <a:blipFill>
          <a:blip r:embed="rId2">
            <a:alphaModFix/>
          </a:blip>
          <a:stretch>
            <a:fillRect/>
          </a:stretch>
        </a:blipFill>
        <a:effectLst/>
      </p:bgPr>
    </p:bg>
    <p:spTree>
      <p:nvGrpSpPr>
        <p:cNvPr id="1" name="Shape 47"/>
        <p:cNvGrpSpPr/>
        <p:nvPr/>
      </p:nvGrpSpPr>
      <p:grpSpPr>
        <a:xfrm>
          <a:off x="0" y="0"/>
          <a:ext cx="0" cy="0"/>
          <a:chOff x="0" y="0"/>
          <a:chExt cx="0" cy="0"/>
        </a:xfrm>
      </p:grpSpPr>
      <p:sp>
        <p:nvSpPr>
          <p:cNvPr id="48" name="Google Shape;48;p8"/>
          <p:cNvSpPr txBox="1">
            <a:spLocks noGrp="1"/>
          </p:cNvSpPr>
          <p:nvPr>
            <p:ph type="title"/>
          </p:nvPr>
        </p:nvSpPr>
        <p:spPr>
          <a:xfrm>
            <a:off x="6739971" y="2325910"/>
            <a:ext cx="4752000" cy="12310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800"/>
              <a:buFont typeface="Avenir"/>
              <a:buNone/>
              <a:defRPr sz="4000"/>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49" name="Google Shape;49;p8"/>
          <p:cNvSpPr txBox="1">
            <a:spLocks noGrp="1"/>
          </p:cNvSpPr>
          <p:nvPr>
            <p:ph type="body" idx="1"/>
          </p:nvPr>
        </p:nvSpPr>
        <p:spPr>
          <a:xfrm>
            <a:off x="6739971" y="3762693"/>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50" name="Google Shape;50;p8"/>
          <p:cNvSpPr txBox="1">
            <a:spLocks noGrp="1"/>
          </p:cNvSpPr>
          <p:nvPr>
            <p:ph type="body" idx="2"/>
          </p:nvPr>
        </p:nvSpPr>
        <p:spPr>
          <a:xfrm>
            <a:off x="6744675" y="4140819"/>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Tree>
    <p:extLst>
      <p:ext uri="{BB962C8B-B14F-4D97-AF65-F5344CB8AC3E}">
        <p14:creationId xmlns:p14="http://schemas.microsoft.com/office/powerpoint/2010/main" val="3527248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White cover">
  <p:cSld name="White cover">
    <p:spTree>
      <p:nvGrpSpPr>
        <p:cNvPr id="1" name="Shape 51"/>
        <p:cNvGrpSpPr/>
        <p:nvPr/>
      </p:nvGrpSpPr>
      <p:grpSpPr>
        <a:xfrm>
          <a:off x="0" y="0"/>
          <a:ext cx="0" cy="0"/>
          <a:chOff x="0" y="0"/>
          <a:chExt cx="0" cy="0"/>
        </a:xfrm>
      </p:grpSpPr>
      <p:sp>
        <p:nvSpPr>
          <p:cNvPr id="52" name="Google Shape;52;p9"/>
          <p:cNvSpPr/>
          <p:nvPr/>
        </p:nvSpPr>
        <p:spPr>
          <a:xfrm rot="10800000">
            <a:off x="-183642" y="866551"/>
            <a:ext cx="6287928" cy="5122718"/>
          </a:xfrm>
          <a:custGeom>
            <a:avLst/>
            <a:gdLst/>
            <a:ahLst/>
            <a:cxnLst/>
            <a:rect l="l" t="t" r="r" b="b"/>
            <a:pathLst>
              <a:path w="6210300" h="5059474" extrusionOk="0">
                <a:moveTo>
                  <a:pt x="2519243" y="0"/>
                </a:moveTo>
                <a:lnTo>
                  <a:pt x="6210300" y="0"/>
                </a:lnTo>
                <a:lnTo>
                  <a:pt x="6210300" y="1766943"/>
                </a:lnTo>
                <a:lnTo>
                  <a:pt x="2474520" y="1766943"/>
                </a:lnTo>
                <a:cubicBezTo>
                  <a:pt x="2055022" y="1766943"/>
                  <a:pt x="1714849" y="2108490"/>
                  <a:pt x="1714849" y="2529738"/>
                </a:cubicBezTo>
                <a:cubicBezTo>
                  <a:pt x="1714849" y="2950986"/>
                  <a:pt x="2055022" y="3292531"/>
                  <a:pt x="2474520" y="3292531"/>
                </a:cubicBezTo>
                <a:lnTo>
                  <a:pt x="6210300" y="3292531"/>
                </a:lnTo>
                <a:lnTo>
                  <a:pt x="6210300" y="5059474"/>
                </a:lnTo>
                <a:lnTo>
                  <a:pt x="2519243" y="5059474"/>
                </a:lnTo>
                <a:cubicBezTo>
                  <a:pt x="1127826" y="5059474"/>
                  <a:pt x="0" y="3926902"/>
                  <a:pt x="0" y="2529738"/>
                </a:cubicBezTo>
                <a:cubicBezTo>
                  <a:pt x="0" y="1132573"/>
                  <a:pt x="1127950" y="0"/>
                  <a:pt x="2519243" y="0"/>
                </a:cubicBezTo>
                <a:close/>
              </a:path>
            </a:pathLst>
          </a:custGeom>
          <a:noFill/>
          <a:ln w="60950" cap="flat" cmpd="sng">
            <a:solidFill>
              <a:srgbClr val="E75113"/>
            </a:solidFill>
            <a:prstDash val="solid"/>
            <a:miter lim="8000"/>
            <a:headEnd type="none" w="sm" len="sm"/>
            <a:tailEnd type="none" w="sm" len="sm"/>
          </a:ln>
        </p:spPr>
        <p:txBody>
          <a:bodyPr spcFirstLastPara="1" wrap="square" lIns="91417" tIns="45708" rIns="91417" bIns="45708" anchor="ctr" anchorCtr="0">
            <a:noAutofit/>
          </a:bodyPr>
          <a:lstStyle/>
          <a:p>
            <a:pPr marL="0" marR="0" lvl="0" indent="0" algn="l" rtl="0">
              <a:spcBef>
                <a:spcPts val="0"/>
              </a:spcBef>
              <a:spcAft>
                <a:spcPts val="0"/>
              </a:spcAft>
              <a:buNone/>
            </a:pPr>
            <a:endParaRPr sz="1833">
              <a:solidFill>
                <a:schemeClr val="dk1"/>
              </a:solidFill>
              <a:latin typeface="Avenir"/>
              <a:ea typeface="Avenir"/>
              <a:cs typeface="Avenir"/>
              <a:sym typeface="Avenir"/>
            </a:endParaRPr>
          </a:p>
        </p:txBody>
      </p:sp>
      <p:sp>
        <p:nvSpPr>
          <p:cNvPr id="53" name="Google Shape;53;p9"/>
          <p:cNvSpPr txBox="1">
            <a:spLocks noGrp="1"/>
          </p:cNvSpPr>
          <p:nvPr>
            <p:ph type="title"/>
          </p:nvPr>
        </p:nvSpPr>
        <p:spPr>
          <a:xfrm>
            <a:off x="6739971" y="2325910"/>
            <a:ext cx="4752000" cy="1231000"/>
          </a:xfrm>
          <a:prstGeom prst="rect">
            <a:avLst/>
          </a:prstGeom>
          <a:noFill/>
          <a:ln>
            <a:noFill/>
          </a:ln>
        </p:spPr>
        <p:txBody>
          <a:bodyPr spcFirstLastPara="1" wrap="square" lIns="0" tIns="0" rIns="0" bIns="0" anchor="b" anchorCtr="0">
            <a:spAutoFit/>
          </a:bodyPr>
          <a:lstStyle>
            <a:lvl1pPr lvl="0" algn="l">
              <a:lnSpc>
                <a:spcPct val="100000"/>
              </a:lnSpc>
              <a:spcBef>
                <a:spcPts val="0"/>
              </a:spcBef>
              <a:spcAft>
                <a:spcPts val="0"/>
              </a:spcAft>
              <a:buClr>
                <a:schemeClr val="dk1"/>
              </a:buClr>
              <a:buSzPts val="4800"/>
              <a:buFont typeface="Avenir"/>
              <a:buNone/>
              <a:defRPr sz="4000"/>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54" name="Google Shape;54;p9"/>
          <p:cNvSpPr txBox="1">
            <a:spLocks noGrp="1"/>
          </p:cNvSpPr>
          <p:nvPr>
            <p:ph type="body" idx="1"/>
          </p:nvPr>
        </p:nvSpPr>
        <p:spPr>
          <a:xfrm>
            <a:off x="6739971" y="3762693"/>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55" name="Google Shape;55;p9"/>
          <p:cNvSpPr txBox="1">
            <a:spLocks noGrp="1"/>
          </p:cNvSpPr>
          <p:nvPr>
            <p:ph type="body" idx="2"/>
          </p:nvPr>
        </p:nvSpPr>
        <p:spPr>
          <a:xfrm>
            <a:off x="6744675" y="4140819"/>
            <a:ext cx="4752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Tree>
    <p:extLst>
      <p:ext uri="{BB962C8B-B14F-4D97-AF65-F5344CB8AC3E}">
        <p14:creationId xmlns:p14="http://schemas.microsoft.com/office/powerpoint/2010/main" val="3709606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ummary">
  <p:cSld name="Summary">
    <p:bg>
      <p:bgPr>
        <a:solidFill>
          <a:schemeClr val="lt1"/>
        </a:solidFill>
        <a:effectLst/>
      </p:bgPr>
    </p:bg>
    <p:spTree>
      <p:nvGrpSpPr>
        <p:cNvPr id="1" name="Shape 56"/>
        <p:cNvGrpSpPr/>
        <p:nvPr/>
      </p:nvGrpSpPr>
      <p:grpSpPr>
        <a:xfrm>
          <a:off x="0" y="0"/>
          <a:ext cx="0" cy="0"/>
          <a:chOff x="0" y="0"/>
          <a:chExt cx="0" cy="0"/>
        </a:xfrm>
      </p:grpSpPr>
      <p:sp>
        <p:nvSpPr>
          <p:cNvPr id="57" name="Google Shape;57;p10"/>
          <p:cNvSpPr/>
          <p:nvPr/>
        </p:nvSpPr>
        <p:spPr>
          <a:xfrm rot="5400000">
            <a:off x="5704863" y="616553"/>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58" name="Google Shape;58;p10"/>
          <p:cNvSpPr txBox="1">
            <a:spLocks noGrp="1"/>
          </p:cNvSpPr>
          <p:nvPr>
            <p:ph type="body" idx="1"/>
          </p:nvPr>
        </p:nvSpPr>
        <p:spPr>
          <a:xfrm>
            <a:off x="1510118" y="1626269"/>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59" name="Google Shape;59;p10"/>
          <p:cNvSpPr txBox="1">
            <a:spLocks noGrp="1"/>
          </p:cNvSpPr>
          <p:nvPr>
            <p:ph type="body" idx="2"/>
          </p:nvPr>
        </p:nvSpPr>
        <p:spPr>
          <a:xfrm>
            <a:off x="1510118" y="2047627"/>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0" name="Google Shape;60;p10"/>
          <p:cNvSpPr txBox="1">
            <a:spLocks noGrp="1"/>
          </p:cNvSpPr>
          <p:nvPr>
            <p:ph type="body" idx="3"/>
          </p:nvPr>
        </p:nvSpPr>
        <p:spPr>
          <a:xfrm>
            <a:off x="1510118" y="2468985"/>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1" name="Google Shape;61;p10"/>
          <p:cNvSpPr txBox="1">
            <a:spLocks noGrp="1"/>
          </p:cNvSpPr>
          <p:nvPr>
            <p:ph type="body" idx="4"/>
          </p:nvPr>
        </p:nvSpPr>
        <p:spPr>
          <a:xfrm>
            <a:off x="1510118" y="2890343"/>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2" name="Google Shape;62;p10"/>
          <p:cNvSpPr txBox="1">
            <a:spLocks noGrp="1"/>
          </p:cNvSpPr>
          <p:nvPr>
            <p:ph type="body" idx="5"/>
          </p:nvPr>
        </p:nvSpPr>
        <p:spPr>
          <a:xfrm>
            <a:off x="1510118" y="3311701"/>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3" name="Google Shape;63;p10"/>
          <p:cNvSpPr txBox="1">
            <a:spLocks noGrp="1"/>
          </p:cNvSpPr>
          <p:nvPr>
            <p:ph type="body" idx="6"/>
          </p:nvPr>
        </p:nvSpPr>
        <p:spPr>
          <a:xfrm>
            <a:off x="1510118" y="3733059"/>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4" name="Google Shape;64;p10"/>
          <p:cNvSpPr txBox="1">
            <a:spLocks noGrp="1"/>
          </p:cNvSpPr>
          <p:nvPr>
            <p:ph type="body" idx="7"/>
          </p:nvPr>
        </p:nvSpPr>
        <p:spPr>
          <a:xfrm>
            <a:off x="1510118" y="4154417"/>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5" name="Google Shape;65;p10"/>
          <p:cNvSpPr txBox="1">
            <a:spLocks noGrp="1"/>
          </p:cNvSpPr>
          <p:nvPr>
            <p:ph type="body" idx="8"/>
          </p:nvPr>
        </p:nvSpPr>
        <p:spPr>
          <a:xfrm>
            <a:off x="1510118" y="4575775"/>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6" name="Google Shape;66;p10"/>
          <p:cNvSpPr txBox="1">
            <a:spLocks noGrp="1"/>
          </p:cNvSpPr>
          <p:nvPr>
            <p:ph type="body" idx="9"/>
          </p:nvPr>
        </p:nvSpPr>
        <p:spPr>
          <a:xfrm>
            <a:off x="1510118" y="4997133"/>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7" name="Google Shape;67;p10"/>
          <p:cNvSpPr txBox="1">
            <a:spLocks noGrp="1"/>
          </p:cNvSpPr>
          <p:nvPr>
            <p:ph type="body" idx="13"/>
          </p:nvPr>
        </p:nvSpPr>
        <p:spPr>
          <a:xfrm>
            <a:off x="1510118" y="5418489"/>
            <a:ext cx="4572000" cy="7386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900"/>
              <a:buFont typeface="Avenir"/>
              <a:buNone/>
              <a:defRPr sz="200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8" name="Google Shape;68;p10"/>
          <p:cNvSpPr txBox="1">
            <a:spLocks noGrp="1"/>
          </p:cNvSpPr>
          <p:nvPr>
            <p:ph type="body" idx="14"/>
          </p:nvPr>
        </p:nvSpPr>
        <p:spPr>
          <a:xfrm>
            <a:off x="720496" y="1626269"/>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69" name="Google Shape;69;p10"/>
          <p:cNvSpPr txBox="1">
            <a:spLocks noGrp="1"/>
          </p:cNvSpPr>
          <p:nvPr>
            <p:ph type="body" idx="15"/>
          </p:nvPr>
        </p:nvSpPr>
        <p:spPr>
          <a:xfrm>
            <a:off x="720496" y="2047627"/>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0" name="Google Shape;70;p10"/>
          <p:cNvSpPr txBox="1">
            <a:spLocks noGrp="1"/>
          </p:cNvSpPr>
          <p:nvPr>
            <p:ph type="body" idx="16"/>
          </p:nvPr>
        </p:nvSpPr>
        <p:spPr>
          <a:xfrm>
            <a:off x="720496" y="2468985"/>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1" name="Google Shape;71;p10"/>
          <p:cNvSpPr txBox="1">
            <a:spLocks noGrp="1"/>
          </p:cNvSpPr>
          <p:nvPr>
            <p:ph type="body" idx="17"/>
          </p:nvPr>
        </p:nvSpPr>
        <p:spPr>
          <a:xfrm>
            <a:off x="720496" y="2890343"/>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2" name="Google Shape;72;p10"/>
          <p:cNvSpPr txBox="1">
            <a:spLocks noGrp="1"/>
          </p:cNvSpPr>
          <p:nvPr>
            <p:ph type="body" idx="18"/>
          </p:nvPr>
        </p:nvSpPr>
        <p:spPr>
          <a:xfrm>
            <a:off x="720496" y="3311701"/>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3" name="Google Shape;73;p10"/>
          <p:cNvSpPr txBox="1">
            <a:spLocks noGrp="1"/>
          </p:cNvSpPr>
          <p:nvPr>
            <p:ph type="body" idx="19"/>
          </p:nvPr>
        </p:nvSpPr>
        <p:spPr>
          <a:xfrm>
            <a:off x="720496" y="3733059"/>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4" name="Google Shape;74;p10"/>
          <p:cNvSpPr txBox="1">
            <a:spLocks noGrp="1"/>
          </p:cNvSpPr>
          <p:nvPr>
            <p:ph type="body" idx="20"/>
          </p:nvPr>
        </p:nvSpPr>
        <p:spPr>
          <a:xfrm>
            <a:off x="720496" y="4154417"/>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5" name="Google Shape;75;p10"/>
          <p:cNvSpPr txBox="1">
            <a:spLocks noGrp="1"/>
          </p:cNvSpPr>
          <p:nvPr>
            <p:ph type="body" idx="21"/>
          </p:nvPr>
        </p:nvSpPr>
        <p:spPr>
          <a:xfrm>
            <a:off x="720496" y="4575775"/>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6" name="Google Shape;76;p10"/>
          <p:cNvSpPr txBox="1">
            <a:spLocks noGrp="1"/>
          </p:cNvSpPr>
          <p:nvPr>
            <p:ph type="body" idx="22"/>
          </p:nvPr>
        </p:nvSpPr>
        <p:spPr>
          <a:xfrm>
            <a:off x="720496" y="4997133"/>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7" name="Google Shape;77;p10"/>
          <p:cNvSpPr txBox="1">
            <a:spLocks noGrp="1"/>
          </p:cNvSpPr>
          <p:nvPr>
            <p:ph type="body" idx="23"/>
          </p:nvPr>
        </p:nvSpPr>
        <p:spPr>
          <a:xfrm>
            <a:off x="720496" y="5418489"/>
            <a:ext cx="504000" cy="1514260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2900"/>
              <a:buFont typeface="Avenir"/>
              <a:buNone/>
              <a:defRPr sz="2000">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78" name="Google Shape;78;p10"/>
          <p:cNvSpPr/>
          <p:nvPr/>
        </p:nvSpPr>
        <p:spPr>
          <a:xfrm>
            <a:off x="6134100" y="866775"/>
            <a:ext cx="6287928" cy="5122718"/>
          </a:xfrm>
          <a:custGeom>
            <a:avLst/>
            <a:gdLst/>
            <a:ahLst/>
            <a:cxnLst/>
            <a:rect l="l" t="t" r="r" b="b"/>
            <a:pathLst>
              <a:path w="6210300" h="5059474" extrusionOk="0">
                <a:moveTo>
                  <a:pt x="2519243" y="0"/>
                </a:moveTo>
                <a:lnTo>
                  <a:pt x="6210300" y="0"/>
                </a:lnTo>
                <a:lnTo>
                  <a:pt x="6210300" y="1766943"/>
                </a:lnTo>
                <a:lnTo>
                  <a:pt x="2474520" y="1766943"/>
                </a:lnTo>
                <a:cubicBezTo>
                  <a:pt x="2055022" y="1766943"/>
                  <a:pt x="1714849" y="2108490"/>
                  <a:pt x="1714849" y="2529738"/>
                </a:cubicBezTo>
                <a:cubicBezTo>
                  <a:pt x="1714849" y="2950986"/>
                  <a:pt x="2055022" y="3292531"/>
                  <a:pt x="2474520" y="3292531"/>
                </a:cubicBezTo>
                <a:lnTo>
                  <a:pt x="6210300" y="3292531"/>
                </a:lnTo>
                <a:lnTo>
                  <a:pt x="6210300" y="5059474"/>
                </a:lnTo>
                <a:lnTo>
                  <a:pt x="2519243" y="5059474"/>
                </a:lnTo>
                <a:cubicBezTo>
                  <a:pt x="1127826" y="5059474"/>
                  <a:pt x="0" y="3926902"/>
                  <a:pt x="0" y="2529738"/>
                </a:cubicBezTo>
                <a:cubicBezTo>
                  <a:pt x="0" y="1132573"/>
                  <a:pt x="1127950" y="0"/>
                  <a:pt x="2519243" y="0"/>
                </a:cubicBezTo>
                <a:close/>
              </a:path>
            </a:pathLst>
          </a:custGeom>
          <a:noFill/>
          <a:ln w="60950" cap="flat" cmpd="sng">
            <a:solidFill>
              <a:srgbClr val="F2F2F2"/>
            </a:solidFill>
            <a:prstDash val="solid"/>
            <a:miter lim="8000"/>
            <a:headEnd type="none" w="sm" len="sm"/>
            <a:tailEnd type="none" w="sm" len="sm"/>
          </a:ln>
        </p:spPr>
        <p:txBody>
          <a:bodyPr spcFirstLastPara="1" wrap="square" lIns="91417" tIns="45708" rIns="91417" bIns="45708" anchor="ctr" anchorCtr="0">
            <a:noAutofit/>
          </a:bodyPr>
          <a:lstStyle/>
          <a:p>
            <a:pPr marL="0" marR="0" lvl="0" indent="0" algn="l" rtl="0">
              <a:spcBef>
                <a:spcPts val="0"/>
              </a:spcBef>
              <a:spcAft>
                <a:spcPts val="0"/>
              </a:spcAft>
              <a:buNone/>
            </a:pPr>
            <a:endParaRPr sz="1833">
              <a:solidFill>
                <a:schemeClr val="dk1"/>
              </a:solidFill>
              <a:latin typeface="Avenir"/>
              <a:ea typeface="Avenir"/>
              <a:cs typeface="Avenir"/>
              <a:sym typeface="Avenir"/>
            </a:endParaRPr>
          </a:p>
        </p:txBody>
      </p:sp>
      <p:sp>
        <p:nvSpPr>
          <p:cNvPr id="79" name="Google Shape;79;p10"/>
          <p:cNvSpPr/>
          <p:nvPr/>
        </p:nvSpPr>
        <p:spPr>
          <a:xfrm>
            <a:off x="695325"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80" name="Google Shape;80;p10"/>
          <p:cNvSpPr txBox="1">
            <a:spLocks noGrp="1"/>
          </p:cNvSpPr>
          <p:nvPr>
            <p:ph type="title"/>
          </p:nvPr>
        </p:nvSpPr>
        <p:spPr>
          <a:xfrm>
            <a:off x="695325" y="512763"/>
            <a:ext cx="10515500" cy="47075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dk1"/>
              </a:buClr>
              <a:buSzPts val="2200"/>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81" name="Google Shape;81;p10"/>
          <p:cNvSpPr txBox="1">
            <a:spLocks noGrp="1"/>
          </p:cNvSpPr>
          <p:nvPr>
            <p:ph type="body" idx="24"/>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cxnSp>
        <p:nvCxnSpPr>
          <p:cNvPr id="82" name="Google Shape;82;p10"/>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83" name="Google Shape;83;p10"/>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87182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Agenda">
  <p:cSld name="Agenda">
    <p:bg>
      <p:bgPr>
        <a:solidFill>
          <a:schemeClr val="lt1"/>
        </a:solidFill>
        <a:effectLst/>
      </p:bgPr>
    </p:bg>
    <p:spTree>
      <p:nvGrpSpPr>
        <p:cNvPr id="1" name="Shape 84"/>
        <p:cNvGrpSpPr/>
        <p:nvPr/>
      </p:nvGrpSpPr>
      <p:grpSpPr>
        <a:xfrm>
          <a:off x="0" y="0"/>
          <a:ext cx="0" cy="0"/>
          <a:chOff x="0" y="0"/>
          <a:chExt cx="0" cy="0"/>
        </a:xfrm>
      </p:grpSpPr>
      <p:sp>
        <p:nvSpPr>
          <p:cNvPr id="85" name="Google Shape;85;p11"/>
          <p:cNvSpPr txBox="1">
            <a:spLocks noGrp="1"/>
          </p:cNvSpPr>
          <p:nvPr>
            <p:ph type="title"/>
          </p:nvPr>
        </p:nvSpPr>
        <p:spPr>
          <a:xfrm>
            <a:off x="700073" y="517498"/>
            <a:ext cx="3659750" cy="466750"/>
          </a:xfrm>
          <a:prstGeom prst="rect">
            <a:avLst/>
          </a:prstGeom>
          <a:noFill/>
          <a:ln>
            <a:noFill/>
          </a:ln>
        </p:spPr>
        <p:txBody>
          <a:bodyPr spcFirstLastPara="1" wrap="square" lIns="0" tIns="0" rIns="0" bIns="0" anchor="t" anchorCtr="0">
            <a:norm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86" name="Google Shape;86;p11"/>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87" name="Google Shape;87;p11"/>
          <p:cNvSpPr/>
          <p:nvPr/>
        </p:nvSpPr>
        <p:spPr>
          <a:xfrm>
            <a:off x="6134100" y="866775"/>
            <a:ext cx="6287928" cy="5122718"/>
          </a:xfrm>
          <a:custGeom>
            <a:avLst/>
            <a:gdLst/>
            <a:ahLst/>
            <a:cxnLst/>
            <a:rect l="l" t="t" r="r" b="b"/>
            <a:pathLst>
              <a:path w="6210300" h="5059474" extrusionOk="0">
                <a:moveTo>
                  <a:pt x="2519243" y="0"/>
                </a:moveTo>
                <a:lnTo>
                  <a:pt x="6210300" y="0"/>
                </a:lnTo>
                <a:lnTo>
                  <a:pt x="6210300" y="1766943"/>
                </a:lnTo>
                <a:lnTo>
                  <a:pt x="2474520" y="1766943"/>
                </a:lnTo>
                <a:cubicBezTo>
                  <a:pt x="2055022" y="1766943"/>
                  <a:pt x="1714849" y="2108490"/>
                  <a:pt x="1714849" y="2529738"/>
                </a:cubicBezTo>
                <a:cubicBezTo>
                  <a:pt x="1714849" y="2950986"/>
                  <a:pt x="2055022" y="3292531"/>
                  <a:pt x="2474520" y="3292531"/>
                </a:cubicBezTo>
                <a:lnTo>
                  <a:pt x="6210300" y="3292531"/>
                </a:lnTo>
                <a:lnTo>
                  <a:pt x="6210300" y="5059474"/>
                </a:lnTo>
                <a:lnTo>
                  <a:pt x="2519243" y="5059474"/>
                </a:lnTo>
                <a:cubicBezTo>
                  <a:pt x="1127826" y="5059474"/>
                  <a:pt x="0" y="3926902"/>
                  <a:pt x="0" y="2529738"/>
                </a:cubicBezTo>
                <a:cubicBezTo>
                  <a:pt x="0" y="1132573"/>
                  <a:pt x="1127950" y="0"/>
                  <a:pt x="2519243" y="0"/>
                </a:cubicBezTo>
                <a:close/>
              </a:path>
            </a:pathLst>
          </a:custGeom>
          <a:noFill/>
          <a:ln w="60950" cap="flat" cmpd="sng">
            <a:solidFill>
              <a:schemeClr val="lt2"/>
            </a:solidFill>
            <a:prstDash val="solid"/>
            <a:miter lim="8000"/>
            <a:headEnd type="none" w="sm" len="sm"/>
            <a:tailEnd type="none" w="sm" len="sm"/>
          </a:ln>
        </p:spPr>
        <p:txBody>
          <a:bodyPr spcFirstLastPara="1" wrap="square" lIns="91417" tIns="45708" rIns="91417" bIns="45708" anchor="ctr" anchorCtr="0">
            <a:noAutofit/>
          </a:bodyPr>
          <a:lstStyle/>
          <a:p>
            <a:pPr marL="0" marR="0" lvl="0" indent="0" algn="l" rtl="0">
              <a:spcBef>
                <a:spcPts val="0"/>
              </a:spcBef>
              <a:spcAft>
                <a:spcPts val="0"/>
              </a:spcAft>
              <a:buNone/>
            </a:pPr>
            <a:endParaRPr sz="1833">
              <a:solidFill>
                <a:schemeClr val="dk1"/>
              </a:solidFill>
              <a:latin typeface="Avenir"/>
              <a:ea typeface="Avenir"/>
              <a:cs typeface="Avenir"/>
              <a:sym typeface="Avenir"/>
            </a:endParaRPr>
          </a:p>
        </p:txBody>
      </p:sp>
      <p:sp>
        <p:nvSpPr>
          <p:cNvPr id="88" name="Google Shape;88;p11"/>
          <p:cNvSpPr txBox="1">
            <a:spLocks noGrp="1"/>
          </p:cNvSpPr>
          <p:nvPr>
            <p:ph type="body" idx="1"/>
          </p:nvPr>
        </p:nvSpPr>
        <p:spPr>
          <a:xfrm>
            <a:off x="3353945" y="1853587"/>
            <a:ext cx="1563500" cy="1569660"/>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89" name="Google Shape;89;p11"/>
          <p:cNvSpPr txBox="1">
            <a:spLocks noGrp="1"/>
          </p:cNvSpPr>
          <p:nvPr>
            <p:ph type="body" idx="2"/>
          </p:nvPr>
        </p:nvSpPr>
        <p:spPr>
          <a:xfrm>
            <a:off x="700073" y="2718197"/>
            <a:ext cx="1824750" cy="645000"/>
          </a:xfrm>
          <a:prstGeom prst="rect">
            <a:avLst/>
          </a:prstGeom>
          <a:noFill/>
          <a:ln>
            <a:noFill/>
          </a:ln>
        </p:spPr>
        <p:txBody>
          <a:bodyPr spcFirstLastPara="1" wrap="square" lIns="0" tIns="0" rIns="0" bIns="0" anchor="ctr" anchorCtr="0">
            <a:noAutofit/>
          </a:bodyPr>
          <a:lstStyle>
            <a:lvl1pPr marL="380985" lvl="0" indent="-190492" algn="ctr">
              <a:lnSpc>
                <a:spcPct val="120000"/>
              </a:lnSpc>
              <a:spcBef>
                <a:spcPts val="0"/>
              </a:spcBef>
              <a:spcAft>
                <a:spcPts val="0"/>
              </a:spcAft>
              <a:buSzPts val="5800"/>
              <a:buNone/>
              <a:defRPr sz="400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0" name="Google Shape;90;p11"/>
          <p:cNvSpPr txBox="1">
            <a:spLocks noGrp="1"/>
          </p:cNvSpPr>
          <p:nvPr>
            <p:ph type="body" idx="3"/>
          </p:nvPr>
        </p:nvSpPr>
        <p:spPr>
          <a:xfrm>
            <a:off x="700073" y="3617631"/>
            <a:ext cx="1824750" cy="645000"/>
          </a:xfrm>
          <a:prstGeom prst="rect">
            <a:avLst/>
          </a:prstGeom>
          <a:noFill/>
          <a:ln>
            <a:noFill/>
          </a:ln>
        </p:spPr>
        <p:txBody>
          <a:bodyPr spcFirstLastPara="1" wrap="square" lIns="0" tIns="0" rIns="0" bIns="0" anchor="ctr" anchorCtr="0">
            <a:noAutofit/>
          </a:bodyPr>
          <a:lstStyle>
            <a:lvl1pPr marL="380985" lvl="0" indent="-190492" algn="ctr">
              <a:lnSpc>
                <a:spcPct val="120000"/>
              </a:lnSpc>
              <a:spcBef>
                <a:spcPts val="0"/>
              </a:spcBef>
              <a:spcAft>
                <a:spcPts val="0"/>
              </a:spcAft>
              <a:buSzPts val="5800"/>
              <a:buNone/>
              <a:defRPr sz="400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1" name="Google Shape;91;p11"/>
          <p:cNvSpPr txBox="1">
            <a:spLocks noGrp="1"/>
          </p:cNvSpPr>
          <p:nvPr>
            <p:ph type="body" idx="4"/>
          </p:nvPr>
        </p:nvSpPr>
        <p:spPr>
          <a:xfrm>
            <a:off x="700073" y="1827160"/>
            <a:ext cx="1824750" cy="645000"/>
          </a:xfrm>
          <a:prstGeom prst="rect">
            <a:avLst/>
          </a:prstGeom>
          <a:noFill/>
          <a:ln>
            <a:noFill/>
          </a:ln>
        </p:spPr>
        <p:txBody>
          <a:bodyPr spcFirstLastPara="1" wrap="square" lIns="0" tIns="0" rIns="0" bIns="0" anchor="ctr" anchorCtr="0">
            <a:noAutofit/>
          </a:bodyPr>
          <a:lstStyle>
            <a:lvl1pPr marL="380985" lvl="0" indent="-190492" algn="ctr">
              <a:lnSpc>
                <a:spcPct val="120000"/>
              </a:lnSpc>
              <a:spcBef>
                <a:spcPts val="0"/>
              </a:spcBef>
              <a:spcAft>
                <a:spcPts val="0"/>
              </a:spcAft>
              <a:buSzPts val="5800"/>
              <a:buNone/>
              <a:defRPr sz="400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2" name="Google Shape;92;p11"/>
          <p:cNvSpPr txBox="1">
            <a:spLocks noGrp="1"/>
          </p:cNvSpPr>
          <p:nvPr>
            <p:ph type="body" idx="5"/>
          </p:nvPr>
        </p:nvSpPr>
        <p:spPr>
          <a:xfrm>
            <a:off x="3353945" y="2152194"/>
            <a:ext cx="2223500" cy="941796"/>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3" name="Google Shape;93;p11"/>
          <p:cNvSpPr txBox="1">
            <a:spLocks noGrp="1"/>
          </p:cNvSpPr>
          <p:nvPr>
            <p:ph type="body" idx="6"/>
          </p:nvPr>
        </p:nvSpPr>
        <p:spPr>
          <a:xfrm>
            <a:off x="3353945" y="2744624"/>
            <a:ext cx="1563500" cy="1569660"/>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4" name="Google Shape;94;p11"/>
          <p:cNvSpPr txBox="1">
            <a:spLocks noGrp="1"/>
          </p:cNvSpPr>
          <p:nvPr>
            <p:ph type="body" idx="7"/>
          </p:nvPr>
        </p:nvSpPr>
        <p:spPr>
          <a:xfrm>
            <a:off x="3353945" y="3043231"/>
            <a:ext cx="2223500" cy="941796"/>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5" name="Google Shape;95;p11"/>
          <p:cNvSpPr txBox="1">
            <a:spLocks noGrp="1"/>
          </p:cNvSpPr>
          <p:nvPr>
            <p:ph type="body" idx="8"/>
          </p:nvPr>
        </p:nvSpPr>
        <p:spPr>
          <a:xfrm>
            <a:off x="3353945" y="3649293"/>
            <a:ext cx="1563500" cy="1569660"/>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6" name="Google Shape;96;p11"/>
          <p:cNvSpPr txBox="1">
            <a:spLocks noGrp="1"/>
          </p:cNvSpPr>
          <p:nvPr>
            <p:ph type="body" idx="9"/>
          </p:nvPr>
        </p:nvSpPr>
        <p:spPr>
          <a:xfrm>
            <a:off x="3353945" y="3947900"/>
            <a:ext cx="2223500" cy="941796"/>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97" name="Google Shape;97;p11"/>
          <p:cNvSpPr/>
          <p:nvPr/>
        </p:nvSpPr>
        <p:spPr>
          <a:xfrm>
            <a:off x="695325"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98" name="Google Shape;98;p11"/>
          <p:cNvSpPr txBox="1">
            <a:spLocks noGrp="1"/>
          </p:cNvSpPr>
          <p:nvPr>
            <p:ph type="body" idx="1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cxnSp>
        <p:nvCxnSpPr>
          <p:cNvPr id="99" name="Google Shape;99;p11"/>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100" name="Google Shape;100;p11"/>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67155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photo">
  <p:cSld name="Section photo">
    <p:bg>
      <p:bgPr>
        <a:blipFill>
          <a:blip r:embed="rId2">
            <a:alphaModFix/>
          </a:blip>
          <a:stretch>
            <a:fillRect/>
          </a:stretch>
        </a:blipFill>
        <a:effectLst/>
      </p:bgPr>
    </p:bg>
    <p:spTree>
      <p:nvGrpSpPr>
        <p:cNvPr id="1" name="Shape 101"/>
        <p:cNvGrpSpPr/>
        <p:nvPr/>
      </p:nvGrpSpPr>
      <p:grpSpPr>
        <a:xfrm>
          <a:off x="0" y="0"/>
          <a:ext cx="0" cy="0"/>
          <a:chOff x="0" y="0"/>
          <a:chExt cx="0" cy="0"/>
        </a:xfrm>
      </p:grpSpPr>
      <p:sp>
        <p:nvSpPr>
          <p:cNvPr id="102" name="Google Shape;102;p12"/>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03" name="Google Shape;103;p12"/>
          <p:cNvSpPr txBox="1">
            <a:spLocks noGrp="1"/>
          </p:cNvSpPr>
          <p:nvPr>
            <p:ph type="body" idx="1"/>
          </p:nvPr>
        </p:nvSpPr>
        <p:spPr>
          <a:xfrm>
            <a:off x="427038" y="2322607"/>
            <a:ext cx="2265250" cy="5281163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18700"/>
              <a:buFont typeface="Avenir"/>
              <a:buNone/>
              <a:defRPr sz="12999">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04" name="Google Shape;104;p12"/>
          <p:cNvSpPr txBox="1">
            <a:spLocks noGrp="1"/>
          </p:cNvSpPr>
          <p:nvPr>
            <p:ph type="body" idx="2"/>
          </p:nvPr>
        </p:nvSpPr>
        <p:spPr>
          <a:xfrm>
            <a:off x="3043530" y="2843675"/>
            <a:ext cx="5176000" cy="2031325"/>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5800"/>
              <a:buFont typeface="Avenir"/>
              <a:buNone/>
              <a:defRPr sz="4000">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05" name="Google Shape;105;p12"/>
          <p:cNvSpPr txBox="1">
            <a:spLocks noGrp="1"/>
          </p:cNvSpPr>
          <p:nvPr>
            <p:ph type="body" idx="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06" name="Google Shape;106;p12"/>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83653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White section">
  <p:cSld name="White section">
    <p:bg>
      <p:bgPr>
        <a:solidFill>
          <a:schemeClr val="lt1"/>
        </a:solidFill>
        <a:effectLst/>
      </p:bgPr>
    </p:bg>
    <p:spTree>
      <p:nvGrpSpPr>
        <p:cNvPr id="1" name="Shape 107"/>
        <p:cNvGrpSpPr/>
        <p:nvPr/>
      </p:nvGrpSpPr>
      <p:grpSpPr>
        <a:xfrm>
          <a:off x="0" y="0"/>
          <a:ext cx="0" cy="0"/>
          <a:chOff x="0" y="0"/>
          <a:chExt cx="0" cy="0"/>
        </a:xfrm>
      </p:grpSpPr>
      <p:sp>
        <p:nvSpPr>
          <p:cNvPr id="108" name="Google Shape;108;p13"/>
          <p:cNvSpPr/>
          <p:nvPr/>
        </p:nvSpPr>
        <p:spPr>
          <a:xfrm>
            <a:off x="6134100" y="866775"/>
            <a:ext cx="6287928" cy="5122718"/>
          </a:xfrm>
          <a:custGeom>
            <a:avLst/>
            <a:gdLst/>
            <a:ahLst/>
            <a:cxnLst/>
            <a:rect l="l" t="t" r="r" b="b"/>
            <a:pathLst>
              <a:path w="6210300" h="5059474" extrusionOk="0">
                <a:moveTo>
                  <a:pt x="2519243" y="0"/>
                </a:moveTo>
                <a:lnTo>
                  <a:pt x="6210300" y="0"/>
                </a:lnTo>
                <a:lnTo>
                  <a:pt x="6210300" y="1766943"/>
                </a:lnTo>
                <a:lnTo>
                  <a:pt x="2474520" y="1766943"/>
                </a:lnTo>
                <a:cubicBezTo>
                  <a:pt x="2055022" y="1766943"/>
                  <a:pt x="1714849" y="2108490"/>
                  <a:pt x="1714849" y="2529738"/>
                </a:cubicBezTo>
                <a:cubicBezTo>
                  <a:pt x="1714849" y="2950986"/>
                  <a:pt x="2055022" y="3292531"/>
                  <a:pt x="2474520" y="3292531"/>
                </a:cubicBezTo>
                <a:lnTo>
                  <a:pt x="6210300" y="3292531"/>
                </a:lnTo>
                <a:lnTo>
                  <a:pt x="6210300" y="5059474"/>
                </a:lnTo>
                <a:lnTo>
                  <a:pt x="2519243" y="5059474"/>
                </a:lnTo>
                <a:cubicBezTo>
                  <a:pt x="1127826" y="5059474"/>
                  <a:pt x="0" y="3926902"/>
                  <a:pt x="0" y="2529738"/>
                </a:cubicBezTo>
                <a:cubicBezTo>
                  <a:pt x="0" y="1132573"/>
                  <a:pt x="1127950" y="0"/>
                  <a:pt x="2519243" y="0"/>
                </a:cubicBezTo>
                <a:close/>
              </a:path>
            </a:pathLst>
          </a:custGeom>
          <a:noFill/>
          <a:ln w="60950" cap="flat" cmpd="sng">
            <a:solidFill>
              <a:srgbClr val="F2F2F2"/>
            </a:solidFill>
            <a:prstDash val="solid"/>
            <a:miter lim="8000"/>
            <a:headEnd type="none" w="sm" len="sm"/>
            <a:tailEnd type="none" w="sm" len="sm"/>
          </a:ln>
        </p:spPr>
        <p:txBody>
          <a:bodyPr spcFirstLastPara="1" wrap="square" lIns="91417" tIns="45708" rIns="91417" bIns="45708" anchor="ctr" anchorCtr="0">
            <a:noAutofit/>
          </a:bodyPr>
          <a:lstStyle/>
          <a:p>
            <a:pPr marL="0" marR="0" lvl="0" indent="0" algn="l" rtl="0">
              <a:spcBef>
                <a:spcPts val="0"/>
              </a:spcBef>
              <a:spcAft>
                <a:spcPts val="0"/>
              </a:spcAft>
              <a:buNone/>
            </a:pPr>
            <a:endParaRPr sz="1833">
              <a:solidFill>
                <a:schemeClr val="dk1"/>
              </a:solidFill>
              <a:latin typeface="Avenir"/>
              <a:ea typeface="Avenir"/>
              <a:cs typeface="Avenir"/>
              <a:sym typeface="Avenir"/>
            </a:endParaRPr>
          </a:p>
        </p:txBody>
      </p:sp>
      <p:sp>
        <p:nvSpPr>
          <p:cNvPr id="109" name="Google Shape;109;p13"/>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10" name="Google Shape;110;p13"/>
          <p:cNvSpPr txBox="1">
            <a:spLocks noGrp="1"/>
          </p:cNvSpPr>
          <p:nvPr>
            <p:ph type="body" idx="1"/>
          </p:nvPr>
        </p:nvSpPr>
        <p:spPr>
          <a:xfrm>
            <a:off x="427038" y="2322607"/>
            <a:ext cx="2265250" cy="5281163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18700"/>
              <a:buFont typeface="Avenir"/>
              <a:buNone/>
              <a:defRPr sz="12999">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11" name="Google Shape;111;p13"/>
          <p:cNvSpPr txBox="1">
            <a:spLocks noGrp="1"/>
          </p:cNvSpPr>
          <p:nvPr>
            <p:ph type="body" idx="2"/>
          </p:nvPr>
        </p:nvSpPr>
        <p:spPr>
          <a:xfrm>
            <a:off x="3043530" y="2843675"/>
            <a:ext cx="5176000" cy="2031325"/>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5800"/>
              <a:buFont typeface="Avenir"/>
              <a:buNone/>
              <a:defRPr sz="400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12" name="Google Shape;112;p13"/>
          <p:cNvSpPr txBox="1">
            <a:spLocks noGrp="1"/>
          </p:cNvSpPr>
          <p:nvPr>
            <p:ph type="body" idx="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13" name="Google Shape;113;p13"/>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69122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ark blue section">
  <p:cSld name="Dark blue section">
    <p:bg>
      <p:bgPr>
        <a:solidFill>
          <a:schemeClr val="dk2"/>
        </a:solidFill>
        <a:effectLst/>
      </p:bgPr>
    </p:bg>
    <p:spTree>
      <p:nvGrpSpPr>
        <p:cNvPr id="1" name="Shape 114"/>
        <p:cNvGrpSpPr/>
        <p:nvPr/>
      </p:nvGrpSpPr>
      <p:grpSpPr>
        <a:xfrm>
          <a:off x="0" y="0"/>
          <a:ext cx="0" cy="0"/>
          <a:chOff x="0" y="0"/>
          <a:chExt cx="0" cy="0"/>
        </a:xfrm>
      </p:grpSpPr>
      <p:sp>
        <p:nvSpPr>
          <p:cNvPr id="115" name="Google Shape;115;p14"/>
          <p:cNvSpPr/>
          <p:nvPr/>
        </p:nvSpPr>
        <p:spPr>
          <a:xfrm>
            <a:off x="6134100" y="866775"/>
            <a:ext cx="6287928" cy="5122718"/>
          </a:xfrm>
          <a:custGeom>
            <a:avLst/>
            <a:gdLst/>
            <a:ahLst/>
            <a:cxnLst/>
            <a:rect l="l" t="t" r="r" b="b"/>
            <a:pathLst>
              <a:path w="6210300" h="5059474" extrusionOk="0">
                <a:moveTo>
                  <a:pt x="2519243" y="0"/>
                </a:moveTo>
                <a:lnTo>
                  <a:pt x="6210300" y="0"/>
                </a:lnTo>
                <a:lnTo>
                  <a:pt x="6210300" y="1766943"/>
                </a:lnTo>
                <a:lnTo>
                  <a:pt x="2474520" y="1766943"/>
                </a:lnTo>
                <a:cubicBezTo>
                  <a:pt x="2055022" y="1766943"/>
                  <a:pt x="1714849" y="2108490"/>
                  <a:pt x="1714849" y="2529738"/>
                </a:cubicBezTo>
                <a:cubicBezTo>
                  <a:pt x="1714849" y="2950986"/>
                  <a:pt x="2055022" y="3292531"/>
                  <a:pt x="2474520" y="3292531"/>
                </a:cubicBezTo>
                <a:lnTo>
                  <a:pt x="6210300" y="3292531"/>
                </a:lnTo>
                <a:lnTo>
                  <a:pt x="6210300" y="5059474"/>
                </a:lnTo>
                <a:lnTo>
                  <a:pt x="2519243" y="5059474"/>
                </a:lnTo>
                <a:cubicBezTo>
                  <a:pt x="1127826" y="5059474"/>
                  <a:pt x="0" y="3926902"/>
                  <a:pt x="0" y="2529738"/>
                </a:cubicBezTo>
                <a:cubicBezTo>
                  <a:pt x="0" y="1132573"/>
                  <a:pt x="1127950" y="0"/>
                  <a:pt x="2519243" y="0"/>
                </a:cubicBezTo>
                <a:close/>
              </a:path>
            </a:pathLst>
          </a:custGeom>
          <a:noFill/>
          <a:ln w="60950" cap="flat" cmpd="sng">
            <a:solidFill>
              <a:srgbClr val="7F7F7F"/>
            </a:solidFill>
            <a:prstDash val="solid"/>
            <a:miter lim="8000"/>
            <a:headEnd type="none" w="sm" len="sm"/>
            <a:tailEnd type="none" w="sm" len="sm"/>
          </a:ln>
        </p:spPr>
        <p:txBody>
          <a:bodyPr spcFirstLastPara="1" wrap="square" lIns="91417" tIns="45708" rIns="91417" bIns="45708" anchor="ctr" anchorCtr="0">
            <a:noAutofit/>
          </a:bodyPr>
          <a:lstStyle/>
          <a:p>
            <a:pPr marL="0" marR="0" lvl="0" indent="0" algn="l" rtl="0">
              <a:spcBef>
                <a:spcPts val="0"/>
              </a:spcBef>
              <a:spcAft>
                <a:spcPts val="0"/>
              </a:spcAft>
              <a:buNone/>
            </a:pPr>
            <a:endParaRPr sz="1833">
              <a:solidFill>
                <a:schemeClr val="dk1"/>
              </a:solidFill>
              <a:latin typeface="Avenir"/>
              <a:ea typeface="Avenir"/>
              <a:cs typeface="Avenir"/>
              <a:sym typeface="Avenir"/>
            </a:endParaRPr>
          </a:p>
        </p:txBody>
      </p:sp>
      <p:sp>
        <p:nvSpPr>
          <p:cNvPr id="116" name="Google Shape;116;p14"/>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17" name="Google Shape;117;p14"/>
          <p:cNvSpPr txBox="1">
            <a:spLocks noGrp="1"/>
          </p:cNvSpPr>
          <p:nvPr>
            <p:ph type="body" idx="1"/>
          </p:nvPr>
        </p:nvSpPr>
        <p:spPr>
          <a:xfrm>
            <a:off x="427038" y="2322607"/>
            <a:ext cx="2265250" cy="52811637"/>
          </a:xfrm>
          <a:prstGeom prst="rect">
            <a:avLst/>
          </a:prstGeom>
          <a:noFill/>
          <a:ln>
            <a:noFill/>
          </a:ln>
        </p:spPr>
        <p:txBody>
          <a:bodyPr spcFirstLastPara="1" wrap="square" lIns="0" tIns="0" rIns="0" bIns="0" anchor="t" anchorCtr="0">
            <a:spAutoFit/>
          </a:bodyPr>
          <a:lstStyle>
            <a:lvl1pPr marL="380985" lvl="0" indent="-190492" algn="r">
              <a:lnSpc>
                <a:spcPct val="120000"/>
              </a:lnSpc>
              <a:spcBef>
                <a:spcPts val="0"/>
              </a:spcBef>
              <a:spcAft>
                <a:spcPts val="0"/>
              </a:spcAft>
              <a:buSzPts val="18700"/>
              <a:buFont typeface="Avenir"/>
              <a:buNone/>
              <a:defRPr sz="12999">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18" name="Google Shape;118;p14"/>
          <p:cNvSpPr txBox="1">
            <a:spLocks noGrp="1"/>
          </p:cNvSpPr>
          <p:nvPr>
            <p:ph type="body" idx="2"/>
          </p:nvPr>
        </p:nvSpPr>
        <p:spPr>
          <a:xfrm>
            <a:off x="3043530" y="2843675"/>
            <a:ext cx="5176000" cy="2031325"/>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5800"/>
              <a:buFont typeface="Avenir"/>
              <a:buNone/>
              <a:defRPr sz="4000">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19" name="Google Shape;119;p14"/>
          <p:cNvSpPr txBox="1">
            <a:spLocks noGrp="1"/>
          </p:cNvSpPr>
          <p:nvPr>
            <p:ph type="body" idx="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20" name="Google Shape;120;p14"/>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578337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4661">
          <p15:clr>
            <a:srgbClr val="FBAE40"/>
          </p15:clr>
        </p15:guide>
        <p15:guide id="4" orient="horz" pos="38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ext">
  <p:cSld name="Text">
    <p:bg>
      <p:bgPr>
        <a:solidFill>
          <a:schemeClr val="lt1"/>
        </a:solidFill>
        <a:effectLst/>
      </p:bgPr>
    </p:bg>
    <p:spTree>
      <p:nvGrpSpPr>
        <p:cNvPr id="1" name="Shape 121"/>
        <p:cNvGrpSpPr/>
        <p:nvPr/>
      </p:nvGrpSpPr>
      <p:grpSpPr>
        <a:xfrm>
          <a:off x="0" y="0"/>
          <a:ext cx="0" cy="0"/>
          <a:chOff x="0" y="0"/>
          <a:chExt cx="0" cy="0"/>
        </a:xfrm>
      </p:grpSpPr>
      <p:sp>
        <p:nvSpPr>
          <p:cNvPr id="122" name="Google Shape;122;p15"/>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23" name="Google Shape;123;p15"/>
          <p:cNvSpPr txBox="1">
            <a:spLocks noGrp="1"/>
          </p:cNvSpPr>
          <p:nvPr>
            <p:ph type="body" idx="1"/>
          </p:nvPr>
        </p:nvSpPr>
        <p:spPr>
          <a:xfrm>
            <a:off x="700073" y="1599687"/>
            <a:ext cx="10810000" cy="313932"/>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24" name="Google Shape;124;p15"/>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25" name="Google Shape;125;p15"/>
          <p:cNvSpPr txBox="1">
            <a:spLocks noGrp="1"/>
          </p:cNvSpPr>
          <p:nvPr>
            <p:ph type="body" idx="2"/>
          </p:nvPr>
        </p:nvSpPr>
        <p:spPr>
          <a:xfrm>
            <a:off x="700073" y="2379540"/>
            <a:ext cx="10810000" cy="313932"/>
          </a:xfrm>
          <a:prstGeom prst="rect">
            <a:avLst/>
          </a:prstGeom>
          <a:noFill/>
          <a:ln>
            <a:noFill/>
          </a:ln>
        </p:spPr>
        <p:txBody>
          <a:bodyPr spcFirstLastPara="1" wrap="square" lIns="0" tIns="0" rIns="0" bIns="0" anchor="t" anchorCtr="0">
            <a:spAutoFit/>
          </a:bodyPr>
          <a:lstStyle>
            <a:lvl1pPr marL="380985" lvl="0" indent="-328070" algn="l">
              <a:lnSpc>
                <a:spcPct val="120000"/>
              </a:lnSpc>
              <a:spcBef>
                <a:spcPts val="0"/>
              </a:spcBef>
              <a:spcAft>
                <a:spcPts val="0"/>
              </a:spcAft>
              <a:buSzPts val="2600"/>
              <a:buChar cha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26" name="Google Shape;126;p15"/>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127" name="Google Shape;127;p15"/>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128" name="Google Shape;128;p15"/>
          <p:cNvSpPr txBox="1">
            <a:spLocks noGrp="1"/>
          </p:cNvSpPr>
          <p:nvPr>
            <p:ph type="body" idx="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29" name="Google Shape;129;p15"/>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10547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ext + 2 picutres">
  <p:cSld name="Text + 2 picutres">
    <p:bg>
      <p:bgPr>
        <a:solidFill>
          <a:schemeClr val="lt1"/>
        </a:solidFill>
        <a:effectLst/>
      </p:bgPr>
    </p:bg>
    <p:spTree>
      <p:nvGrpSpPr>
        <p:cNvPr id="1" name="Shape 130"/>
        <p:cNvGrpSpPr/>
        <p:nvPr/>
      </p:nvGrpSpPr>
      <p:grpSpPr>
        <a:xfrm>
          <a:off x="0" y="0"/>
          <a:ext cx="0" cy="0"/>
          <a:chOff x="0" y="0"/>
          <a:chExt cx="0" cy="0"/>
        </a:xfrm>
      </p:grpSpPr>
      <p:sp>
        <p:nvSpPr>
          <p:cNvPr id="131" name="Google Shape;131;p16"/>
          <p:cNvSpPr>
            <a:spLocks noGrp="1"/>
          </p:cNvSpPr>
          <p:nvPr>
            <p:ph type="pic" idx="2"/>
          </p:nvPr>
        </p:nvSpPr>
        <p:spPr>
          <a:xfrm>
            <a:off x="6096000" y="3429000"/>
            <a:ext cx="6096000" cy="3429000"/>
          </a:xfrm>
          <a:prstGeom prst="rect">
            <a:avLst/>
          </a:prstGeom>
          <a:solidFill>
            <a:srgbClr val="D8D8D8"/>
          </a:solidFill>
          <a:ln>
            <a:noFill/>
          </a:ln>
        </p:spPr>
      </p:sp>
      <p:sp>
        <p:nvSpPr>
          <p:cNvPr id="132" name="Google Shape;132;p16"/>
          <p:cNvSpPr txBox="1">
            <a:spLocks noGrp="1"/>
          </p:cNvSpPr>
          <p:nvPr>
            <p:ph type="body" idx="1"/>
          </p:nvPr>
        </p:nvSpPr>
        <p:spPr>
          <a:xfrm>
            <a:off x="700073" y="2094988"/>
            <a:ext cx="4697250" cy="6278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33" name="Google Shape;133;p16"/>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34" name="Google Shape;134;p16"/>
          <p:cNvSpPr txBox="1">
            <a:spLocks noGrp="1"/>
          </p:cNvSpPr>
          <p:nvPr>
            <p:ph type="body" idx="3"/>
          </p:nvPr>
        </p:nvSpPr>
        <p:spPr>
          <a:xfrm>
            <a:off x="700073" y="2874842"/>
            <a:ext cx="4697250" cy="627864"/>
          </a:xfrm>
          <a:prstGeom prst="rect">
            <a:avLst/>
          </a:prstGeom>
          <a:noFill/>
          <a:ln>
            <a:noFill/>
          </a:ln>
        </p:spPr>
        <p:txBody>
          <a:bodyPr spcFirstLastPara="1" wrap="square" lIns="0" tIns="0" rIns="0" bIns="0" anchor="t" anchorCtr="0">
            <a:spAutoFit/>
          </a:bodyPr>
          <a:lstStyle>
            <a:lvl1pPr marL="380985" lvl="0" indent="-328070" algn="l">
              <a:lnSpc>
                <a:spcPct val="120000"/>
              </a:lnSpc>
              <a:spcBef>
                <a:spcPts val="0"/>
              </a:spcBef>
              <a:spcAft>
                <a:spcPts val="0"/>
              </a:spcAft>
              <a:buSzPts val="2600"/>
              <a:buChar cha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35" name="Google Shape;135;p16"/>
          <p:cNvSpPr>
            <a:spLocks noGrp="1"/>
          </p:cNvSpPr>
          <p:nvPr>
            <p:ph type="pic" idx="4"/>
          </p:nvPr>
        </p:nvSpPr>
        <p:spPr>
          <a:xfrm>
            <a:off x="6096000" y="0"/>
            <a:ext cx="6096000" cy="3429000"/>
          </a:xfrm>
          <a:prstGeom prst="rect">
            <a:avLst/>
          </a:prstGeom>
          <a:solidFill>
            <a:srgbClr val="F2F2F2"/>
          </a:solidFill>
          <a:ln>
            <a:noFill/>
          </a:ln>
        </p:spPr>
      </p:sp>
      <p:sp>
        <p:nvSpPr>
          <p:cNvPr id="136" name="Google Shape;136;p16"/>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37" name="Google Shape;137;p16"/>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138" name="Google Shape;138;p16"/>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139" name="Google Shape;139;p16"/>
          <p:cNvSpPr txBox="1">
            <a:spLocks noGrp="1"/>
          </p:cNvSpPr>
          <p:nvPr>
            <p:ph type="body" idx="5"/>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40" name="Google Shape;140;p16"/>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0573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4 pictures">
  <p:cSld name="4 pictures">
    <p:bg>
      <p:bgPr>
        <a:solidFill>
          <a:schemeClr val="lt1"/>
        </a:solidFill>
        <a:effectLst/>
      </p:bgPr>
    </p:bg>
    <p:spTree>
      <p:nvGrpSpPr>
        <p:cNvPr id="1" name="Shape 141"/>
        <p:cNvGrpSpPr/>
        <p:nvPr/>
      </p:nvGrpSpPr>
      <p:grpSpPr>
        <a:xfrm>
          <a:off x="0" y="0"/>
          <a:ext cx="0" cy="0"/>
          <a:chOff x="0" y="0"/>
          <a:chExt cx="0" cy="0"/>
        </a:xfrm>
      </p:grpSpPr>
      <p:sp>
        <p:nvSpPr>
          <p:cNvPr id="142" name="Google Shape;142;p17"/>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43" name="Google Shape;143;p17"/>
          <p:cNvSpPr>
            <a:spLocks noGrp="1"/>
          </p:cNvSpPr>
          <p:nvPr>
            <p:ph type="pic" idx="2"/>
          </p:nvPr>
        </p:nvSpPr>
        <p:spPr>
          <a:xfrm>
            <a:off x="696000" y="1389259"/>
            <a:ext cx="5364000" cy="2412000"/>
          </a:xfrm>
          <a:prstGeom prst="rect">
            <a:avLst/>
          </a:prstGeom>
          <a:solidFill>
            <a:srgbClr val="F2F2F2"/>
          </a:solidFill>
          <a:ln>
            <a:noFill/>
          </a:ln>
        </p:spPr>
      </p:sp>
      <p:sp>
        <p:nvSpPr>
          <p:cNvPr id="144" name="Google Shape;144;p17"/>
          <p:cNvSpPr/>
          <p:nvPr/>
        </p:nvSpPr>
        <p:spPr>
          <a:xfrm>
            <a:off x="695325"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45" name="Google Shape;145;p17"/>
          <p:cNvSpPr>
            <a:spLocks noGrp="1"/>
          </p:cNvSpPr>
          <p:nvPr>
            <p:ph type="pic" idx="3"/>
          </p:nvPr>
        </p:nvSpPr>
        <p:spPr>
          <a:xfrm>
            <a:off x="6132675" y="1389259"/>
            <a:ext cx="5364000" cy="2412000"/>
          </a:xfrm>
          <a:prstGeom prst="rect">
            <a:avLst/>
          </a:prstGeom>
          <a:solidFill>
            <a:srgbClr val="D8D8D8"/>
          </a:solidFill>
          <a:ln>
            <a:noFill/>
          </a:ln>
        </p:spPr>
      </p:sp>
      <p:sp>
        <p:nvSpPr>
          <p:cNvPr id="146" name="Google Shape;146;p17"/>
          <p:cNvSpPr>
            <a:spLocks noGrp="1"/>
          </p:cNvSpPr>
          <p:nvPr>
            <p:ph type="pic" idx="4"/>
          </p:nvPr>
        </p:nvSpPr>
        <p:spPr>
          <a:xfrm>
            <a:off x="696000" y="3842584"/>
            <a:ext cx="5364000" cy="2412000"/>
          </a:xfrm>
          <a:prstGeom prst="rect">
            <a:avLst/>
          </a:prstGeom>
          <a:solidFill>
            <a:srgbClr val="D8D8D8"/>
          </a:solidFill>
          <a:ln>
            <a:noFill/>
          </a:ln>
        </p:spPr>
      </p:sp>
      <p:sp>
        <p:nvSpPr>
          <p:cNvPr id="147" name="Google Shape;147;p17"/>
          <p:cNvSpPr>
            <a:spLocks noGrp="1"/>
          </p:cNvSpPr>
          <p:nvPr>
            <p:ph type="pic" idx="5"/>
          </p:nvPr>
        </p:nvSpPr>
        <p:spPr>
          <a:xfrm>
            <a:off x="6132675" y="3842584"/>
            <a:ext cx="5364000" cy="2412000"/>
          </a:xfrm>
          <a:prstGeom prst="rect">
            <a:avLst/>
          </a:prstGeom>
          <a:solidFill>
            <a:srgbClr val="F2F2F2"/>
          </a:solidFill>
          <a:ln>
            <a:noFill/>
          </a:ln>
        </p:spPr>
      </p:sp>
      <p:sp>
        <p:nvSpPr>
          <p:cNvPr id="148" name="Google Shape;148;p17"/>
          <p:cNvSpPr>
            <a:spLocks noGrp="1"/>
          </p:cNvSpPr>
          <p:nvPr>
            <p:ph type="body" idx="1"/>
          </p:nvPr>
        </p:nvSpPr>
        <p:spPr>
          <a:xfrm>
            <a:off x="4836338" y="2582584"/>
            <a:ext cx="2520000" cy="2520000"/>
          </a:xfrm>
          <a:prstGeom prst="ellipse">
            <a:avLst/>
          </a:prstGeom>
          <a:solidFill>
            <a:schemeClr val="dk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49" name="Google Shape;149;p17"/>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150" name="Google Shape;150;p17"/>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151" name="Google Shape;151;p17"/>
          <p:cNvSpPr txBox="1">
            <a:spLocks noGrp="1"/>
          </p:cNvSpPr>
          <p:nvPr>
            <p:ph type="body" idx="6"/>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52" name="Google Shape;152;p17"/>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46378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P">
  <p:cSld name="MAP">
    <p:bg>
      <p:bgPr>
        <a:solidFill>
          <a:schemeClr val="lt1"/>
        </a:solidFill>
        <a:effectLst/>
      </p:bgPr>
    </p:bg>
    <p:spTree>
      <p:nvGrpSpPr>
        <p:cNvPr id="1" name="Shape 153"/>
        <p:cNvGrpSpPr/>
        <p:nvPr/>
      </p:nvGrpSpPr>
      <p:grpSpPr>
        <a:xfrm>
          <a:off x="0" y="0"/>
          <a:ext cx="0" cy="0"/>
          <a:chOff x="0" y="0"/>
          <a:chExt cx="0" cy="0"/>
        </a:xfrm>
      </p:grpSpPr>
      <p:sp>
        <p:nvSpPr>
          <p:cNvPr id="154" name="Google Shape;154;p18"/>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55" name="Google Shape;155;p18"/>
          <p:cNvSpPr txBox="1">
            <a:spLocks noGrp="1"/>
          </p:cNvSpPr>
          <p:nvPr>
            <p:ph type="body" idx="1"/>
          </p:nvPr>
        </p:nvSpPr>
        <p:spPr>
          <a:xfrm>
            <a:off x="1614490" y="3429000"/>
            <a:ext cx="1819500" cy="380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2000"/>
              <a:buNone/>
              <a:defRPr b="1">
                <a:solidFill>
                  <a:schemeClr val="dk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56" name="Google Shape;156;p18"/>
          <p:cNvSpPr txBox="1">
            <a:spLocks noGrp="1"/>
          </p:cNvSpPr>
          <p:nvPr>
            <p:ph type="body" idx="2"/>
          </p:nvPr>
        </p:nvSpPr>
        <p:spPr>
          <a:xfrm>
            <a:off x="1614490" y="3983637"/>
            <a:ext cx="1819500" cy="380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2000"/>
              <a:buNone/>
              <a:defRPr b="1">
                <a:solidFill>
                  <a:schemeClr val="dk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57" name="Google Shape;157;p18"/>
          <p:cNvSpPr txBox="1">
            <a:spLocks noGrp="1"/>
          </p:cNvSpPr>
          <p:nvPr>
            <p:ph type="body" idx="3"/>
          </p:nvPr>
        </p:nvSpPr>
        <p:spPr>
          <a:xfrm>
            <a:off x="1606977" y="4543459"/>
            <a:ext cx="1819500" cy="380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2000"/>
              <a:buNone/>
              <a:defRPr b="1">
                <a:solidFill>
                  <a:schemeClr val="dk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58" name="Google Shape;158;p18"/>
          <p:cNvSpPr>
            <a:spLocks noGrp="1"/>
          </p:cNvSpPr>
          <p:nvPr>
            <p:ph type="body" idx="4"/>
          </p:nvPr>
        </p:nvSpPr>
        <p:spPr>
          <a:xfrm>
            <a:off x="692575" y="3423815"/>
            <a:ext cx="825000" cy="380750"/>
          </a:xfrm>
          <a:prstGeom prst="roundRect">
            <a:avLst>
              <a:gd name="adj" fmla="val 50000"/>
            </a:avLst>
          </a:prstGeom>
          <a:solidFill>
            <a:schemeClr val="l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59" name="Google Shape;159;p18"/>
          <p:cNvSpPr>
            <a:spLocks noGrp="1"/>
          </p:cNvSpPr>
          <p:nvPr>
            <p:ph type="body" idx="5"/>
          </p:nvPr>
        </p:nvSpPr>
        <p:spPr>
          <a:xfrm>
            <a:off x="700073" y="3983636"/>
            <a:ext cx="825000" cy="380750"/>
          </a:xfrm>
          <a:prstGeom prst="roundRect">
            <a:avLst>
              <a:gd name="adj" fmla="val 50000"/>
            </a:avLst>
          </a:prstGeom>
          <a:solidFill>
            <a:schemeClr val="accent1"/>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accen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60" name="Google Shape;160;p18" descr="Texte"/>
          <p:cNvSpPr>
            <a:spLocks noGrp="1"/>
          </p:cNvSpPr>
          <p:nvPr>
            <p:ph type="body" idx="6"/>
          </p:nvPr>
        </p:nvSpPr>
        <p:spPr>
          <a:xfrm>
            <a:off x="700073" y="4543457"/>
            <a:ext cx="825000" cy="380750"/>
          </a:xfrm>
          <a:prstGeom prst="roundRect">
            <a:avLst>
              <a:gd name="adj" fmla="val 50000"/>
            </a:avLst>
          </a:prstGeom>
          <a:solidFill>
            <a:schemeClr val="dk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61" name="Google Shape;161;p18"/>
          <p:cNvSpPr txBox="1">
            <a:spLocks noGrp="1"/>
          </p:cNvSpPr>
          <p:nvPr>
            <p:ph type="body" idx="7"/>
          </p:nvPr>
        </p:nvSpPr>
        <p:spPr>
          <a:xfrm>
            <a:off x="4654550" y="2090738"/>
            <a:ext cx="5521250" cy="2833750"/>
          </a:xfrm>
          <a:prstGeom prst="rect">
            <a:avLst/>
          </a:prstGeom>
          <a:noFill/>
          <a:ln>
            <a:noFill/>
          </a:ln>
        </p:spPr>
        <p:txBody>
          <a:bodyPr spcFirstLastPara="1" wrap="square" lIns="0" tIns="0" rIns="0" bIns="0" anchor="t" anchorCtr="0">
            <a:normAutofit/>
          </a:bodyPr>
          <a:lstStyle>
            <a:lvl1pPr marL="380985" lvl="0" indent="-296321" algn="l">
              <a:lnSpc>
                <a:spcPct val="120000"/>
              </a:lnSpc>
              <a:spcBef>
                <a:spcPts val="0"/>
              </a:spcBef>
              <a:spcAft>
                <a:spcPts val="0"/>
              </a:spcAft>
              <a:buSzPts val="2000"/>
              <a:buChar cha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62" name="Google Shape;162;p18"/>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63" name="Google Shape;163;p18"/>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164" name="Google Shape;164;p18"/>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165" name="Google Shape;165;p18"/>
          <p:cNvSpPr txBox="1">
            <a:spLocks noGrp="1"/>
          </p:cNvSpPr>
          <p:nvPr>
            <p:ph type="body" idx="8"/>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66" name="Google Shape;166;p18"/>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284652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meline 1">
  <p:cSld name="Timeline 1">
    <p:bg>
      <p:bgPr>
        <a:solidFill>
          <a:schemeClr val="lt1"/>
        </a:solidFill>
        <a:effectLst/>
      </p:bgPr>
    </p:bg>
    <p:spTree>
      <p:nvGrpSpPr>
        <p:cNvPr id="1" name="Shape 167"/>
        <p:cNvGrpSpPr/>
        <p:nvPr/>
      </p:nvGrpSpPr>
      <p:grpSpPr>
        <a:xfrm>
          <a:off x="0" y="0"/>
          <a:ext cx="0" cy="0"/>
          <a:chOff x="0" y="0"/>
          <a:chExt cx="0" cy="0"/>
        </a:xfrm>
      </p:grpSpPr>
      <p:sp>
        <p:nvSpPr>
          <p:cNvPr id="168" name="Google Shape;168;p19"/>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69" name="Google Shape;169;p19"/>
          <p:cNvSpPr/>
          <p:nvPr/>
        </p:nvSpPr>
        <p:spPr>
          <a:xfrm rot="5400000">
            <a:off x="5704864"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70" name="Google Shape;170;p19"/>
          <p:cNvSpPr>
            <a:spLocks noGrp="1"/>
          </p:cNvSpPr>
          <p:nvPr>
            <p:ph type="body" idx="1"/>
          </p:nvPr>
        </p:nvSpPr>
        <p:spPr>
          <a:xfrm>
            <a:off x="695325" y="2266309"/>
            <a:ext cx="1173250" cy="495250"/>
          </a:xfrm>
          <a:prstGeom prst="roundRect">
            <a:avLst>
              <a:gd name="adj" fmla="val 50000"/>
            </a:avLst>
          </a:prstGeom>
          <a:solidFill>
            <a:schemeClr val="l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1" name="Google Shape;171;p19"/>
          <p:cNvSpPr>
            <a:spLocks noGrp="1"/>
          </p:cNvSpPr>
          <p:nvPr>
            <p:ph type="body" idx="2"/>
          </p:nvPr>
        </p:nvSpPr>
        <p:spPr>
          <a:xfrm>
            <a:off x="2939837" y="2266309"/>
            <a:ext cx="1173250" cy="495250"/>
          </a:xfrm>
          <a:prstGeom prst="roundRect">
            <a:avLst>
              <a:gd name="adj" fmla="val 50000"/>
            </a:avLst>
          </a:prstGeom>
          <a:solidFill>
            <a:schemeClr val="accent1"/>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2" name="Google Shape;172;p19"/>
          <p:cNvSpPr>
            <a:spLocks noGrp="1"/>
          </p:cNvSpPr>
          <p:nvPr>
            <p:ph type="body" idx="3"/>
          </p:nvPr>
        </p:nvSpPr>
        <p:spPr>
          <a:xfrm>
            <a:off x="5184350" y="2266309"/>
            <a:ext cx="1173250" cy="495250"/>
          </a:xfrm>
          <a:prstGeom prst="roundRect">
            <a:avLst>
              <a:gd name="adj" fmla="val 50000"/>
            </a:avLst>
          </a:prstGeom>
          <a:solidFill>
            <a:schemeClr val="dk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3" name="Google Shape;173;p19"/>
          <p:cNvSpPr>
            <a:spLocks noGrp="1"/>
          </p:cNvSpPr>
          <p:nvPr>
            <p:ph type="body" idx="4"/>
          </p:nvPr>
        </p:nvSpPr>
        <p:spPr>
          <a:xfrm>
            <a:off x="7428863" y="2266309"/>
            <a:ext cx="1173250" cy="495250"/>
          </a:xfrm>
          <a:prstGeom prst="roundRect">
            <a:avLst>
              <a:gd name="adj" fmla="val 50000"/>
            </a:avLst>
          </a:prstGeom>
          <a:solidFill>
            <a:schemeClr val="accen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4" name="Google Shape;174;p19"/>
          <p:cNvSpPr>
            <a:spLocks noGrp="1"/>
          </p:cNvSpPr>
          <p:nvPr>
            <p:ph type="body" idx="5"/>
          </p:nvPr>
        </p:nvSpPr>
        <p:spPr>
          <a:xfrm>
            <a:off x="9673375" y="2266309"/>
            <a:ext cx="1173250" cy="495250"/>
          </a:xfrm>
          <a:prstGeom prst="roundRect">
            <a:avLst>
              <a:gd name="adj" fmla="val 50000"/>
            </a:avLst>
          </a:prstGeom>
          <a:solidFill>
            <a:schemeClr val="accent5"/>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5" name="Google Shape;175;p19"/>
          <p:cNvSpPr txBox="1">
            <a:spLocks noGrp="1"/>
          </p:cNvSpPr>
          <p:nvPr>
            <p:ph type="body" idx="6"/>
          </p:nvPr>
        </p:nvSpPr>
        <p:spPr>
          <a:xfrm>
            <a:off x="695324" y="3090994"/>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6" name="Google Shape;176;p19"/>
          <p:cNvSpPr txBox="1">
            <a:spLocks noGrp="1"/>
          </p:cNvSpPr>
          <p:nvPr>
            <p:ph type="body" idx="7"/>
          </p:nvPr>
        </p:nvSpPr>
        <p:spPr>
          <a:xfrm>
            <a:off x="2939837" y="3090994"/>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7" name="Google Shape;177;p19"/>
          <p:cNvSpPr txBox="1">
            <a:spLocks noGrp="1"/>
          </p:cNvSpPr>
          <p:nvPr>
            <p:ph type="body" idx="8"/>
          </p:nvPr>
        </p:nvSpPr>
        <p:spPr>
          <a:xfrm>
            <a:off x="5184350" y="3090994"/>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8" name="Google Shape;178;p19"/>
          <p:cNvSpPr txBox="1">
            <a:spLocks noGrp="1"/>
          </p:cNvSpPr>
          <p:nvPr>
            <p:ph type="body" idx="9"/>
          </p:nvPr>
        </p:nvSpPr>
        <p:spPr>
          <a:xfrm>
            <a:off x="7428863" y="3090994"/>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79" name="Google Shape;179;p19"/>
          <p:cNvSpPr txBox="1">
            <a:spLocks noGrp="1"/>
          </p:cNvSpPr>
          <p:nvPr>
            <p:ph type="body" idx="13"/>
          </p:nvPr>
        </p:nvSpPr>
        <p:spPr>
          <a:xfrm>
            <a:off x="9673375" y="3090994"/>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80" name="Google Shape;180;p19"/>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181" name="Google Shape;181;p19"/>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182" name="Google Shape;182;p19"/>
          <p:cNvSpPr txBox="1">
            <a:spLocks noGrp="1"/>
          </p:cNvSpPr>
          <p:nvPr>
            <p:ph type="body" idx="14"/>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83" name="Google Shape;183;p19"/>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781325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meline 2">
  <p:cSld name="Timeline 2">
    <p:spTree>
      <p:nvGrpSpPr>
        <p:cNvPr id="1" name="Shape 184"/>
        <p:cNvGrpSpPr/>
        <p:nvPr/>
      </p:nvGrpSpPr>
      <p:grpSpPr>
        <a:xfrm>
          <a:off x="0" y="0"/>
          <a:ext cx="0" cy="0"/>
          <a:chOff x="0" y="0"/>
          <a:chExt cx="0" cy="0"/>
        </a:xfrm>
      </p:grpSpPr>
      <p:sp>
        <p:nvSpPr>
          <p:cNvPr id="185" name="Google Shape;185;p20"/>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186" name="Google Shape;186;p20"/>
          <p:cNvSpPr txBox="1">
            <a:spLocks noGrp="1"/>
          </p:cNvSpPr>
          <p:nvPr>
            <p:ph type="body" idx="1"/>
          </p:nvPr>
        </p:nvSpPr>
        <p:spPr>
          <a:xfrm>
            <a:off x="351708" y="2378385"/>
            <a:ext cx="2232000" cy="2340000"/>
          </a:xfrm>
          <a:prstGeom prst="rect">
            <a:avLst/>
          </a:prstGeom>
          <a:solidFill>
            <a:schemeClr val="lt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87" name="Google Shape;187;p20"/>
          <p:cNvSpPr txBox="1">
            <a:spLocks noGrp="1"/>
          </p:cNvSpPr>
          <p:nvPr>
            <p:ph type="body" idx="2"/>
          </p:nvPr>
        </p:nvSpPr>
        <p:spPr>
          <a:xfrm>
            <a:off x="2665706" y="2378385"/>
            <a:ext cx="2232000" cy="2340000"/>
          </a:xfrm>
          <a:prstGeom prst="rect">
            <a:avLst/>
          </a:prstGeom>
          <a:solidFill>
            <a:schemeClr val="accent1"/>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accen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88" name="Google Shape;188;p20"/>
          <p:cNvSpPr txBox="1">
            <a:spLocks noGrp="1"/>
          </p:cNvSpPr>
          <p:nvPr>
            <p:ph type="body" idx="3"/>
          </p:nvPr>
        </p:nvSpPr>
        <p:spPr>
          <a:xfrm>
            <a:off x="4979704" y="2378385"/>
            <a:ext cx="2232000" cy="2340000"/>
          </a:xfrm>
          <a:prstGeom prst="rect">
            <a:avLst/>
          </a:prstGeom>
          <a:solidFill>
            <a:schemeClr val="dk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89" name="Google Shape;189;p20"/>
          <p:cNvSpPr txBox="1">
            <a:spLocks noGrp="1"/>
          </p:cNvSpPr>
          <p:nvPr>
            <p:ph type="body" idx="4"/>
          </p:nvPr>
        </p:nvSpPr>
        <p:spPr>
          <a:xfrm>
            <a:off x="7293702" y="2378385"/>
            <a:ext cx="2232000" cy="2340000"/>
          </a:xfrm>
          <a:prstGeom prst="rect">
            <a:avLst/>
          </a:prstGeom>
          <a:solidFill>
            <a:schemeClr val="accent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accen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0" name="Google Shape;190;p20"/>
          <p:cNvSpPr txBox="1">
            <a:spLocks noGrp="1"/>
          </p:cNvSpPr>
          <p:nvPr>
            <p:ph type="body" idx="5"/>
          </p:nvPr>
        </p:nvSpPr>
        <p:spPr>
          <a:xfrm>
            <a:off x="9607700" y="2378385"/>
            <a:ext cx="2232000" cy="2340000"/>
          </a:xfrm>
          <a:prstGeom prst="rect">
            <a:avLst/>
          </a:prstGeom>
          <a:solidFill>
            <a:schemeClr val="accent5"/>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accent5"/>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1" name="Google Shape;191;p20"/>
          <p:cNvSpPr txBox="1">
            <a:spLocks noGrp="1"/>
          </p:cNvSpPr>
          <p:nvPr>
            <p:ph type="body" idx="6"/>
          </p:nvPr>
        </p:nvSpPr>
        <p:spPr>
          <a:xfrm>
            <a:off x="541622" y="3429000"/>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2" name="Google Shape;192;p20"/>
          <p:cNvSpPr txBox="1">
            <a:spLocks noGrp="1"/>
          </p:cNvSpPr>
          <p:nvPr>
            <p:ph type="body" idx="7"/>
          </p:nvPr>
        </p:nvSpPr>
        <p:spPr>
          <a:xfrm>
            <a:off x="2859811" y="3429000"/>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3" name="Google Shape;193;p20"/>
          <p:cNvSpPr txBox="1">
            <a:spLocks noGrp="1"/>
          </p:cNvSpPr>
          <p:nvPr>
            <p:ph type="body" idx="8"/>
          </p:nvPr>
        </p:nvSpPr>
        <p:spPr>
          <a:xfrm>
            <a:off x="5178000" y="3429000"/>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4" name="Google Shape;194;p20"/>
          <p:cNvSpPr txBox="1">
            <a:spLocks noGrp="1"/>
          </p:cNvSpPr>
          <p:nvPr>
            <p:ph type="body" idx="9"/>
          </p:nvPr>
        </p:nvSpPr>
        <p:spPr>
          <a:xfrm>
            <a:off x="2859811" y="2866666"/>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5" name="Google Shape;195;p20"/>
          <p:cNvSpPr txBox="1">
            <a:spLocks noGrp="1"/>
          </p:cNvSpPr>
          <p:nvPr>
            <p:ph type="body" idx="13"/>
          </p:nvPr>
        </p:nvSpPr>
        <p:spPr>
          <a:xfrm>
            <a:off x="5178000" y="2866666"/>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6" name="Google Shape;196;p20"/>
          <p:cNvSpPr txBox="1">
            <a:spLocks noGrp="1"/>
          </p:cNvSpPr>
          <p:nvPr>
            <p:ph type="body" idx="14"/>
          </p:nvPr>
        </p:nvSpPr>
        <p:spPr>
          <a:xfrm>
            <a:off x="9814378" y="3429000"/>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7" name="Google Shape;197;p20"/>
          <p:cNvSpPr txBox="1">
            <a:spLocks noGrp="1"/>
          </p:cNvSpPr>
          <p:nvPr>
            <p:ph type="body" idx="15"/>
          </p:nvPr>
        </p:nvSpPr>
        <p:spPr>
          <a:xfrm>
            <a:off x="9814378" y="2866666"/>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8" name="Google Shape;198;p20"/>
          <p:cNvSpPr txBox="1">
            <a:spLocks noGrp="1"/>
          </p:cNvSpPr>
          <p:nvPr>
            <p:ph type="body" idx="16"/>
          </p:nvPr>
        </p:nvSpPr>
        <p:spPr>
          <a:xfrm>
            <a:off x="7496189" y="3429000"/>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199" name="Google Shape;199;p20"/>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00" name="Google Shape;200;p20"/>
          <p:cNvSpPr txBox="1">
            <a:spLocks noGrp="1"/>
          </p:cNvSpPr>
          <p:nvPr>
            <p:ph type="body" idx="17"/>
          </p:nvPr>
        </p:nvSpPr>
        <p:spPr>
          <a:xfrm>
            <a:off x="541622" y="2866666"/>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01" name="Google Shape;201;p20"/>
          <p:cNvSpPr txBox="1">
            <a:spLocks noGrp="1"/>
          </p:cNvSpPr>
          <p:nvPr>
            <p:ph type="body" idx="18"/>
          </p:nvPr>
        </p:nvSpPr>
        <p:spPr>
          <a:xfrm>
            <a:off x="7496189" y="2861427"/>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02" name="Google Shape;202;p20"/>
          <p:cNvSpPr>
            <a:spLocks noGrp="1"/>
          </p:cNvSpPr>
          <p:nvPr>
            <p:ph type="body" idx="19"/>
          </p:nvPr>
        </p:nvSpPr>
        <p:spPr>
          <a:xfrm rot="-8100000">
            <a:off x="2437196" y="3400714"/>
            <a:ext cx="288146" cy="288146"/>
          </a:xfrm>
          <a:prstGeom prst="rtTriangle">
            <a:avLst/>
          </a:prstGeom>
          <a:solidFill>
            <a:schemeClr val="lt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accen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03" name="Google Shape;203;p20"/>
          <p:cNvSpPr>
            <a:spLocks noGrp="1"/>
          </p:cNvSpPr>
          <p:nvPr>
            <p:ph type="body" idx="20"/>
          </p:nvPr>
        </p:nvSpPr>
        <p:spPr>
          <a:xfrm rot="-8100000">
            <a:off x="4755385" y="3400714"/>
            <a:ext cx="288146" cy="288146"/>
          </a:xfrm>
          <a:prstGeom prst="rtTriangle">
            <a:avLst/>
          </a:prstGeom>
          <a:solidFill>
            <a:schemeClr val="accent1"/>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04" name="Google Shape;204;p20"/>
          <p:cNvSpPr>
            <a:spLocks noGrp="1"/>
          </p:cNvSpPr>
          <p:nvPr>
            <p:ph type="body" idx="21"/>
          </p:nvPr>
        </p:nvSpPr>
        <p:spPr>
          <a:xfrm rot="-8100000">
            <a:off x="7061481" y="3404206"/>
            <a:ext cx="288146" cy="288146"/>
          </a:xfrm>
          <a:prstGeom prst="rtTriangle">
            <a:avLst/>
          </a:prstGeom>
          <a:solidFill>
            <a:schemeClr val="dk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accen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05" name="Google Shape;205;p20"/>
          <p:cNvSpPr>
            <a:spLocks noGrp="1"/>
          </p:cNvSpPr>
          <p:nvPr>
            <p:ph type="body" idx="22"/>
          </p:nvPr>
        </p:nvSpPr>
        <p:spPr>
          <a:xfrm rot="-8100000">
            <a:off x="9378555" y="3404206"/>
            <a:ext cx="288146" cy="288146"/>
          </a:xfrm>
          <a:prstGeom prst="rtTriangle">
            <a:avLst/>
          </a:prstGeom>
          <a:solidFill>
            <a:schemeClr val="accent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accent5"/>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06" name="Google Shape;206;p20"/>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07" name="Google Shape;207;p20"/>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08" name="Google Shape;208;p20"/>
          <p:cNvSpPr txBox="1">
            <a:spLocks noGrp="1"/>
          </p:cNvSpPr>
          <p:nvPr>
            <p:ph type="body" idx="2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09" name="Google Shape;209;p20"/>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7146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4608">
          <p15:clr>
            <a:srgbClr val="FBAE40"/>
          </p15:clr>
        </p15:guide>
        <p15:guide id="2" pos="526">
          <p15:clr>
            <a:srgbClr val="FBAE40"/>
          </p15:clr>
        </p15:guide>
        <p15:guide id="3" pos="8718">
          <p15:clr>
            <a:srgbClr val="FBAE40"/>
          </p15:clr>
        </p15:guide>
        <p15:guide id="4" orient="horz" pos="388">
          <p15:clr>
            <a:srgbClr val="FBAE40"/>
          </p15:clr>
        </p15:guide>
        <p15:guide id="5" orient="horz" pos="466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meline 3">
  <p:cSld name="Timeline 3">
    <p:spTree>
      <p:nvGrpSpPr>
        <p:cNvPr id="1" name="Shape 210"/>
        <p:cNvGrpSpPr/>
        <p:nvPr/>
      </p:nvGrpSpPr>
      <p:grpSpPr>
        <a:xfrm>
          <a:off x="0" y="0"/>
          <a:ext cx="0" cy="0"/>
          <a:chOff x="0" y="0"/>
          <a:chExt cx="0" cy="0"/>
        </a:xfrm>
      </p:grpSpPr>
      <p:sp>
        <p:nvSpPr>
          <p:cNvPr id="211" name="Google Shape;211;p21"/>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12" name="Google Shape;212;p21"/>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13" name="Google Shape;213;p21"/>
          <p:cNvSpPr txBox="1">
            <a:spLocks noGrp="1"/>
          </p:cNvSpPr>
          <p:nvPr>
            <p:ph type="body" idx="1"/>
          </p:nvPr>
        </p:nvSpPr>
        <p:spPr>
          <a:xfrm>
            <a:off x="1229028" y="-200344"/>
            <a:ext cx="664500" cy="4969502"/>
          </a:xfrm>
          <a:prstGeom prst="rect">
            <a:avLst/>
          </a:prstGeom>
          <a:solidFill>
            <a:schemeClr val="lt1"/>
          </a:solidFill>
          <a:ln>
            <a:noFill/>
          </a:ln>
        </p:spPr>
        <p:txBody>
          <a:bodyPr spcFirstLastPara="1" wrap="square" lIns="0" tIns="0" rIns="0" bIns="0" anchor="ctr" anchorCtr="0">
            <a:spAutoFit/>
          </a:bodyPr>
          <a:lstStyle>
            <a:lvl1pPr marL="380985" lvl="0" indent="-190492" algn="ctr">
              <a:lnSpc>
                <a:spcPct val="120000"/>
              </a:lnSpc>
              <a:spcBef>
                <a:spcPts val="0"/>
              </a:spcBef>
              <a:spcAft>
                <a:spcPts val="0"/>
              </a:spcAft>
              <a:buSzPts val="2300"/>
              <a:buNone/>
              <a:defRPr sz="1583" b="1">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14" name="Google Shape;214;p21"/>
          <p:cNvSpPr txBox="1">
            <a:spLocks noGrp="1"/>
          </p:cNvSpPr>
          <p:nvPr>
            <p:ph type="body" idx="2"/>
          </p:nvPr>
        </p:nvSpPr>
        <p:spPr>
          <a:xfrm>
            <a:off x="1229028" y="2345784"/>
            <a:ext cx="1513000" cy="646524"/>
          </a:xfrm>
          <a:prstGeom prst="rect">
            <a:avLst/>
          </a:prstGeom>
          <a:noFill/>
          <a:ln>
            <a:noFill/>
          </a:ln>
        </p:spPr>
        <p:txBody>
          <a:bodyPr spcFirstLastPara="1" wrap="square" lIns="0" tIns="0" rIns="0" bIns="0" anchor="ctr" anchorCtr="0">
            <a:spAutoFit/>
          </a:bodyPr>
          <a:lstStyle>
            <a:lvl1pPr marL="380985" lvl="0" indent="-190492" algn="l">
              <a:lnSpc>
                <a:spcPct val="120000"/>
              </a:lnSpc>
              <a:spcBef>
                <a:spcPts val="0"/>
              </a:spcBef>
              <a:spcAft>
                <a:spcPts val="0"/>
              </a:spcAft>
              <a:buSzPts val="1700"/>
              <a:buNone/>
              <a:defRPr sz="1167" b="0"/>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15" name="Google Shape;215;p21"/>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16" name="Google Shape;216;p21"/>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17" name="Google Shape;217;p21"/>
          <p:cNvSpPr txBox="1">
            <a:spLocks noGrp="1"/>
          </p:cNvSpPr>
          <p:nvPr>
            <p:ph type="body" idx="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18" name="Google Shape;218;p21"/>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58635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lendar">
  <p:cSld name="Calendar">
    <p:bg>
      <p:bgPr>
        <a:solidFill>
          <a:schemeClr val="lt1"/>
        </a:solidFill>
        <a:effectLst/>
      </p:bgPr>
    </p:bg>
    <p:spTree>
      <p:nvGrpSpPr>
        <p:cNvPr id="1" name="Shape 219"/>
        <p:cNvGrpSpPr/>
        <p:nvPr/>
      </p:nvGrpSpPr>
      <p:grpSpPr>
        <a:xfrm>
          <a:off x="0" y="0"/>
          <a:ext cx="0" cy="0"/>
          <a:chOff x="0" y="0"/>
          <a:chExt cx="0" cy="0"/>
        </a:xfrm>
      </p:grpSpPr>
      <p:sp>
        <p:nvSpPr>
          <p:cNvPr id="220" name="Google Shape;220;p22"/>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21" name="Google Shape;221;p22"/>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22" name="Google Shape;222;p22"/>
          <p:cNvSpPr>
            <a:spLocks noGrp="1"/>
          </p:cNvSpPr>
          <p:nvPr>
            <p:ph type="body" idx="1"/>
          </p:nvPr>
        </p:nvSpPr>
        <p:spPr>
          <a:xfrm>
            <a:off x="700073" y="3090994"/>
            <a:ext cx="1800000" cy="540000"/>
          </a:xfrm>
          <a:prstGeom prst="roundRect">
            <a:avLst>
              <a:gd name="adj" fmla="val 0"/>
            </a:avLst>
          </a:prstGeom>
          <a:solidFill>
            <a:schemeClr val="l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3" name="Google Shape;223;p22"/>
          <p:cNvSpPr>
            <a:spLocks noGrp="1"/>
          </p:cNvSpPr>
          <p:nvPr>
            <p:ph type="body" idx="2"/>
          </p:nvPr>
        </p:nvSpPr>
        <p:spPr>
          <a:xfrm>
            <a:off x="700073" y="3728324"/>
            <a:ext cx="1800000" cy="540000"/>
          </a:xfrm>
          <a:prstGeom prst="roundRect">
            <a:avLst>
              <a:gd name="adj" fmla="val 0"/>
            </a:avLst>
          </a:prstGeom>
          <a:solidFill>
            <a:schemeClr val="accent1"/>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4" name="Google Shape;224;p22"/>
          <p:cNvSpPr>
            <a:spLocks noGrp="1"/>
          </p:cNvSpPr>
          <p:nvPr>
            <p:ph type="body" idx="3"/>
          </p:nvPr>
        </p:nvSpPr>
        <p:spPr>
          <a:xfrm>
            <a:off x="700073" y="4365654"/>
            <a:ext cx="1800000" cy="540000"/>
          </a:xfrm>
          <a:prstGeom prst="roundRect">
            <a:avLst>
              <a:gd name="adj" fmla="val 0"/>
            </a:avLst>
          </a:prstGeom>
          <a:solidFill>
            <a:schemeClr val="dk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5" name="Google Shape;225;p22"/>
          <p:cNvSpPr>
            <a:spLocks noGrp="1"/>
          </p:cNvSpPr>
          <p:nvPr>
            <p:ph type="body" idx="4"/>
          </p:nvPr>
        </p:nvSpPr>
        <p:spPr>
          <a:xfrm>
            <a:off x="700073" y="5002984"/>
            <a:ext cx="1800000" cy="540000"/>
          </a:xfrm>
          <a:prstGeom prst="roundRect">
            <a:avLst>
              <a:gd name="adj" fmla="val 0"/>
            </a:avLst>
          </a:prstGeom>
          <a:solidFill>
            <a:schemeClr val="accent3"/>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6" name="Google Shape;226;p22"/>
          <p:cNvSpPr txBox="1">
            <a:spLocks noGrp="1"/>
          </p:cNvSpPr>
          <p:nvPr>
            <p:ph type="body" idx="5"/>
          </p:nvPr>
        </p:nvSpPr>
        <p:spPr>
          <a:xfrm>
            <a:off x="2935089" y="2138423"/>
            <a:ext cx="1836000" cy="1071832"/>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2300"/>
              <a:buNone/>
              <a:defRPr sz="1583" b="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7" name="Google Shape;227;p22"/>
          <p:cNvSpPr txBox="1">
            <a:spLocks noGrp="1"/>
          </p:cNvSpPr>
          <p:nvPr>
            <p:ph type="body" idx="6"/>
          </p:nvPr>
        </p:nvSpPr>
        <p:spPr>
          <a:xfrm>
            <a:off x="5184350" y="2138423"/>
            <a:ext cx="1836000" cy="1071832"/>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2300"/>
              <a:buNone/>
              <a:defRPr sz="1583" b="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8" name="Google Shape;228;p22"/>
          <p:cNvSpPr txBox="1">
            <a:spLocks noGrp="1"/>
          </p:cNvSpPr>
          <p:nvPr>
            <p:ph type="body" idx="7"/>
          </p:nvPr>
        </p:nvSpPr>
        <p:spPr>
          <a:xfrm>
            <a:off x="7433611" y="2138423"/>
            <a:ext cx="1836000" cy="1071832"/>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2300"/>
              <a:buNone/>
              <a:defRPr sz="1583" b="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29" name="Google Shape;229;p22"/>
          <p:cNvSpPr txBox="1">
            <a:spLocks noGrp="1"/>
          </p:cNvSpPr>
          <p:nvPr>
            <p:ph type="body" idx="8"/>
          </p:nvPr>
        </p:nvSpPr>
        <p:spPr>
          <a:xfrm>
            <a:off x="9682872" y="2138423"/>
            <a:ext cx="1836000" cy="1071832"/>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2300"/>
              <a:buNone/>
              <a:defRPr sz="1583" b="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30" name="Google Shape;230;p22"/>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31" name="Google Shape;231;p22"/>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32" name="Google Shape;232;p22"/>
          <p:cNvSpPr txBox="1">
            <a:spLocks noGrp="1"/>
          </p:cNvSpPr>
          <p:nvPr>
            <p:ph type="body" idx="9"/>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33" name="Google Shape;233;p22"/>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30330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able">
  <p:cSld name="Table">
    <p:spTree>
      <p:nvGrpSpPr>
        <p:cNvPr id="1" name="Shape 234"/>
        <p:cNvGrpSpPr/>
        <p:nvPr/>
      </p:nvGrpSpPr>
      <p:grpSpPr>
        <a:xfrm>
          <a:off x="0" y="0"/>
          <a:ext cx="0" cy="0"/>
          <a:chOff x="0" y="0"/>
          <a:chExt cx="0" cy="0"/>
        </a:xfrm>
      </p:grpSpPr>
      <p:sp>
        <p:nvSpPr>
          <p:cNvPr id="235" name="Google Shape;235;p23"/>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36" name="Google Shape;236;p23"/>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37" name="Google Shape;237;p23"/>
          <p:cNvSpPr txBox="1">
            <a:spLocks noGrp="1"/>
          </p:cNvSpPr>
          <p:nvPr>
            <p:ph type="body" idx="1"/>
          </p:nvPr>
        </p:nvSpPr>
        <p:spPr>
          <a:xfrm>
            <a:off x="700088" y="1381125"/>
            <a:ext cx="5396000" cy="685750"/>
          </a:xfrm>
          <a:prstGeom prst="rect">
            <a:avLst/>
          </a:prstGeom>
          <a:no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190492" algn="l">
              <a:lnSpc>
                <a:spcPct val="120000"/>
              </a:lnSpc>
              <a:spcBef>
                <a:spcPts val="0"/>
              </a:spcBef>
              <a:spcAft>
                <a:spcPts val="0"/>
              </a:spcAft>
              <a:buSzPts val="1500"/>
              <a:buNone/>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38" name="Google Shape;238;p23"/>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39" name="Google Shape;239;p23"/>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40" name="Google Shape;240;p23"/>
          <p:cNvSpPr txBox="1">
            <a:spLocks noGrp="1"/>
          </p:cNvSpPr>
          <p:nvPr>
            <p:ph type="body" idx="2"/>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41" name="Google Shape;241;p23"/>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11833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able + picture">
  <p:cSld name="Table + picture">
    <p:spTree>
      <p:nvGrpSpPr>
        <p:cNvPr id="1" name="Shape 242"/>
        <p:cNvGrpSpPr/>
        <p:nvPr/>
      </p:nvGrpSpPr>
      <p:grpSpPr>
        <a:xfrm>
          <a:off x="0" y="0"/>
          <a:ext cx="0" cy="0"/>
          <a:chOff x="0" y="0"/>
          <a:chExt cx="0" cy="0"/>
        </a:xfrm>
      </p:grpSpPr>
      <p:sp>
        <p:nvSpPr>
          <p:cNvPr id="243" name="Google Shape;243;p24"/>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44" name="Google Shape;244;p24"/>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45" name="Google Shape;245;p24"/>
          <p:cNvSpPr>
            <a:spLocks noGrp="1"/>
          </p:cNvSpPr>
          <p:nvPr>
            <p:ph type="pic" idx="2"/>
          </p:nvPr>
        </p:nvSpPr>
        <p:spPr>
          <a:xfrm>
            <a:off x="8323383" y="0"/>
            <a:ext cx="3868500" cy="6858000"/>
          </a:xfrm>
          <a:prstGeom prst="rect">
            <a:avLst/>
          </a:prstGeom>
          <a:solidFill>
            <a:srgbClr val="D8D8D8"/>
          </a:solidFill>
          <a:ln>
            <a:noFill/>
          </a:ln>
        </p:spPr>
        <p:txBody>
          <a:bodyPr/>
          <a:lstStyle/>
          <a:p>
            <a:r>
              <a:rPr lang="fr-FR"/>
              <a:t>Cliquez sur l'icône pour ajouter une image</a:t>
            </a:r>
          </a:p>
        </p:txBody>
      </p:sp>
      <p:sp>
        <p:nvSpPr>
          <p:cNvPr id="246" name="Google Shape;246;p24"/>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47" name="Google Shape;247;p24"/>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48" name="Google Shape;248;p24"/>
          <p:cNvSpPr txBox="1">
            <a:spLocks noGrp="1"/>
          </p:cNvSpPr>
          <p:nvPr>
            <p:ph type="body" idx="1"/>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49" name="Google Shape;249;p24"/>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3563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orient="horz" pos="388">
          <p15:clr>
            <a:srgbClr val="FBAE40"/>
          </p15:clr>
        </p15:guide>
        <p15:guide id="3" orient="horz" pos="466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 comparisons">
  <p:cSld name="2 comparisons">
    <p:bg>
      <p:bgPr>
        <a:solidFill>
          <a:schemeClr val="lt1"/>
        </a:solidFill>
        <a:effectLst/>
      </p:bgPr>
    </p:bg>
    <p:spTree>
      <p:nvGrpSpPr>
        <p:cNvPr id="1" name="Shape 250"/>
        <p:cNvGrpSpPr/>
        <p:nvPr/>
      </p:nvGrpSpPr>
      <p:grpSpPr>
        <a:xfrm>
          <a:off x="0" y="0"/>
          <a:ext cx="0" cy="0"/>
          <a:chOff x="0" y="0"/>
          <a:chExt cx="0" cy="0"/>
        </a:xfrm>
      </p:grpSpPr>
      <p:sp>
        <p:nvSpPr>
          <p:cNvPr id="251" name="Google Shape;251;p25"/>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52" name="Google Shape;252;p25"/>
          <p:cNvSpPr/>
          <p:nvPr/>
        </p:nvSpPr>
        <p:spPr>
          <a:xfrm rot="5400000">
            <a:off x="5704864" y="613589"/>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53" name="Google Shape;253;p25"/>
          <p:cNvSpPr>
            <a:spLocks noGrp="1"/>
          </p:cNvSpPr>
          <p:nvPr>
            <p:ph type="body" idx="1"/>
          </p:nvPr>
        </p:nvSpPr>
        <p:spPr>
          <a:xfrm>
            <a:off x="695324" y="2100614"/>
            <a:ext cx="2617500" cy="1104750"/>
          </a:xfrm>
          <a:prstGeom prst="roundRect">
            <a:avLst>
              <a:gd name="adj" fmla="val 50000"/>
            </a:avLst>
          </a:prstGeom>
          <a:solidFill>
            <a:schemeClr val="l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54" name="Google Shape;254;p25"/>
          <p:cNvSpPr>
            <a:spLocks noGrp="1"/>
          </p:cNvSpPr>
          <p:nvPr>
            <p:ph type="body" idx="2"/>
          </p:nvPr>
        </p:nvSpPr>
        <p:spPr>
          <a:xfrm>
            <a:off x="6380479" y="2100615"/>
            <a:ext cx="2617500" cy="1104750"/>
          </a:xfrm>
          <a:prstGeom prst="roundRect">
            <a:avLst>
              <a:gd name="adj" fmla="val 50000"/>
            </a:avLst>
          </a:prstGeom>
          <a:solidFill>
            <a:schemeClr val="dk1"/>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55" name="Google Shape;255;p25"/>
          <p:cNvSpPr txBox="1">
            <a:spLocks noGrp="1"/>
          </p:cNvSpPr>
          <p:nvPr>
            <p:ph type="body" idx="3"/>
          </p:nvPr>
        </p:nvSpPr>
        <p:spPr>
          <a:xfrm>
            <a:off x="695324" y="3365314"/>
            <a:ext cx="5112000" cy="267958"/>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56" name="Google Shape;256;p25"/>
          <p:cNvSpPr txBox="1">
            <a:spLocks noGrp="1"/>
          </p:cNvSpPr>
          <p:nvPr>
            <p:ph type="body" idx="4"/>
          </p:nvPr>
        </p:nvSpPr>
        <p:spPr>
          <a:xfrm>
            <a:off x="6380479" y="3365314"/>
            <a:ext cx="5112000" cy="267958"/>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57" name="Google Shape;257;p25"/>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58" name="Google Shape;258;p25"/>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59" name="Google Shape;259;p25"/>
          <p:cNvSpPr txBox="1">
            <a:spLocks noGrp="1"/>
          </p:cNvSpPr>
          <p:nvPr>
            <p:ph type="body" idx="5"/>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60" name="Google Shape;260;p25"/>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09579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isons 2 pictures">
  <p:cSld name="Comparisons 2 pictures">
    <p:bg>
      <p:bgPr>
        <a:solidFill>
          <a:schemeClr val="lt1"/>
        </a:solidFill>
        <a:effectLst/>
      </p:bgPr>
    </p:bg>
    <p:spTree>
      <p:nvGrpSpPr>
        <p:cNvPr id="1" name="Shape 261"/>
        <p:cNvGrpSpPr/>
        <p:nvPr/>
      </p:nvGrpSpPr>
      <p:grpSpPr>
        <a:xfrm>
          <a:off x="0" y="0"/>
          <a:ext cx="0" cy="0"/>
          <a:chOff x="0" y="0"/>
          <a:chExt cx="0" cy="0"/>
        </a:xfrm>
      </p:grpSpPr>
      <p:sp>
        <p:nvSpPr>
          <p:cNvPr id="262" name="Google Shape;262;p26"/>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63" name="Google Shape;263;p26"/>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64" name="Google Shape;264;p26"/>
          <p:cNvSpPr>
            <a:spLocks noGrp="1"/>
          </p:cNvSpPr>
          <p:nvPr>
            <p:ph type="body" idx="1"/>
          </p:nvPr>
        </p:nvSpPr>
        <p:spPr>
          <a:xfrm>
            <a:off x="695325" y="1579911"/>
            <a:ext cx="5220000" cy="432000"/>
          </a:xfrm>
          <a:prstGeom prst="roundRect">
            <a:avLst>
              <a:gd name="adj" fmla="val 0"/>
            </a:avLst>
          </a:prstGeom>
          <a:solidFill>
            <a:schemeClr val="l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65" name="Google Shape;265;p26"/>
          <p:cNvSpPr>
            <a:spLocks noGrp="1"/>
          </p:cNvSpPr>
          <p:nvPr>
            <p:ph type="body" idx="2"/>
          </p:nvPr>
        </p:nvSpPr>
        <p:spPr>
          <a:xfrm>
            <a:off x="6278562" y="1579911"/>
            <a:ext cx="5231500" cy="432000"/>
          </a:xfrm>
          <a:prstGeom prst="roundRect">
            <a:avLst>
              <a:gd name="adj" fmla="val 0"/>
            </a:avLst>
          </a:prstGeom>
          <a:solidFill>
            <a:schemeClr val="dk1"/>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66" name="Google Shape;266;p26"/>
          <p:cNvSpPr>
            <a:spLocks noGrp="1"/>
          </p:cNvSpPr>
          <p:nvPr>
            <p:ph type="pic" idx="3"/>
          </p:nvPr>
        </p:nvSpPr>
        <p:spPr>
          <a:xfrm>
            <a:off x="695325" y="2210792"/>
            <a:ext cx="5220000" cy="3960000"/>
          </a:xfrm>
          <a:prstGeom prst="rect">
            <a:avLst/>
          </a:prstGeom>
          <a:solidFill>
            <a:srgbClr val="F2F2F2"/>
          </a:solidFill>
          <a:ln>
            <a:noFill/>
          </a:ln>
        </p:spPr>
      </p:sp>
      <p:sp>
        <p:nvSpPr>
          <p:cNvPr id="267" name="Google Shape;267;p26"/>
          <p:cNvSpPr>
            <a:spLocks noGrp="1"/>
          </p:cNvSpPr>
          <p:nvPr>
            <p:ph type="pic" idx="4"/>
          </p:nvPr>
        </p:nvSpPr>
        <p:spPr>
          <a:xfrm>
            <a:off x="6278562" y="2208975"/>
            <a:ext cx="5220000" cy="3960000"/>
          </a:xfrm>
          <a:prstGeom prst="rect">
            <a:avLst/>
          </a:prstGeom>
          <a:solidFill>
            <a:srgbClr val="F2F2F2"/>
          </a:solidFill>
          <a:ln>
            <a:noFill/>
          </a:ln>
        </p:spPr>
      </p:sp>
      <p:sp>
        <p:nvSpPr>
          <p:cNvPr id="268" name="Google Shape;268;p26"/>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69" name="Google Shape;269;p26"/>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70" name="Google Shape;270;p26"/>
          <p:cNvSpPr txBox="1">
            <a:spLocks noGrp="1"/>
          </p:cNvSpPr>
          <p:nvPr>
            <p:ph type="body" idx="5"/>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71" name="Google Shape;271;p26"/>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46413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mparisons 3 pictures">
  <p:cSld name="Comparisons 3 pictures">
    <p:bg>
      <p:bgPr>
        <a:solidFill>
          <a:schemeClr val="lt1"/>
        </a:solidFill>
        <a:effectLst/>
      </p:bgPr>
    </p:bg>
    <p:spTree>
      <p:nvGrpSpPr>
        <p:cNvPr id="1" name="Shape 272"/>
        <p:cNvGrpSpPr/>
        <p:nvPr/>
      </p:nvGrpSpPr>
      <p:grpSpPr>
        <a:xfrm>
          <a:off x="0" y="0"/>
          <a:ext cx="0" cy="0"/>
          <a:chOff x="0" y="0"/>
          <a:chExt cx="0" cy="0"/>
        </a:xfrm>
      </p:grpSpPr>
      <p:sp>
        <p:nvSpPr>
          <p:cNvPr id="273" name="Google Shape;273;p27"/>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74" name="Google Shape;274;p27"/>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75" name="Google Shape;275;p27"/>
          <p:cNvSpPr>
            <a:spLocks noGrp="1"/>
          </p:cNvSpPr>
          <p:nvPr>
            <p:ph type="pic" idx="2"/>
          </p:nvPr>
        </p:nvSpPr>
        <p:spPr>
          <a:xfrm>
            <a:off x="695325" y="1843146"/>
            <a:ext cx="3420000" cy="3960000"/>
          </a:xfrm>
          <a:prstGeom prst="rect">
            <a:avLst/>
          </a:prstGeom>
          <a:solidFill>
            <a:srgbClr val="F2F2F2"/>
          </a:solidFill>
          <a:ln>
            <a:noFill/>
          </a:ln>
        </p:spPr>
      </p:sp>
      <p:sp>
        <p:nvSpPr>
          <p:cNvPr id="276" name="Google Shape;276;p27"/>
          <p:cNvSpPr>
            <a:spLocks noGrp="1"/>
          </p:cNvSpPr>
          <p:nvPr>
            <p:ph type="pic" idx="3"/>
          </p:nvPr>
        </p:nvSpPr>
        <p:spPr>
          <a:xfrm>
            <a:off x="4390758" y="1843146"/>
            <a:ext cx="3420000" cy="3960000"/>
          </a:xfrm>
          <a:prstGeom prst="rect">
            <a:avLst/>
          </a:prstGeom>
          <a:solidFill>
            <a:srgbClr val="F2F2F2"/>
          </a:solidFill>
          <a:ln>
            <a:noFill/>
          </a:ln>
        </p:spPr>
      </p:sp>
      <p:sp>
        <p:nvSpPr>
          <p:cNvPr id="277" name="Google Shape;277;p27"/>
          <p:cNvSpPr>
            <a:spLocks noGrp="1"/>
          </p:cNvSpPr>
          <p:nvPr>
            <p:ph type="pic" idx="4"/>
          </p:nvPr>
        </p:nvSpPr>
        <p:spPr>
          <a:xfrm>
            <a:off x="8077565" y="1838204"/>
            <a:ext cx="3420000" cy="3960000"/>
          </a:xfrm>
          <a:prstGeom prst="rect">
            <a:avLst/>
          </a:prstGeom>
          <a:solidFill>
            <a:srgbClr val="F2F2F2"/>
          </a:solidFill>
          <a:ln>
            <a:noFill/>
          </a:ln>
        </p:spPr>
      </p:sp>
      <p:sp>
        <p:nvSpPr>
          <p:cNvPr id="278" name="Google Shape;278;p27"/>
          <p:cNvSpPr txBox="1">
            <a:spLocks noGrp="1"/>
          </p:cNvSpPr>
          <p:nvPr>
            <p:ph type="body" idx="1"/>
          </p:nvPr>
        </p:nvSpPr>
        <p:spPr>
          <a:xfrm>
            <a:off x="695325" y="1375090"/>
            <a:ext cx="1188500" cy="876250"/>
          </a:xfrm>
          <a:prstGeom prst="rect">
            <a:avLst/>
          </a:prstGeom>
          <a:noFill/>
          <a:ln>
            <a:noFill/>
          </a:ln>
        </p:spPr>
        <p:txBody>
          <a:bodyPr spcFirstLastPara="1" wrap="square" lIns="0" tIns="0" rIns="0" bIns="0" anchor="ctr" anchorCtr="0">
            <a:noAutofit/>
          </a:bodyPr>
          <a:lstStyle>
            <a:lvl1pPr marL="380985" lvl="0" indent="-190492" algn="ctr">
              <a:lnSpc>
                <a:spcPct val="120000"/>
              </a:lnSpc>
              <a:spcBef>
                <a:spcPts val="0"/>
              </a:spcBef>
              <a:spcAft>
                <a:spcPts val="0"/>
              </a:spcAft>
              <a:buSzPts val="7800"/>
              <a:buNone/>
              <a:defRPr sz="5416" b="1">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79" name="Google Shape;279;p27"/>
          <p:cNvSpPr txBox="1">
            <a:spLocks noGrp="1"/>
          </p:cNvSpPr>
          <p:nvPr>
            <p:ph type="body" idx="5"/>
          </p:nvPr>
        </p:nvSpPr>
        <p:spPr>
          <a:xfrm>
            <a:off x="4391559" y="1294961"/>
            <a:ext cx="1188500" cy="876250"/>
          </a:xfrm>
          <a:prstGeom prst="rect">
            <a:avLst/>
          </a:prstGeom>
          <a:noFill/>
          <a:ln>
            <a:noFill/>
          </a:ln>
        </p:spPr>
        <p:txBody>
          <a:bodyPr spcFirstLastPara="1" wrap="square" lIns="0" tIns="0" rIns="0" bIns="0" anchor="ctr" anchorCtr="0">
            <a:noAutofit/>
          </a:bodyPr>
          <a:lstStyle>
            <a:lvl1pPr marL="380985" lvl="0" indent="-190492" algn="ctr">
              <a:lnSpc>
                <a:spcPct val="120000"/>
              </a:lnSpc>
              <a:spcBef>
                <a:spcPts val="0"/>
              </a:spcBef>
              <a:spcAft>
                <a:spcPts val="0"/>
              </a:spcAft>
              <a:buSzPts val="7800"/>
              <a:buNone/>
              <a:defRPr sz="5416" b="1">
                <a:solidFill>
                  <a:schemeClr val="accen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80" name="Google Shape;280;p27"/>
          <p:cNvSpPr txBox="1">
            <a:spLocks noGrp="1"/>
          </p:cNvSpPr>
          <p:nvPr>
            <p:ph type="body" idx="6"/>
          </p:nvPr>
        </p:nvSpPr>
        <p:spPr>
          <a:xfrm>
            <a:off x="8077565" y="1294961"/>
            <a:ext cx="1188500" cy="876250"/>
          </a:xfrm>
          <a:prstGeom prst="rect">
            <a:avLst/>
          </a:prstGeom>
          <a:noFill/>
          <a:ln>
            <a:noFill/>
          </a:ln>
        </p:spPr>
        <p:txBody>
          <a:bodyPr spcFirstLastPara="1" wrap="square" lIns="0" tIns="0" rIns="0" bIns="0" anchor="ctr" anchorCtr="0">
            <a:noAutofit/>
          </a:bodyPr>
          <a:lstStyle>
            <a:lvl1pPr marL="380985" lvl="0" indent="-190492" algn="ctr">
              <a:lnSpc>
                <a:spcPct val="120000"/>
              </a:lnSpc>
              <a:spcBef>
                <a:spcPts val="0"/>
              </a:spcBef>
              <a:spcAft>
                <a:spcPts val="0"/>
              </a:spcAft>
              <a:buSzPts val="7800"/>
              <a:buNone/>
              <a:defRPr sz="5416" b="1">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81" name="Google Shape;281;p27"/>
          <p:cNvSpPr txBox="1">
            <a:spLocks noGrp="1"/>
          </p:cNvSpPr>
          <p:nvPr>
            <p:ph type="body" idx="7"/>
          </p:nvPr>
        </p:nvSpPr>
        <p:spPr>
          <a:xfrm>
            <a:off x="695325" y="5895861"/>
            <a:ext cx="3428750" cy="535916"/>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82" name="Google Shape;282;p27"/>
          <p:cNvSpPr txBox="1">
            <a:spLocks noGrp="1"/>
          </p:cNvSpPr>
          <p:nvPr>
            <p:ph type="body" idx="8"/>
          </p:nvPr>
        </p:nvSpPr>
        <p:spPr>
          <a:xfrm>
            <a:off x="4390758" y="5895861"/>
            <a:ext cx="3428750" cy="535916"/>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accen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83" name="Google Shape;283;p27"/>
          <p:cNvSpPr txBox="1">
            <a:spLocks noGrp="1"/>
          </p:cNvSpPr>
          <p:nvPr>
            <p:ph type="body" idx="9"/>
          </p:nvPr>
        </p:nvSpPr>
        <p:spPr>
          <a:xfrm>
            <a:off x="8068048" y="5895861"/>
            <a:ext cx="3428750" cy="535916"/>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84" name="Google Shape;284;p27"/>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285" name="Google Shape;285;p27"/>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286" name="Google Shape;286;p27"/>
          <p:cNvSpPr txBox="1">
            <a:spLocks noGrp="1"/>
          </p:cNvSpPr>
          <p:nvPr>
            <p:ph type="body" idx="1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87" name="Google Shape;287;p27"/>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29663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 comparisons">
  <p:cSld name="3 comparisons">
    <p:spTree>
      <p:nvGrpSpPr>
        <p:cNvPr id="1" name="Shape 288"/>
        <p:cNvGrpSpPr/>
        <p:nvPr/>
      </p:nvGrpSpPr>
      <p:grpSpPr>
        <a:xfrm>
          <a:off x="0" y="0"/>
          <a:ext cx="0" cy="0"/>
          <a:chOff x="0" y="0"/>
          <a:chExt cx="0" cy="0"/>
        </a:xfrm>
      </p:grpSpPr>
      <p:sp>
        <p:nvSpPr>
          <p:cNvPr id="289" name="Google Shape;289;p28"/>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90" name="Google Shape;290;p28"/>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291" name="Google Shape;291;p28"/>
          <p:cNvSpPr>
            <a:spLocks noGrp="1"/>
          </p:cNvSpPr>
          <p:nvPr>
            <p:ph type="body" idx="1"/>
          </p:nvPr>
        </p:nvSpPr>
        <p:spPr>
          <a:xfrm>
            <a:off x="2219326" y="2266309"/>
            <a:ext cx="1080000" cy="1080000"/>
          </a:xfrm>
          <a:prstGeom prst="ellipse">
            <a:avLst/>
          </a:prstGeom>
          <a:solidFill>
            <a:schemeClr val="l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lt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2" name="Google Shape;292;p28"/>
          <p:cNvSpPr>
            <a:spLocks noGrp="1"/>
          </p:cNvSpPr>
          <p:nvPr>
            <p:ph type="body" idx="2"/>
          </p:nvPr>
        </p:nvSpPr>
        <p:spPr>
          <a:xfrm>
            <a:off x="5557852" y="2266309"/>
            <a:ext cx="1080000" cy="1080000"/>
          </a:xfrm>
          <a:prstGeom prst="ellipse">
            <a:avLst/>
          </a:prstGeom>
          <a:solidFill>
            <a:schemeClr val="accent1"/>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accen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3" name="Google Shape;293;p28"/>
          <p:cNvSpPr>
            <a:spLocks noGrp="1"/>
          </p:cNvSpPr>
          <p:nvPr>
            <p:ph type="body" idx="3"/>
          </p:nvPr>
        </p:nvSpPr>
        <p:spPr>
          <a:xfrm>
            <a:off x="8896378" y="2266309"/>
            <a:ext cx="1080000" cy="1080000"/>
          </a:xfrm>
          <a:prstGeom prst="ellipse">
            <a:avLst/>
          </a:prstGeom>
          <a:solidFill>
            <a:schemeClr val="dk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600"/>
              <a:buNone/>
              <a:defRPr sz="1833">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4" name="Google Shape;294;p28"/>
          <p:cNvSpPr txBox="1">
            <a:spLocks noGrp="1"/>
          </p:cNvSpPr>
          <p:nvPr>
            <p:ph type="body" idx="4"/>
          </p:nvPr>
        </p:nvSpPr>
        <p:spPr>
          <a:xfrm>
            <a:off x="2219325" y="4217061"/>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5" name="Google Shape;295;p28"/>
          <p:cNvSpPr txBox="1">
            <a:spLocks noGrp="1"/>
          </p:cNvSpPr>
          <p:nvPr>
            <p:ph type="body" idx="5"/>
          </p:nvPr>
        </p:nvSpPr>
        <p:spPr>
          <a:xfrm>
            <a:off x="5557851" y="4217061"/>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6" name="Google Shape;296;p28"/>
          <p:cNvSpPr txBox="1">
            <a:spLocks noGrp="1"/>
          </p:cNvSpPr>
          <p:nvPr>
            <p:ph type="body" idx="6"/>
          </p:nvPr>
        </p:nvSpPr>
        <p:spPr>
          <a:xfrm>
            <a:off x="8896378" y="4217061"/>
            <a:ext cx="1836000" cy="71962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7" name="Google Shape;297;p28"/>
          <p:cNvSpPr txBox="1">
            <a:spLocks noGrp="1"/>
          </p:cNvSpPr>
          <p:nvPr>
            <p:ph type="body" idx="7"/>
          </p:nvPr>
        </p:nvSpPr>
        <p:spPr>
          <a:xfrm>
            <a:off x="2219325" y="3654727"/>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lt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8" name="Google Shape;298;p28"/>
          <p:cNvSpPr txBox="1">
            <a:spLocks noGrp="1"/>
          </p:cNvSpPr>
          <p:nvPr>
            <p:ph type="body" idx="8"/>
          </p:nvPr>
        </p:nvSpPr>
        <p:spPr>
          <a:xfrm>
            <a:off x="5557851" y="3654727"/>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accen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299" name="Google Shape;299;p28"/>
          <p:cNvSpPr txBox="1">
            <a:spLocks noGrp="1"/>
          </p:cNvSpPr>
          <p:nvPr>
            <p:ph type="body" idx="9"/>
          </p:nvPr>
        </p:nvSpPr>
        <p:spPr>
          <a:xfrm>
            <a:off x="8896377" y="3654727"/>
            <a:ext cx="1836000" cy="1071832"/>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300"/>
              <a:buNone/>
              <a:defRPr sz="1583">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00" name="Google Shape;300;p28"/>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01" name="Google Shape;301;p28"/>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02" name="Google Shape;302;p28"/>
          <p:cNvSpPr txBox="1">
            <a:spLocks noGrp="1"/>
          </p:cNvSpPr>
          <p:nvPr>
            <p:ph type="body" idx="1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03" name="Google Shape;303;p28"/>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254168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718">
          <p15:clr>
            <a:srgbClr val="FBAE40"/>
          </p15:clr>
        </p15:guide>
        <p15:guide id="3" orient="horz" pos="388">
          <p15:clr>
            <a:srgbClr val="FBAE40"/>
          </p15:clr>
        </p15:guide>
        <p15:guide id="4" orient="horz" pos="466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2 graphs">
  <p:cSld name="Comparison 2 graphs">
    <p:spTree>
      <p:nvGrpSpPr>
        <p:cNvPr id="1" name="Shape 304"/>
        <p:cNvGrpSpPr/>
        <p:nvPr/>
      </p:nvGrpSpPr>
      <p:grpSpPr>
        <a:xfrm>
          <a:off x="0" y="0"/>
          <a:ext cx="0" cy="0"/>
          <a:chOff x="0" y="0"/>
          <a:chExt cx="0" cy="0"/>
        </a:xfrm>
      </p:grpSpPr>
      <p:sp>
        <p:nvSpPr>
          <p:cNvPr id="305" name="Google Shape;305;p29"/>
          <p:cNvSpPr txBox="1">
            <a:spLocks noGrp="1"/>
          </p:cNvSpPr>
          <p:nvPr>
            <p:ph type="body" idx="1"/>
          </p:nvPr>
        </p:nvSpPr>
        <p:spPr>
          <a:xfrm>
            <a:off x="6448514" y="2378385"/>
            <a:ext cx="5084750" cy="3240000"/>
          </a:xfrm>
          <a:prstGeom prst="rect">
            <a:avLst/>
          </a:prstGeom>
          <a:noFill/>
          <a:ln w="11425" cap="flat" cmpd="sng">
            <a:solidFill>
              <a:schemeClr val="dk2"/>
            </a:solidFill>
            <a:prstDash val="solid"/>
            <a:round/>
            <a:headEnd type="none" w="sm" len="sm"/>
            <a:tailEnd type="none" w="sm" len="sm"/>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06" name="Google Shape;306;p29"/>
          <p:cNvSpPr>
            <a:spLocks noGrp="1"/>
          </p:cNvSpPr>
          <p:nvPr>
            <p:ph type="body" idx="2"/>
          </p:nvPr>
        </p:nvSpPr>
        <p:spPr>
          <a:xfrm>
            <a:off x="8270851" y="1624070"/>
            <a:ext cx="1440000" cy="1440000"/>
          </a:xfrm>
          <a:prstGeom prst="ellipse">
            <a:avLst/>
          </a:prstGeom>
          <a:solidFill>
            <a:schemeClr val="dk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07" name="Google Shape;307;p29"/>
          <p:cNvSpPr txBox="1">
            <a:spLocks noGrp="1"/>
          </p:cNvSpPr>
          <p:nvPr>
            <p:ph type="body" idx="3"/>
          </p:nvPr>
        </p:nvSpPr>
        <p:spPr>
          <a:xfrm>
            <a:off x="695324" y="2378385"/>
            <a:ext cx="5066250" cy="3240000"/>
          </a:xfrm>
          <a:prstGeom prst="rect">
            <a:avLst/>
          </a:prstGeom>
          <a:noFill/>
          <a:ln w="11425" cap="flat" cmpd="sng">
            <a:solidFill>
              <a:schemeClr val="lt2"/>
            </a:solidFill>
            <a:prstDash val="solid"/>
            <a:round/>
            <a:headEnd type="none" w="sm" len="sm"/>
            <a:tailEnd type="none" w="sm" len="sm"/>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08" name="Google Shape;308;p29"/>
          <p:cNvSpPr>
            <a:spLocks noGrp="1"/>
          </p:cNvSpPr>
          <p:nvPr>
            <p:ph type="body" idx="4"/>
          </p:nvPr>
        </p:nvSpPr>
        <p:spPr>
          <a:xfrm>
            <a:off x="2488695" y="1675344"/>
            <a:ext cx="1440000" cy="1440000"/>
          </a:xfrm>
          <a:prstGeom prst="ellipse">
            <a:avLst/>
          </a:prstGeom>
          <a:solidFill>
            <a:schemeClr val="lt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09" name="Google Shape;309;p29"/>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10" name="Google Shape;310;p29"/>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11" name="Google Shape;311;p29"/>
          <p:cNvSpPr>
            <a:spLocks noGrp="1"/>
          </p:cNvSpPr>
          <p:nvPr>
            <p:ph type="chart" idx="5"/>
          </p:nvPr>
        </p:nvSpPr>
        <p:spPr>
          <a:xfrm>
            <a:off x="1147748" y="3302342"/>
            <a:ext cx="4183000" cy="2160000"/>
          </a:xfrm>
          <a:prstGeom prst="rect">
            <a:avLst/>
          </a:prstGeom>
          <a:noFill/>
          <a:ln>
            <a:noFill/>
          </a:ln>
        </p:spPr>
        <p:txBody>
          <a:bodyPr spcFirstLastPara="1" wrap="square" lIns="0" tIns="0" rIns="0" bIns="0" anchor="t" anchorCtr="0">
            <a:noAutofit/>
          </a:bodyPr>
          <a:lstStyle>
            <a:lvl1pPr marR="0" lvl="0" algn="l" rtl="0">
              <a:lnSpc>
                <a:spcPct val="120000"/>
              </a:lnSpc>
              <a:spcBef>
                <a:spcPts val="0"/>
              </a:spcBef>
              <a:spcAft>
                <a:spcPts val="0"/>
              </a:spcAft>
              <a:buClr>
                <a:schemeClr val="dk1"/>
              </a:buClr>
              <a:buSzPts val="2000"/>
              <a:buFont typeface="Arial"/>
              <a:buNone/>
              <a:defRPr sz="1417" b="0" i="0" u="none" strike="noStrike" cap="none">
                <a:solidFill>
                  <a:schemeClr val="dk1"/>
                </a:solidFill>
                <a:latin typeface="Avenir"/>
                <a:ea typeface="Avenir"/>
                <a:cs typeface="Avenir"/>
                <a:sym typeface="Avenir"/>
              </a:defRPr>
            </a:lvl1pPr>
            <a:lvl2pPr marR="0" lvl="1" algn="l" rtl="0">
              <a:lnSpc>
                <a:spcPct val="120000"/>
              </a:lnSpc>
              <a:spcBef>
                <a:spcPts val="0"/>
              </a:spcBef>
              <a:spcAft>
                <a:spcPts val="0"/>
              </a:spcAft>
              <a:buClr>
                <a:schemeClr val="dk1"/>
              </a:buClr>
              <a:buSzPts val="1700"/>
              <a:buFont typeface="Arial"/>
              <a:buChar char="•"/>
              <a:defRPr sz="1167" b="0" i="0" u="none" strike="noStrike" cap="none">
                <a:solidFill>
                  <a:schemeClr val="dk1"/>
                </a:solidFill>
                <a:latin typeface="Avenir"/>
                <a:ea typeface="Avenir"/>
                <a:cs typeface="Avenir"/>
                <a:sym typeface="Avenir"/>
              </a:defRPr>
            </a:lvl2pPr>
            <a:lvl3pPr marR="0" lvl="2" algn="l" rtl="0">
              <a:lnSpc>
                <a:spcPct val="120000"/>
              </a:lnSpc>
              <a:spcBef>
                <a:spcPts val="0"/>
              </a:spcBef>
              <a:spcAft>
                <a:spcPts val="0"/>
              </a:spcAft>
              <a:buClr>
                <a:schemeClr val="dk1"/>
              </a:buClr>
              <a:buSzPts val="1600"/>
              <a:buFont typeface="Arial"/>
              <a:buChar char="•"/>
              <a:defRPr sz="1083" b="0" i="0" u="none" strike="noStrike" cap="none">
                <a:solidFill>
                  <a:schemeClr val="dk1"/>
                </a:solidFill>
                <a:latin typeface="Avenir"/>
                <a:ea typeface="Avenir"/>
                <a:cs typeface="Avenir"/>
                <a:sym typeface="Avenir"/>
              </a:defRPr>
            </a:lvl3pPr>
            <a:lvl4pPr marR="0" lvl="3"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4pPr>
            <a:lvl5pPr marR="0" lvl="4"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5pPr>
            <a:lvl6pPr marR="0" lvl="5"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6pPr>
            <a:lvl7pPr marR="0" lvl="6"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7pPr>
            <a:lvl8pPr marR="0" lvl="7"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8pPr>
            <a:lvl9pPr marR="0" lvl="8"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9pPr>
          </a:lstStyle>
          <a:p>
            <a:r>
              <a:rPr lang="fr-FR"/>
              <a:t>Cliquez sur l'icône pour ajouter un graphique</a:t>
            </a:r>
            <a:endParaRPr/>
          </a:p>
        </p:txBody>
      </p:sp>
      <p:sp>
        <p:nvSpPr>
          <p:cNvPr id="312" name="Google Shape;312;p29"/>
          <p:cNvSpPr txBox="1">
            <a:spLocks noGrp="1"/>
          </p:cNvSpPr>
          <p:nvPr>
            <p:ph type="body" idx="6"/>
          </p:nvPr>
        </p:nvSpPr>
        <p:spPr>
          <a:xfrm>
            <a:off x="1618484" y="5701034"/>
            <a:ext cx="3220000" cy="615553"/>
          </a:xfrm>
          <a:prstGeom prst="rect">
            <a:avLst/>
          </a:prstGeom>
          <a:noFill/>
          <a:ln>
            <a:noFill/>
          </a:ln>
        </p:spPr>
        <p:txBody>
          <a:bodyPr spcFirstLastPara="1" wrap="square" lIns="0" tIns="0" rIns="0" bIns="0" anchor="t" anchorCtr="0">
            <a:spAutoFit/>
          </a:bodyPr>
          <a:lstStyle>
            <a:lvl1pPr marL="380985" lvl="0" indent="-190492" algn="ctr">
              <a:lnSpc>
                <a:spcPct val="100000"/>
              </a:lnSpc>
              <a:spcBef>
                <a:spcPts val="0"/>
              </a:spcBef>
              <a:spcAft>
                <a:spcPts val="0"/>
              </a:spcAft>
              <a:buSzPts val="2900"/>
              <a:buNone/>
              <a:defRPr sz="2000">
                <a:solidFill>
                  <a:schemeClr val="lt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13" name="Google Shape;313;p29"/>
          <p:cNvSpPr txBox="1">
            <a:spLocks noGrp="1"/>
          </p:cNvSpPr>
          <p:nvPr>
            <p:ph type="body" idx="7"/>
          </p:nvPr>
        </p:nvSpPr>
        <p:spPr>
          <a:xfrm>
            <a:off x="2493726" y="402069"/>
            <a:ext cx="1435000" cy="3974806"/>
          </a:xfrm>
          <a:prstGeom prst="rect">
            <a:avLst/>
          </a:prstGeom>
          <a:noFill/>
          <a:ln>
            <a:noFill/>
          </a:ln>
        </p:spPr>
        <p:txBody>
          <a:bodyPr spcFirstLastPara="1" wrap="square" lIns="0" tIns="0" rIns="0" bIns="0" anchor="ctr" anchorCtr="0">
            <a:spAutoFit/>
          </a:bodyPr>
          <a:lstStyle>
            <a:lvl1pPr marL="380985" lvl="0" indent="-190492" algn="ctr">
              <a:lnSpc>
                <a:spcPct val="100000"/>
              </a:lnSpc>
              <a:spcBef>
                <a:spcPts val="0"/>
              </a:spcBef>
              <a:spcAft>
                <a:spcPts val="0"/>
              </a:spcAft>
              <a:buSzPts val="3700"/>
              <a:buNone/>
              <a:defRPr sz="258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14" name="Google Shape;314;p29"/>
          <p:cNvSpPr>
            <a:spLocks noGrp="1"/>
          </p:cNvSpPr>
          <p:nvPr>
            <p:ph type="chart" idx="8"/>
          </p:nvPr>
        </p:nvSpPr>
        <p:spPr>
          <a:xfrm>
            <a:off x="6926095" y="3302342"/>
            <a:ext cx="4118250" cy="2160000"/>
          </a:xfrm>
          <a:prstGeom prst="rect">
            <a:avLst/>
          </a:prstGeom>
          <a:noFill/>
          <a:ln>
            <a:noFill/>
          </a:ln>
        </p:spPr>
        <p:txBody>
          <a:bodyPr spcFirstLastPara="1" wrap="square" lIns="0" tIns="0" rIns="0" bIns="0" anchor="t" anchorCtr="0">
            <a:noAutofit/>
          </a:bodyPr>
          <a:lstStyle>
            <a:lvl1pPr marR="0" lvl="0" algn="l" rtl="0">
              <a:lnSpc>
                <a:spcPct val="120000"/>
              </a:lnSpc>
              <a:spcBef>
                <a:spcPts val="0"/>
              </a:spcBef>
              <a:spcAft>
                <a:spcPts val="0"/>
              </a:spcAft>
              <a:buClr>
                <a:schemeClr val="dk1"/>
              </a:buClr>
              <a:buSzPts val="2000"/>
              <a:buFont typeface="Arial"/>
              <a:buNone/>
              <a:defRPr sz="1417" b="0" i="0" u="none" strike="noStrike" cap="none">
                <a:solidFill>
                  <a:schemeClr val="lt1"/>
                </a:solidFill>
                <a:latin typeface="Avenir"/>
                <a:ea typeface="Avenir"/>
                <a:cs typeface="Avenir"/>
                <a:sym typeface="Avenir"/>
              </a:defRPr>
            </a:lvl1pPr>
            <a:lvl2pPr marR="0" lvl="1" algn="l" rtl="0">
              <a:lnSpc>
                <a:spcPct val="120000"/>
              </a:lnSpc>
              <a:spcBef>
                <a:spcPts val="0"/>
              </a:spcBef>
              <a:spcAft>
                <a:spcPts val="0"/>
              </a:spcAft>
              <a:buClr>
                <a:schemeClr val="dk1"/>
              </a:buClr>
              <a:buSzPts val="1700"/>
              <a:buFont typeface="Arial"/>
              <a:buChar char="•"/>
              <a:defRPr sz="1167" b="0" i="0" u="none" strike="noStrike" cap="none">
                <a:solidFill>
                  <a:schemeClr val="dk1"/>
                </a:solidFill>
                <a:latin typeface="Avenir"/>
                <a:ea typeface="Avenir"/>
                <a:cs typeface="Avenir"/>
                <a:sym typeface="Avenir"/>
              </a:defRPr>
            </a:lvl2pPr>
            <a:lvl3pPr marR="0" lvl="2" algn="l" rtl="0">
              <a:lnSpc>
                <a:spcPct val="120000"/>
              </a:lnSpc>
              <a:spcBef>
                <a:spcPts val="0"/>
              </a:spcBef>
              <a:spcAft>
                <a:spcPts val="0"/>
              </a:spcAft>
              <a:buClr>
                <a:schemeClr val="dk1"/>
              </a:buClr>
              <a:buSzPts val="1600"/>
              <a:buFont typeface="Arial"/>
              <a:buChar char="•"/>
              <a:defRPr sz="1083" b="0" i="0" u="none" strike="noStrike" cap="none">
                <a:solidFill>
                  <a:schemeClr val="dk1"/>
                </a:solidFill>
                <a:latin typeface="Avenir"/>
                <a:ea typeface="Avenir"/>
                <a:cs typeface="Avenir"/>
                <a:sym typeface="Avenir"/>
              </a:defRPr>
            </a:lvl3pPr>
            <a:lvl4pPr marR="0" lvl="3"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4pPr>
            <a:lvl5pPr marR="0" lvl="4"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5pPr>
            <a:lvl6pPr marR="0" lvl="5"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6pPr>
            <a:lvl7pPr marR="0" lvl="6"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7pPr>
            <a:lvl8pPr marR="0" lvl="7"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8pPr>
            <a:lvl9pPr marR="0" lvl="8"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9pPr>
          </a:lstStyle>
          <a:p>
            <a:r>
              <a:rPr lang="fr-FR"/>
              <a:t>Cliquez sur l'icône pour ajouter un graphique</a:t>
            </a:r>
            <a:endParaRPr/>
          </a:p>
        </p:txBody>
      </p:sp>
      <p:sp>
        <p:nvSpPr>
          <p:cNvPr id="315" name="Google Shape;315;p29"/>
          <p:cNvSpPr txBox="1">
            <a:spLocks noGrp="1"/>
          </p:cNvSpPr>
          <p:nvPr>
            <p:ph type="body" idx="9"/>
          </p:nvPr>
        </p:nvSpPr>
        <p:spPr>
          <a:xfrm>
            <a:off x="7380903" y="5702768"/>
            <a:ext cx="3220000" cy="615553"/>
          </a:xfrm>
          <a:prstGeom prst="rect">
            <a:avLst/>
          </a:prstGeom>
          <a:noFill/>
          <a:ln>
            <a:noFill/>
          </a:ln>
        </p:spPr>
        <p:txBody>
          <a:bodyPr spcFirstLastPara="1" wrap="square" lIns="0" tIns="0" rIns="0" bIns="0" anchor="t" anchorCtr="0">
            <a:spAutoFit/>
          </a:bodyPr>
          <a:lstStyle>
            <a:lvl1pPr marL="380985" lvl="0" indent="-190492" algn="ctr">
              <a:lnSpc>
                <a:spcPct val="100000"/>
              </a:lnSpc>
              <a:spcBef>
                <a:spcPts val="0"/>
              </a:spcBef>
              <a:spcAft>
                <a:spcPts val="0"/>
              </a:spcAft>
              <a:buSzPts val="2900"/>
              <a:buNone/>
              <a:defRPr sz="2000">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16" name="Google Shape;316;p29"/>
          <p:cNvSpPr txBox="1">
            <a:spLocks noGrp="1"/>
          </p:cNvSpPr>
          <p:nvPr>
            <p:ph type="body" idx="13"/>
          </p:nvPr>
        </p:nvSpPr>
        <p:spPr>
          <a:xfrm>
            <a:off x="8268336" y="388482"/>
            <a:ext cx="1435000" cy="3974806"/>
          </a:xfrm>
          <a:prstGeom prst="rect">
            <a:avLst/>
          </a:prstGeom>
          <a:noFill/>
          <a:ln>
            <a:noFill/>
          </a:ln>
        </p:spPr>
        <p:txBody>
          <a:bodyPr spcFirstLastPara="1" wrap="square" lIns="0" tIns="0" rIns="0" bIns="0" anchor="ctr" anchorCtr="0">
            <a:spAutoFit/>
          </a:bodyPr>
          <a:lstStyle>
            <a:lvl1pPr marL="380985" lvl="0" indent="-190492" algn="ctr">
              <a:lnSpc>
                <a:spcPct val="100000"/>
              </a:lnSpc>
              <a:spcBef>
                <a:spcPts val="0"/>
              </a:spcBef>
              <a:spcAft>
                <a:spcPts val="0"/>
              </a:spcAft>
              <a:buSzPts val="3700"/>
              <a:buNone/>
              <a:defRPr sz="2583">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17" name="Google Shape;317;p29"/>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18" name="Google Shape;318;p29"/>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19" name="Google Shape;319;p29"/>
          <p:cNvSpPr txBox="1">
            <a:spLocks noGrp="1"/>
          </p:cNvSpPr>
          <p:nvPr>
            <p:ph type="body" idx="14"/>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20" name="Google Shape;320;p29"/>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71978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718">
          <p15:clr>
            <a:srgbClr val="FBAE40"/>
          </p15:clr>
        </p15:guide>
        <p15:guide id="3" orient="horz" pos="388">
          <p15:clr>
            <a:srgbClr val="FBAE40"/>
          </p15:clr>
        </p15:guide>
        <p15:guide id="4" orient="horz" pos="466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mparison 3 parts">
  <p:cSld name="Comparison 3 parts">
    <p:spTree>
      <p:nvGrpSpPr>
        <p:cNvPr id="1" name="Shape 321"/>
        <p:cNvGrpSpPr/>
        <p:nvPr/>
      </p:nvGrpSpPr>
      <p:grpSpPr>
        <a:xfrm>
          <a:off x="0" y="0"/>
          <a:ext cx="0" cy="0"/>
          <a:chOff x="0" y="0"/>
          <a:chExt cx="0" cy="0"/>
        </a:xfrm>
      </p:grpSpPr>
      <p:sp>
        <p:nvSpPr>
          <p:cNvPr id="322" name="Google Shape;322;p30"/>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23" name="Google Shape;323;p30"/>
          <p:cNvSpPr/>
          <p:nvPr/>
        </p:nvSpPr>
        <p:spPr>
          <a:xfrm rot="5400000">
            <a:off x="5762888" y="616553"/>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24" name="Google Shape;324;p30"/>
          <p:cNvSpPr txBox="1">
            <a:spLocks noGrp="1"/>
          </p:cNvSpPr>
          <p:nvPr>
            <p:ph type="body" idx="1"/>
          </p:nvPr>
        </p:nvSpPr>
        <p:spPr>
          <a:xfrm>
            <a:off x="695324" y="2378385"/>
            <a:ext cx="3240000" cy="3240000"/>
          </a:xfrm>
          <a:prstGeom prst="rect">
            <a:avLst/>
          </a:prstGeom>
          <a:solidFill>
            <a:schemeClr val="lt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25" name="Google Shape;325;p30"/>
          <p:cNvSpPr txBox="1">
            <a:spLocks noGrp="1"/>
          </p:cNvSpPr>
          <p:nvPr>
            <p:ph type="body" idx="2"/>
          </p:nvPr>
        </p:nvSpPr>
        <p:spPr>
          <a:xfrm>
            <a:off x="4476000" y="2378385"/>
            <a:ext cx="3240000" cy="3240000"/>
          </a:xfrm>
          <a:prstGeom prst="rect">
            <a:avLst/>
          </a:prstGeom>
          <a:solidFill>
            <a:schemeClr val="accent1"/>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26" name="Google Shape;326;p30"/>
          <p:cNvSpPr txBox="1">
            <a:spLocks noGrp="1"/>
          </p:cNvSpPr>
          <p:nvPr>
            <p:ph type="body" idx="3"/>
          </p:nvPr>
        </p:nvSpPr>
        <p:spPr>
          <a:xfrm>
            <a:off x="8293188" y="2378385"/>
            <a:ext cx="3240000" cy="3240000"/>
          </a:xfrm>
          <a:prstGeom prst="rect">
            <a:avLst/>
          </a:prstGeom>
          <a:solidFill>
            <a:schemeClr val="dk2"/>
          </a:solidFill>
          <a:ln>
            <a:noFill/>
          </a:ln>
        </p:spPr>
        <p:txBody>
          <a:bodyPr spcFirstLastPara="1" wrap="square" lIns="0" tIns="0" rIns="0" bIns="0" anchor="t" anchorCtr="0">
            <a:normAutofit/>
          </a:bodyPr>
          <a:lstStyle>
            <a:lvl1pPr marL="380985" lvl="0" indent="-190492" algn="l">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27" name="Google Shape;327;p30"/>
          <p:cNvSpPr txBox="1">
            <a:spLocks noGrp="1"/>
          </p:cNvSpPr>
          <p:nvPr>
            <p:ph type="body" idx="4"/>
          </p:nvPr>
        </p:nvSpPr>
        <p:spPr>
          <a:xfrm>
            <a:off x="8537452" y="3444217"/>
            <a:ext cx="2759750" cy="479747"/>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28" name="Google Shape;328;p30"/>
          <p:cNvSpPr txBox="1">
            <a:spLocks noGrp="1"/>
          </p:cNvSpPr>
          <p:nvPr>
            <p:ph type="body" idx="5"/>
          </p:nvPr>
        </p:nvSpPr>
        <p:spPr>
          <a:xfrm>
            <a:off x="8537452" y="2881883"/>
            <a:ext cx="1836000" cy="169277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900"/>
              <a:buNone/>
              <a:defRPr sz="2000">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29" name="Google Shape;329;p30"/>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30" name="Google Shape;330;p30"/>
          <p:cNvSpPr txBox="1">
            <a:spLocks noGrp="1"/>
          </p:cNvSpPr>
          <p:nvPr>
            <p:ph type="body" idx="6"/>
          </p:nvPr>
        </p:nvSpPr>
        <p:spPr>
          <a:xfrm>
            <a:off x="4716115" y="3444217"/>
            <a:ext cx="2759750" cy="479747"/>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31" name="Google Shape;331;p30"/>
          <p:cNvSpPr txBox="1">
            <a:spLocks noGrp="1"/>
          </p:cNvSpPr>
          <p:nvPr>
            <p:ph type="body" idx="7"/>
          </p:nvPr>
        </p:nvSpPr>
        <p:spPr>
          <a:xfrm>
            <a:off x="4716115" y="2881883"/>
            <a:ext cx="1836000" cy="169277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900"/>
              <a:buNone/>
              <a:defRPr sz="2000">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32" name="Google Shape;332;p30"/>
          <p:cNvSpPr txBox="1">
            <a:spLocks noGrp="1"/>
          </p:cNvSpPr>
          <p:nvPr>
            <p:ph type="body" idx="8"/>
          </p:nvPr>
        </p:nvSpPr>
        <p:spPr>
          <a:xfrm>
            <a:off x="914230" y="3429000"/>
            <a:ext cx="2759750" cy="479747"/>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000"/>
              <a:buNone/>
              <a:defRPr sz="1417">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33" name="Google Shape;333;p30"/>
          <p:cNvSpPr txBox="1">
            <a:spLocks noGrp="1"/>
          </p:cNvSpPr>
          <p:nvPr>
            <p:ph type="body" idx="9"/>
          </p:nvPr>
        </p:nvSpPr>
        <p:spPr>
          <a:xfrm>
            <a:off x="914230" y="2866666"/>
            <a:ext cx="1836000" cy="1692771"/>
          </a:xfrm>
          <a:prstGeom prst="rect">
            <a:avLst/>
          </a:prstGeom>
          <a:noFill/>
          <a:ln>
            <a:noFill/>
          </a:ln>
        </p:spPr>
        <p:txBody>
          <a:bodyPr spcFirstLastPara="1" wrap="square" lIns="0" tIns="0" rIns="0" bIns="0" anchor="t" anchorCtr="0">
            <a:spAutoFit/>
          </a:bodyPr>
          <a:lstStyle>
            <a:lvl1pPr marL="380985" lvl="0" indent="-190492" algn="l">
              <a:lnSpc>
                <a:spcPct val="110000"/>
              </a:lnSpc>
              <a:spcBef>
                <a:spcPts val="0"/>
              </a:spcBef>
              <a:spcAft>
                <a:spcPts val="0"/>
              </a:spcAft>
              <a:buSzPts val="2900"/>
              <a:buNone/>
              <a:defRPr sz="2000">
                <a:solidFill>
                  <a:schemeClr val="lt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34" name="Google Shape;334;p30"/>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35" name="Google Shape;335;p30"/>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36" name="Google Shape;336;p30"/>
          <p:cNvSpPr txBox="1">
            <a:spLocks noGrp="1"/>
          </p:cNvSpPr>
          <p:nvPr>
            <p:ph type="body" idx="1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37" name="Google Shape;337;p30"/>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47834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718">
          <p15:clr>
            <a:srgbClr val="FBAE40"/>
          </p15:clr>
        </p15:guide>
        <p15:guide id="3" orient="horz" pos="388">
          <p15:clr>
            <a:srgbClr val="FBAE40"/>
          </p15:clr>
        </p15:guide>
        <p15:guide id="4" orient="horz" pos="466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 omparisons 3 big blocks">
  <p:cSld name="C omparisons 3 big blocks">
    <p:spTree>
      <p:nvGrpSpPr>
        <p:cNvPr id="1" name="Shape 338"/>
        <p:cNvGrpSpPr/>
        <p:nvPr/>
      </p:nvGrpSpPr>
      <p:grpSpPr>
        <a:xfrm>
          <a:off x="0" y="0"/>
          <a:ext cx="0" cy="0"/>
          <a:chOff x="0" y="0"/>
          <a:chExt cx="0" cy="0"/>
        </a:xfrm>
      </p:grpSpPr>
      <p:sp>
        <p:nvSpPr>
          <p:cNvPr id="339" name="Google Shape;339;p31"/>
          <p:cNvSpPr txBox="1">
            <a:spLocks noGrp="1"/>
          </p:cNvSpPr>
          <p:nvPr>
            <p:ph type="body" idx="1"/>
          </p:nvPr>
        </p:nvSpPr>
        <p:spPr>
          <a:xfrm>
            <a:off x="703486" y="1430204"/>
            <a:ext cx="3240000" cy="1548000"/>
          </a:xfrm>
          <a:prstGeom prst="rect">
            <a:avLst/>
          </a:prstGeom>
          <a:solidFill>
            <a:schemeClr val="lt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40" name="Google Shape;340;p31"/>
          <p:cNvSpPr txBox="1">
            <a:spLocks noGrp="1"/>
          </p:cNvSpPr>
          <p:nvPr>
            <p:ph type="body" idx="2"/>
          </p:nvPr>
        </p:nvSpPr>
        <p:spPr>
          <a:xfrm>
            <a:off x="8249531" y="2983054"/>
            <a:ext cx="3240000" cy="1548000"/>
          </a:xfrm>
          <a:prstGeom prst="rect">
            <a:avLst/>
          </a:prstGeom>
          <a:solidFill>
            <a:schemeClr val="accent1"/>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41" name="Google Shape;341;p31"/>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42" name="Google Shape;342;p31"/>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43" name="Google Shape;343;p31"/>
          <p:cNvSpPr>
            <a:spLocks noGrp="1"/>
          </p:cNvSpPr>
          <p:nvPr>
            <p:ph type="pic" idx="3"/>
          </p:nvPr>
        </p:nvSpPr>
        <p:spPr>
          <a:xfrm>
            <a:off x="3943350" y="1430204"/>
            <a:ext cx="7545500" cy="1548000"/>
          </a:xfrm>
          <a:prstGeom prst="rect">
            <a:avLst/>
          </a:prstGeom>
          <a:solidFill>
            <a:srgbClr val="F2F2F2"/>
          </a:solidFill>
          <a:ln>
            <a:noFill/>
          </a:ln>
        </p:spPr>
      </p:sp>
      <p:sp>
        <p:nvSpPr>
          <p:cNvPr id="344" name="Google Shape;344;p31"/>
          <p:cNvSpPr>
            <a:spLocks noGrp="1"/>
          </p:cNvSpPr>
          <p:nvPr>
            <p:ph type="pic" idx="4"/>
          </p:nvPr>
        </p:nvSpPr>
        <p:spPr>
          <a:xfrm>
            <a:off x="702469" y="2983054"/>
            <a:ext cx="7545500" cy="1548000"/>
          </a:xfrm>
          <a:prstGeom prst="rect">
            <a:avLst/>
          </a:prstGeom>
          <a:solidFill>
            <a:srgbClr val="D8D8D8"/>
          </a:solidFill>
          <a:ln>
            <a:noFill/>
          </a:ln>
        </p:spPr>
      </p:sp>
      <p:sp>
        <p:nvSpPr>
          <p:cNvPr id="345" name="Google Shape;345;p31"/>
          <p:cNvSpPr>
            <a:spLocks noGrp="1"/>
          </p:cNvSpPr>
          <p:nvPr>
            <p:ph type="pic" idx="5"/>
          </p:nvPr>
        </p:nvSpPr>
        <p:spPr>
          <a:xfrm>
            <a:off x="3943350" y="4531054"/>
            <a:ext cx="7545500" cy="1548000"/>
          </a:xfrm>
          <a:prstGeom prst="rect">
            <a:avLst/>
          </a:prstGeom>
          <a:noFill/>
          <a:ln>
            <a:noFill/>
          </a:ln>
        </p:spPr>
      </p:sp>
      <p:sp>
        <p:nvSpPr>
          <p:cNvPr id="346" name="Google Shape;346;p31"/>
          <p:cNvSpPr txBox="1">
            <a:spLocks noGrp="1"/>
          </p:cNvSpPr>
          <p:nvPr>
            <p:ph type="body" idx="6"/>
          </p:nvPr>
        </p:nvSpPr>
        <p:spPr>
          <a:xfrm>
            <a:off x="710630" y="4531054"/>
            <a:ext cx="3240000" cy="1548000"/>
          </a:xfrm>
          <a:prstGeom prst="rect">
            <a:avLst/>
          </a:prstGeom>
          <a:solidFill>
            <a:schemeClr val="dk2"/>
          </a:solidFill>
          <a:ln>
            <a:noFill/>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a:solidFill>
                  <a:schemeClr val="l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47" name="Google Shape;347;p31"/>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48" name="Google Shape;348;p31"/>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49" name="Google Shape;349;p31"/>
          <p:cNvSpPr txBox="1">
            <a:spLocks noGrp="1"/>
          </p:cNvSpPr>
          <p:nvPr>
            <p:ph type="body" idx="7"/>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50" name="Google Shape;350;p31"/>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00553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êle mêle">
  <p:cSld name="Pêle mêle">
    <p:spTree>
      <p:nvGrpSpPr>
        <p:cNvPr id="1" name="Shape 351"/>
        <p:cNvGrpSpPr/>
        <p:nvPr/>
      </p:nvGrpSpPr>
      <p:grpSpPr>
        <a:xfrm>
          <a:off x="0" y="0"/>
          <a:ext cx="0" cy="0"/>
          <a:chOff x="0" y="0"/>
          <a:chExt cx="0" cy="0"/>
        </a:xfrm>
      </p:grpSpPr>
      <p:sp>
        <p:nvSpPr>
          <p:cNvPr id="352" name="Google Shape;352;p32"/>
          <p:cNvSpPr txBox="1">
            <a:spLocks noGrp="1"/>
          </p:cNvSpPr>
          <p:nvPr>
            <p:ph type="body" idx="1"/>
          </p:nvPr>
        </p:nvSpPr>
        <p:spPr>
          <a:xfrm>
            <a:off x="703486" y="1891076"/>
            <a:ext cx="2088000" cy="2088000"/>
          </a:xfrm>
          <a:prstGeom prst="rect">
            <a:avLst/>
          </a:prstGeom>
          <a:solidFill>
            <a:schemeClr val="lt1"/>
          </a:solidFill>
          <a:ln w="22850" cap="flat" cmpd="sng">
            <a:solidFill>
              <a:schemeClr val="lt2"/>
            </a:solidFill>
            <a:prstDash val="solid"/>
            <a:round/>
            <a:headEnd type="none" w="sm" len="sm"/>
            <a:tailEnd type="none" w="sm" len="sm"/>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53" name="Google Shape;353;p32"/>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54" name="Google Shape;354;p32"/>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55" name="Google Shape;355;p32"/>
          <p:cNvSpPr>
            <a:spLocks noGrp="1"/>
          </p:cNvSpPr>
          <p:nvPr>
            <p:ph type="pic" idx="2"/>
          </p:nvPr>
        </p:nvSpPr>
        <p:spPr>
          <a:xfrm>
            <a:off x="2877743" y="1891076"/>
            <a:ext cx="2088000" cy="2088000"/>
          </a:xfrm>
          <a:prstGeom prst="rect">
            <a:avLst/>
          </a:prstGeom>
          <a:solidFill>
            <a:srgbClr val="F2F2F2"/>
          </a:solidFill>
          <a:ln>
            <a:noFill/>
          </a:ln>
        </p:spPr>
      </p:sp>
      <p:sp>
        <p:nvSpPr>
          <p:cNvPr id="356" name="Google Shape;356;p32"/>
          <p:cNvSpPr txBox="1">
            <a:spLocks noGrp="1"/>
          </p:cNvSpPr>
          <p:nvPr>
            <p:ph type="body" idx="3"/>
          </p:nvPr>
        </p:nvSpPr>
        <p:spPr>
          <a:xfrm>
            <a:off x="2873662" y="4077850"/>
            <a:ext cx="2088000" cy="2088000"/>
          </a:xfrm>
          <a:prstGeom prst="rect">
            <a:avLst/>
          </a:prstGeom>
          <a:solidFill>
            <a:schemeClr val="lt1"/>
          </a:solidFill>
          <a:ln w="22850" cap="flat" cmpd="sng">
            <a:solidFill>
              <a:schemeClr val="accent2"/>
            </a:solidFill>
            <a:prstDash val="solid"/>
            <a:round/>
            <a:headEnd type="none" w="sm" len="sm"/>
            <a:tailEnd type="none" w="sm" len="sm"/>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accen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57" name="Google Shape;357;p32"/>
          <p:cNvSpPr>
            <a:spLocks noGrp="1"/>
          </p:cNvSpPr>
          <p:nvPr>
            <p:ph type="pic" idx="4"/>
          </p:nvPr>
        </p:nvSpPr>
        <p:spPr>
          <a:xfrm>
            <a:off x="695325" y="4077850"/>
            <a:ext cx="2088000" cy="2088000"/>
          </a:xfrm>
          <a:prstGeom prst="rect">
            <a:avLst/>
          </a:prstGeom>
          <a:solidFill>
            <a:srgbClr val="F2F2F2"/>
          </a:solidFill>
          <a:ln>
            <a:noFill/>
          </a:ln>
        </p:spPr>
      </p:sp>
      <p:sp>
        <p:nvSpPr>
          <p:cNvPr id="358" name="Google Shape;358;p32"/>
          <p:cNvSpPr>
            <a:spLocks noGrp="1"/>
          </p:cNvSpPr>
          <p:nvPr>
            <p:ph type="pic" idx="5"/>
          </p:nvPr>
        </p:nvSpPr>
        <p:spPr>
          <a:xfrm>
            <a:off x="5051999" y="4077850"/>
            <a:ext cx="2088000" cy="2088000"/>
          </a:xfrm>
          <a:prstGeom prst="rect">
            <a:avLst/>
          </a:prstGeom>
          <a:solidFill>
            <a:srgbClr val="F2F2F2"/>
          </a:solidFill>
          <a:ln>
            <a:noFill/>
          </a:ln>
        </p:spPr>
      </p:sp>
      <p:sp>
        <p:nvSpPr>
          <p:cNvPr id="359" name="Google Shape;359;p32"/>
          <p:cNvSpPr txBox="1">
            <a:spLocks noGrp="1"/>
          </p:cNvSpPr>
          <p:nvPr>
            <p:ph type="body" idx="6"/>
          </p:nvPr>
        </p:nvSpPr>
        <p:spPr>
          <a:xfrm>
            <a:off x="7230336" y="4077850"/>
            <a:ext cx="2088000" cy="2088000"/>
          </a:xfrm>
          <a:prstGeom prst="rect">
            <a:avLst/>
          </a:prstGeom>
          <a:solidFill>
            <a:schemeClr val="lt1"/>
          </a:solidFill>
          <a:ln w="22850" cap="flat" cmpd="sng">
            <a:solidFill>
              <a:schemeClr val="lt2"/>
            </a:solidFill>
            <a:prstDash val="solid"/>
            <a:round/>
            <a:headEnd type="none" w="sm" len="sm"/>
            <a:tailEnd type="none" w="sm" len="sm"/>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60" name="Google Shape;360;p32"/>
          <p:cNvSpPr>
            <a:spLocks noGrp="1"/>
          </p:cNvSpPr>
          <p:nvPr>
            <p:ph type="pic" idx="7"/>
          </p:nvPr>
        </p:nvSpPr>
        <p:spPr>
          <a:xfrm>
            <a:off x="9408675" y="4077850"/>
            <a:ext cx="2088000" cy="2088000"/>
          </a:xfrm>
          <a:prstGeom prst="rect">
            <a:avLst/>
          </a:prstGeom>
          <a:solidFill>
            <a:srgbClr val="F2F2F2"/>
          </a:solidFill>
          <a:ln>
            <a:noFill/>
          </a:ln>
        </p:spPr>
      </p:sp>
      <p:sp>
        <p:nvSpPr>
          <p:cNvPr id="361" name="Google Shape;361;p32"/>
          <p:cNvSpPr>
            <a:spLocks noGrp="1"/>
          </p:cNvSpPr>
          <p:nvPr>
            <p:ph type="pic" idx="8"/>
          </p:nvPr>
        </p:nvSpPr>
        <p:spPr>
          <a:xfrm>
            <a:off x="7226257" y="1891076"/>
            <a:ext cx="2088000" cy="2088000"/>
          </a:xfrm>
          <a:prstGeom prst="rect">
            <a:avLst/>
          </a:prstGeom>
          <a:solidFill>
            <a:srgbClr val="F2F2F2"/>
          </a:solidFill>
          <a:ln>
            <a:noFill/>
          </a:ln>
        </p:spPr>
      </p:sp>
      <p:sp>
        <p:nvSpPr>
          <p:cNvPr id="362" name="Google Shape;362;p32"/>
          <p:cNvSpPr txBox="1">
            <a:spLocks noGrp="1"/>
          </p:cNvSpPr>
          <p:nvPr>
            <p:ph type="body" idx="9"/>
          </p:nvPr>
        </p:nvSpPr>
        <p:spPr>
          <a:xfrm>
            <a:off x="5052000" y="1891076"/>
            <a:ext cx="2088000" cy="2088000"/>
          </a:xfrm>
          <a:prstGeom prst="rect">
            <a:avLst/>
          </a:prstGeom>
          <a:solidFill>
            <a:schemeClr val="lt1"/>
          </a:solidFill>
          <a:ln w="22850" cap="flat" cmpd="sng">
            <a:solidFill>
              <a:schemeClr val="accent1"/>
            </a:solidFill>
            <a:prstDash val="solid"/>
            <a:round/>
            <a:headEnd type="none" w="sm" len="sm"/>
            <a:tailEnd type="none" w="sm" len="sm"/>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accent1"/>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63" name="Google Shape;363;p32"/>
          <p:cNvSpPr txBox="1">
            <a:spLocks noGrp="1"/>
          </p:cNvSpPr>
          <p:nvPr>
            <p:ph type="body" idx="13"/>
          </p:nvPr>
        </p:nvSpPr>
        <p:spPr>
          <a:xfrm>
            <a:off x="9400514" y="1891076"/>
            <a:ext cx="2088000" cy="2088000"/>
          </a:xfrm>
          <a:prstGeom prst="rect">
            <a:avLst/>
          </a:prstGeom>
          <a:solidFill>
            <a:schemeClr val="lt1"/>
          </a:solidFill>
          <a:ln w="22850" cap="flat" cmpd="sng">
            <a:solidFill>
              <a:schemeClr val="dk2"/>
            </a:solidFill>
            <a:prstDash val="solid"/>
            <a:round/>
            <a:headEnd type="none" w="sm" len="sm"/>
            <a:tailEnd type="none" w="sm" len="sm"/>
          </a:ln>
        </p:spPr>
        <p:txBody>
          <a:bodyPr spcFirstLastPara="1" wrap="square" lIns="0" tIns="0" rIns="0" bIns="0" anchor="ctr" anchorCtr="0">
            <a:normAutofit/>
          </a:bodyPr>
          <a:lstStyle>
            <a:lvl1pPr marL="380985" lvl="0" indent="-190492" algn="ctr">
              <a:lnSpc>
                <a:spcPct val="120000"/>
              </a:lnSpc>
              <a:spcBef>
                <a:spcPts val="0"/>
              </a:spcBef>
              <a:spcAft>
                <a:spcPts val="0"/>
              </a:spcAft>
              <a:buSzPts val="2000"/>
              <a:buNone/>
              <a:defRPr b="1">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64" name="Google Shape;364;p32"/>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65" name="Google Shape;365;p32"/>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66" name="Google Shape;366;p32"/>
          <p:cNvSpPr txBox="1">
            <a:spLocks noGrp="1"/>
          </p:cNvSpPr>
          <p:nvPr>
            <p:ph type="body" idx="14"/>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67" name="Google Shape;367;p32"/>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24023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Key figures">
  <p:cSld name="Key figures">
    <p:spTree>
      <p:nvGrpSpPr>
        <p:cNvPr id="1" name="Shape 368"/>
        <p:cNvGrpSpPr/>
        <p:nvPr/>
      </p:nvGrpSpPr>
      <p:grpSpPr>
        <a:xfrm>
          <a:off x="0" y="0"/>
          <a:ext cx="0" cy="0"/>
          <a:chOff x="0" y="0"/>
          <a:chExt cx="0" cy="0"/>
        </a:xfrm>
      </p:grpSpPr>
      <p:sp>
        <p:nvSpPr>
          <p:cNvPr id="369" name="Google Shape;369;p33"/>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70" name="Google Shape;370;p33"/>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71" name="Google Shape;371;p33"/>
          <p:cNvSpPr>
            <a:spLocks noGrp="1"/>
          </p:cNvSpPr>
          <p:nvPr>
            <p:ph type="pic" idx="2"/>
          </p:nvPr>
        </p:nvSpPr>
        <p:spPr>
          <a:xfrm>
            <a:off x="6792000" y="0"/>
            <a:ext cx="5400000" cy="6858000"/>
          </a:xfrm>
          <a:prstGeom prst="rect">
            <a:avLst/>
          </a:prstGeom>
          <a:solidFill>
            <a:srgbClr val="D8D8D8"/>
          </a:solidFill>
          <a:ln>
            <a:noFill/>
          </a:ln>
        </p:spPr>
      </p:sp>
      <p:sp>
        <p:nvSpPr>
          <p:cNvPr id="372" name="Google Shape;372;p33"/>
          <p:cNvSpPr txBox="1">
            <a:spLocks noGrp="1"/>
          </p:cNvSpPr>
          <p:nvPr>
            <p:ph type="body" idx="1"/>
          </p:nvPr>
        </p:nvSpPr>
        <p:spPr>
          <a:xfrm>
            <a:off x="700073" y="3027081"/>
            <a:ext cx="1783000" cy="1255728"/>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73" name="Google Shape;373;p33"/>
          <p:cNvSpPr txBox="1">
            <a:spLocks noGrp="1"/>
          </p:cNvSpPr>
          <p:nvPr>
            <p:ph type="body" idx="3"/>
          </p:nvPr>
        </p:nvSpPr>
        <p:spPr>
          <a:xfrm>
            <a:off x="4311826" y="3048171"/>
            <a:ext cx="1783000" cy="1255728"/>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2000"/>
              <a:buNone/>
              <a:defRPr>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74" name="Google Shape;374;p33"/>
          <p:cNvSpPr txBox="1">
            <a:spLocks noGrp="1"/>
          </p:cNvSpPr>
          <p:nvPr>
            <p:ph type="body" idx="4"/>
          </p:nvPr>
        </p:nvSpPr>
        <p:spPr>
          <a:xfrm>
            <a:off x="4320854" y="5228332"/>
            <a:ext cx="1783000" cy="1255728"/>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2000"/>
              <a:buNone/>
              <a:defRPr>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75" name="Google Shape;375;p33"/>
          <p:cNvSpPr txBox="1">
            <a:spLocks noGrp="1"/>
          </p:cNvSpPr>
          <p:nvPr>
            <p:ph type="body" idx="5"/>
          </p:nvPr>
        </p:nvSpPr>
        <p:spPr>
          <a:xfrm>
            <a:off x="700073" y="5227668"/>
            <a:ext cx="1783000" cy="1255728"/>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2000"/>
              <a:buNone/>
              <a:defRPr>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76" name="Google Shape;376;p33"/>
          <p:cNvSpPr txBox="1">
            <a:spLocks noGrp="1"/>
          </p:cNvSpPr>
          <p:nvPr>
            <p:ph type="body" idx="6"/>
          </p:nvPr>
        </p:nvSpPr>
        <p:spPr>
          <a:xfrm>
            <a:off x="700073" y="2049355"/>
            <a:ext cx="1783000" cy="12001747"/>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7800"/>
              <a:buNone/>
              <a:defRPr sz="5416" b="1">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77" name="Google Shape;377;p33"/>
          <p:cNvSpPr txBox="1">
            <a:spLocks noGrp="1"/>
          </p:cNvSpPr>
          <p:nvPr>
            <p:ph type="body" idx="7"/>
          </p:nvPr>
        </p:nvSpPr>
        <p:spPr>
          <a:xfrm>
            <a:off x="700073" y="4230420"/>
            <a:ext cx="1783000" cy="12001747"/>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7800"/>
              <a:buNone/>
              <a:defRPr sz="5416" b="1">
                <a:solidFill>
                  <a:schemeClr val="lt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78" name="Google Shape;378;p33"/>
          <p:cNvSpPr txBox="1">
            <a:spLocks noGrp="1"/>
          </p:cNvSpPr>
          <p:nvPr>
            <p:ph type="body" idx="8"/>
          </p:nvPr>
        </p:nvSpPr>
        <p:spPr>
          <a:xfrm>
            <a:off x="4311826" y="2035124"/>
            <a:ext cx="1783000" cy="12001747"/>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7800"/>
              <a:buNone/>
              <a:defRPr sz="5416" b="1">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79" name="Google Shape;379;p33"/>
          <p:cNvSpPr txBox="1">
            <a:spLocks noGrp="1"/>
          </p:cNvSpPr>
          <p:nvPr>
            <p:ph type="body" idx="9"/>
          </p:nvPr>
        </p:nvSpPr>
        <p:spPr>
          <a:xfrm>
            <a:off x="4324202" y="4198658"/>
            <a:ext cx="1783000" cy="12001747"/>
          </a:xfrm>
          <a:prstGeom prst="rect">
            <a:avLst/>
          </a:prstGeom>
          <a:noFill/>
          <a:ln>
            <a:noFill/>
          </a:ln>
        </p:spPr>
        <p:txBody>
          <a:bodyPr spcFirstLastPara="1" wrap="square" lIns="0" tIns="0" rIns="0" bIns="0" anchor="t" anchorCtr="0">
            <a:spAutoFit/>
          </a:bodyPr>
          <a:lstStyle>
            <a:lvl1pPr marL="380985" lvl="0" indent="-190492" algn="ctr">
              <a:lnSpc>
                <a:spcPct val="120000"/>
              </a:lnSpc>
              <a:spcBef>
                <a:spcPts val="0"/>
              </a:spcBef>
              <a:spcAft>
                <a:spcPts val="0"/>
              </a:spcAft>
              <a:buSzPts val="7800"/>
              <a:buNone/>
              <a:defRPr sz="5416" b="1">
                <a:solidFill>
                  <a:schemeClr val="dk2"/>
                </a:solidFill>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80" name="Google Shape;380;p33"/>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81" name="Google Shape;381;p33"/>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82" name="Google Shape;382;p33"/>
          <p:cNvSpPr txBox="1">
            <a:spLocks noGrp="1"/>
          </p:cNvSpPr>
          <p:nvPr>
            <p:ph type="body" idx="1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83" name="Google Shape;383;p33"/>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747402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orient="horz" pos="388">
          <p15:clr>
            <a:srgbClr val="FBAE40"/>
          </p15:clr>
        </p15:guide>
        <p15:guide id="3" orient="horz" pos="466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SmartArt">
  <p:cSld name="SmartArt">
    <p:spTree>
      <p:nvGrpSpPr>
        <p:cNvPr id="1" name="Shape 384"/>
        <p:cNvGrpSpPr/>
        <p:nvPr/>
      </p:nvGrpSpPr>
      <p:grpSpPr>
        <a:xfrm>
          <a:off x="0" y="0"/>
          <a:ext cx="0" cy="0"/>
          <a:chOff x="0" y="0"/>
          <a:chExt cx="0" cy="0"/>
        </a:xfrm>
      </p:grpSpPr>
      <p:sp>
        <p:nvSpPr>
          <p:cNvPr id="385" name="Google Shape;385;p34"/>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86" name="Google Shape;386;p34"/>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87" name="Google Shape;387;p34"/>
          <p:cNvSpPr>
            <a:spLocks noGrp="1"/>
          </p:cNvSpPr>
          <p:nvPr>
            <p:ph type="dgm" idx="2"/>
          </p:nvPr>
        </p:nvSpPr>
        <p:spPr>
          <a:xfrm>
            <a:off x="699465" y="1974850"/>
            <a:ext cx="10810000" cy="3103500"/>
          </a:xfrm>
          <a:prstGeom prst="rect">
            <a:avLst/>
          </a:prstGeom>
          <a:noFill/>
          <a:ln>
            <a:noFill/>
          </a:ln>
        </p:spPr>
        <p:txBody>
          <a:bodyPr spcFirstLastPara="1" wrap="square" lIns="0" tIns="0" rIns="0" bIns="0" anchor="t" anchorCtr="0">
            <a:noAutofit/>
          </a:bodyPr>
          <a:lstStyle>
            <a:lvl1pPr marR="0" lvl="0" algn="l" rtl="0">
              <a:lnSpc>
                <a:spcPct val="120000"/>
              </a:lnSpc>
              <a:spcBef>
                <a:spcPts val="0"/>
              </a:spcBef>
              <a:spcAft>
                <a:spcPts val="0"/>
              </a:spcAft>
              <a:buClr>
                <a:schemeClr val="dk1"/>
              </a:buClr>
              <a:buSzPts val="2000"/>
              <a:buFont typeface="Arial"/>
              <a:buNone/>
              <a:defRPr sz="1417" b="0" i="0" u="none" strike="noStrike" cap="none">
                <a:solidFill>
                  <a:schemeClr val="dk1"/>
                </a:solidFill>
                <a:latin typeface="Avenir"/>
                <a:ea typeface="Avenir"/>
                <a:cs typeface="Avenir"/>
                <a:sym typeface="Avenir"/>
              </a:defRPr>
            </a:lvl1pPr>
            <a:lvl2pPr marR="0" lvl="1" algn="l" rtl="0">
              <a:lnSpc>
                <a:spcPct val="120000"/>
              </a:lnSpc>
              <a:spcBef>
                <a:spcPts val="0"/>
              </a:spcBef>
              <a:spcAft>
                <a:spcPts val="0"/>
              </a:spcAft>
              <a:buClr>
                <a:schemeClr val="dk1"/>
              </a:buClr>
              <a:buSzPts val="1700"/>
              <a:buFont typeface="Arial"/>
              <a:buChar char="•"/>
              <a:defRPr sz="1167" b="0" i="0" u="none" strike="noStrike" cap="none">
                <a:solidFill>
                  <a:schemeClr val="dk1"/>
                </a:solidFill>
                <a:latin typeface="Avenir"/>
                <a:ea typeface="Avenir"/>
                <a:cs typeface="Avenir"/>
                <a:sym typeface="Avenir"/>
              </a:defRPr>
            </a:lvl2pPr>
            <a:lvl3pPr marR="0" lvl="2" algn="l" rtl="0">
              <a:lnSpc>
                <a:spcPct val="120000"/>
              </a:lnSpc>
              <a:spcBef>
                <a:spcPts val="0"/>
              </a:spcBef>
              <a:spcAft>
                <a:spcPts val="0"/>
              </a:spcAft>
              <a:buClr>
                <a:schemeClr val="dk1"/>
              </a:buClr>
              <a:buSzPts val="1600"/>
              <a:buFont typeface="Arial"/>
              <a:buChar char="•"/>
              <a:defRPr sz="1083" b="0" i="0" u="none" strike="noStrike" cap="none">
                <a:solidFill>
                  <a:schemeClr val="dk1"/>
                </a:solidFill>
                <a:latin typeface="Avenir"/>
                <a:ea typeface="Avenir"/>
                <a:cs typeface="Avenir"/>
                <a:sym typeface="Avenir"/>
              </a:defRPr>
            </a:lvl3pPr>
            <a:lvl4pPr marR="0" lvl="3"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4pPr>
            <a:lvl5pPr marR="0" lvl="4"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5pPr>
            <a:lvl6pPr marR="0" lvl="5"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6pPr>
            <a:lvl7pPr marR="0" lvl="6"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7pPr>
            <a:lvl8pPr marR="0" lvl="7"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8pPr>
            <a:lvl9pPr marR="0" lvl="8"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9pPr>
          </a:lstStyle>
          <a:p>
            <a:r>
              <a:rPr lang="fr-FR"/>
              <a:t>Cliquez sur l'icône pour ajouter un graphique SmartArt</a:t>
            </a:r>
            <a:endParaRPr/>
          </a:p>
        </p:txBody>
      </p:sp>
      <p:sp>
        <p:nvSpPr>
          <p:cNvPr id="388" name="Google Shape;388;p34"/>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89" name="Google Shape;389;p34"/>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90" name="Google Shape;390;p34"/>
          <p:cNvSpPr txBox="1">
            <a:spLocks noGrp="1"/>
          </p:cNvSpPr>
          <p:nvPr>
            <p:ph type="body" idx="1"/>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91" name="Google Shape;391;p34"/>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105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392"/>
        <p:cNvGrpSpPr/>
        <p:nvPr/>
      </p:nvGrpSpPr>
      <p:grpSpPr>
        <a:xfrm>
          <a:off x="0" y="0"/>
          <a:ext cx="0" cy="0"/>
          <a:chOff x="0" y="0"/>
          <a:chExt cx="0" cy="0"/>
        </a:xfrm>
      </p:grpSpPr>
      <p:sp>
        <p:nvSpPr>
          <p:cNvPr id="393" name="Google Shape;393;p35"/>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94" name="Google Shape;394;p35"/>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395" name="Google Shape;395;p35"/>
          <p:cNvSpPr>
            <a:spLocks noGrp="1"/>
          </p:cNvSpPr>
          <p:nvPr>
            <p:ph type="chart" idx="2"/>
          </p:nvPr>
        </p:nvSpPr>
        <p:spPr>
          <a:xfrm>
            <a:off x="700088" y="1789113"/>
            <a:ext cx="10809250" cy="3746500"/>
          </a:xfrm>
          <a:prstGeom prst="rect">
            <a:avLst/>
          </a:prstGeom>
          <a:noFill/>
          <a:ln>
            <a:noFill/>
          </a:ln>
        </p:spPr>
        <p:txBody>
          <a:bodyPr spcFirstLastPara="1" wrap="square" lIns="0" tIns="0" rIns="0" bIns="0" anchor="t" anchorCtr="0">
            <a:noAutofit/>
          </a:bodyPr>
          <a:lstStyle>
            <a:lvl1pPr marR="0" lvl="0" algn="l" rtl="0">
              <a:lnSpc>
                <a:spcPct val="120000"/>
              </a:lnSpc>
              <a:spcBef>
                <a:spcPts val="0"/>
              </a:spcBef>
              <a:spcAft>
                <a:spcPts val="0"/>
              </a:spcAft>
              <a:buClr>
                <a:schemeClr val="dk1"/>
              </a:buClr>
              <a:buSzPts val="2000"/>
              <a:buFont typeface="Arial"/>
              <a:buNone/>
              <a:defRPr sz="1417" b="0" i="0" u="none" strike="noStrike" cap="none">
                <a:solidFill>
                  <a:schemeClr val="dk1"/>
                </a:solidFill>
                <a:latin typeface="Avenir"/>
                <a:ea typeface="Avenir"/>
                <a:cs typeface="Avenir"/>
                <a:sym typeface="Avenir"/>
              </a:defRPr>
            </a:lvl1pPr>
            <a:lvl2pPr marR="0" lvl="1" algn="l" rtl="0">
              <a:lnSpc>
                <a:spcPct val="120000"/>
              </a:lnSpc>
              <a:spcBef>
                <a:spcPts val="0"/>
              </a:spcBef>
              <a:spcAft>
                <a:spcPts val="0"/>
              </a:spcAft>
              <a:buClr>
                <a:schemeClr val="dk1"/>
              </a:buClr>
              <a:buSzPts val="1700"/>
              <a:buFont typeface="Arial"/>
              <a:buChar char="•"/>
              <a:defRPr sz="1167" b="0" i="0" u="none" strike="noStrike" cap="none">
                <a:solidFill>
                  <a:schemeClr val="dk1"/>
                </a:solidFill>
                <a:latin typeface="Avenir"/>
                <a:ea typeface="Avenir"/>
                <a:cs typeface="Avenir"/>
                <a:sym typeface="Avenir"/>
              </a:defRPr>
            </a:lvl2pPr>
            <a:lvl3pPr marR="0" lvl="2" algn="l" rtl="0">
              <a:lnSpc>
                <a:spcPct val="120000"/>
              </a:lnSpc>
              <a:spcBef>
                <a:spcPts val="0"/>
              </a:spcBef>
              <a:spcAft>
                <a:spcPts val="0"/>
              </a:spcAft>
              <a:buClr>
                <a:schemeClr val="dk1"/>
              </a:buClr>
              <a:buSzPts val="1600"/>
              <a:buFont typeface="Arial"/>
              <a:buChar char="•"/>
              <a:defRPr sz="1083" b="0" i="0" u="none" strike="noStrike" cap="none">
                <a:solidFill>
                  <a:schemeClr val="dk1"/>
                </a:solidFill>
                <a:latin typeface="Avenir"/>
                <a:ea typeface="Avenir"/>
                <a:cs typeface="Avenir"/>
                <a:sym typeface="Avenir"/>
              </a:defRPr>
            </a:lvl3pPr>
            <a:lvl4pPr marR="0" lvl="3"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4pPr>
            <a:lvl5pPr marR="0" lvl="4"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5pPr>
            <a:lvl6pPr marR="0" lvl="5"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6pPr>
            <a:lvl7pPr marR="0" lvl="6"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7pPr>
            <a:lvl8pPr marR="0" lvl="7"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8pPr>
            <a:lvl9pPr marR="0" lvl="8"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9pPr>
          </a:lstStyle>
          <a:p>
            <a:r>
              <a:rPr lang="fr-FR"/>
              <a:t>Cliquez sur l'icône pour ajouter un graphique</a:t>
            </a:r>
            <a:endParaRPr/>
          </a:p>
        </p:txBody>
      </p:sp>
      <p:sp>
        <p:nvSpPr>
          <p:cNvPr id="396" name="Google Shape;396;p35"/>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397" name="Google Shape;397;p35"/>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398" name="Google Shape;398;p35"/>
          <p:cNvSpPr txBox="1">
            <a:spLocks noGrp="1"/>
          </p:cNvSpPr>
          <p:nvPr>
            <p:ph type="body" idx="1"/>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399" name="Google Shape;399;p35"/>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22461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Graph + picture">
  <p:cSld name="Graph + picture">
    <p:spTree>
      <p:nvGrpSpPr>
        <p:cNvPr id="1" name="Shape 400"/>
        <p:cNvGrpSpPr/>
        <p:nvPr/>
      </p:nvGrpSpPr>
      <p:grpSpPr>
        <a:xfrm>
          <a:off x="0" y="0"/>
          <a:ext cx="0" cy="0"/>
          <a:chOff x="0" y="0"/>
          <a:chExt cx="0" cy="0"/>
        </a:xfrm>
      </p:grpSpPr>
      <p:sp>
        <p:nvSpPr>
          <p:cNvPr id="401" name="Google Shape;401;p36"/>
          <p:cNvSpPr/>
          <p:nvPr/>
        </p:nvSpPr>
        <p:spPr>
          <a:xfrm>
            <a:off x="700073" y="1152722"/>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02" name="Google Shape;402;p36"/>
          <p:cNvSpPr/>
          <p:nvPr/>
        </p:nvSpPr>
        <p:spPr>
          <a:xfrm rot="5400000">
            <a:off x="5704863" y="616552"/>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03" name="Google Shape;403;p36"/>
          <p:cNvSpPr>
            <a:spLocks noGrp="1"/>
          </p:cNvSpPr>
          <p:nvPr>
            <p:ph type="chart" idx="2"/>
          </p:nvPr>
        </p:nvSpPr>
        <p:spPr>
          <a:xfrm>
            <a:off x="700089" y="1789113"/>
            <a:ext cx="5396000" cy="3746500"/>
          </a:xfrm>
          <a:prstGeom prst="rect">
            <a:avLst/>
          </a:prstGeom>
          <a:noFill/>
          <a:ln>
            <a:noFill/>
          </a:ln>
        </p:spPr>
        <p:txBody>
          <a:bodyPr spcFirstLastPara="1" wrap="square" lIns="0" tIns="0" rIns="0" bIns="0" anchor="t" anchorCtr="0">
            <a:noAutofit/>
          </a:bodyPr>
          <a:lstStyle>
            <a:lvl1pPr marR="0" lvl="0" algn="l" rtl="0">
              <a:lnSpc>
                <a:spcPct val="120000"/>
              </a:lnSpc>
              <a:spcBef>
                <a:spcPts val="0"/>
              </a:spcBef>
              <a:spcAft>
                <a:spcPts val="0"/>
              </a:spcAft>
              <a:buClr>
                <a:schemeClr val="dk1"/>
              </a:buClr>
              <a:buSzPts val="2000"/>
              <a:buFont typeface="Arial"/>
              <a:buNone/>
              <a:defRPr sz="1417" b="0" i="0" u="none" strike="noStrike" cap="none">
                <a:solidFill>
                  <a:schemeClr val="dk1"/>
                </a:solidFill>
                <a:latin typeface="Avenir"/>
                <a:ea typeface="Avenir"/>
                <a:cs typeface="Avenir"/>
                <a:sym typeface="Avenir"/>
              </a:defRPr>
            </a:lvl1pPr>
            <a:lvl2pPr marR="0" lvl="1" algn="l" rtl="0">
              <a:lnSpc>
                <a:spcPct val="120000"/>
              </a:lnSpc>
              <a:spcBef>
                <a:spcPts val="0"/>
              </a:spcBef>
              <a:spcAft>
                <a:spcPts val="0"/>
              </a:spcAft>
              <a:buClr>
                <a:schemeClr val="dk1"/>
              </a:buClr>
              <a:buSzPts val="1700"/>
              <a:buFont typeface="Arial"/>
              <a:buChar char="•"/>
              <a:defRPr sz="1167" b="0" i="0" u="none" strike="noStrike" cap="none">
                <a:solidFill>
                  <a:schemeClr val="dk1"/>
                </a:solidFill>
                <a:latin typeface="Avenir"/>
                <a:ea typeface="Avenir"/>
                <a:cs typeface="Avenir"/>
                <a:sym typeface="Avenir"/>
              </a:defRPr>
            </a:lvl2pPr>
            <a:lvl3pPr marR="0" lvl="2" algn="l" rtl="0">
              <a:lnSpc>
                <a:spcPct val="120000"/>
              </a:lnSpc>
              <a:spcBef>
                <a:spcPts val="0"/>
              </a:spcBef>
              <a:spcAft>
                <a:spcPts val="0"/>
              </a:spcAft>
              <a:buClr>
                <a:schemeClr val="dk1"/>
              </a:buClr>
              <a:buSzPts val="1600"/>
              <a:buFont typeface="Arial"/>
              <a:buChar char="•"/>
              <a:defRPr sz="1083" b="0" i="0" u="none" strike="noStrike" cap="none">
                <a:solidFill>
                  <a:schemeClr val="dk1"/>
                </a:solidFill>
                <a:latin typeface="Avenir"/>
                <a:ea typeface="Avenir"/>
                <a:cs typeface="Avenir"/>
                <a:sym typeface="Avenir"/>
              </a:defRPr>
            </a:lvl3pPr>
            <a:lvl4pPr marR="0" lvl="3"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4pPr>
            <a:lvl5pPr marR="0" lvl="4" algn="l" rtl="0">
              <a:lnSpc>
                <a:spcPct val="120000"/>
              </a:lnSpc>
              <a:spcBef>
                <a:spcPts val="0"/>
              </a:spcBef>
              <a:spcAft>
                <a:spcPts val="0"/>
              </a:spcAft>
              <a:buClr>
                <a:schemeClr val="dk1"/>
              </a:buClr>
              <a:buSzPts val="1500"/>
              <a:buFont typeface="Arial"/>
              <a:buChar char="•"/>
              <a:defRPr sz="1083" b="0" i="0" u="none" strike="noStrike" cap="none">
                <a:solidFill>
                  <a:schemeClr val="dk1"/>
                </a:solidFill>
                <a:latin typeface="Avenir"/>
                <a:ea typeface="Avenir"/>
                <a:cs typeface="Avenir"/>
                <a:sym typeface="Avenir"/>
              </a:defRPr>
            </a:lvl5pPr>
            <a:lvl6pPr marR="0" lvl="5"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6pPr>
            <a:lvl7pPr marR="0" lvl="6"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7pPr>
            <a:lvl8pPr marR="0" lvl="7"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8pPr>
            <a:lvl9pPr marR="0" lvl="8" algn="l" rtl="0">
              <a:lnSpc>
                <a:spcPct val="90000"/>
              </a:lnSpc>
              <a:spcBef>
                <a:spcPts val="500"/>
              </a:spcBef>
              <a:spcAft>
                <a:spcPts val="0"/>
              </a:spcAft>
              <a:buClr>
                <a:schemeClr val="dk1"/>
              </a:buClr>
              <a:buSzPts val="2200"/>
              <a:buFont typeface="Arial"/>
              <a:buChar char="•"/>
              <a:defRPr sz="1833" b="0" i="0" u="none" strike="noStrike" cap="none">
                <a:solidFill>
                  <a:schemeClr val="dk1"/>
                </a:solidFill>
                <a:latin typeface="Avenir"/>
                <a:ea typeface="Avenir"/>
                <a:cs typeface="Avenir"/>
                <a:sym typeface="Avenir"/>
              </a:defRPr>
            </a:lvl9pPr>
          </a:lstStyle>
          <a:p>
            <a:r>
              <a:rPr lang="fr-FR"/>
              <a:t>Cliquez sur l'icône pour ajouter un graphique</a:t>
            </a:r>
            <a:endParaRPr/>
          </a:p>
        </p:txBody>
      </p:sp>
      <p:sp>
        <p:nvSpPr>
          <p:cNvPr id="404" name="Google Shape;404;p36"/>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405" name="Google Shape;405;p36"/>
          <p:cNvSpPr>
            <a:spLocks noGrp="1"/>
          </p:cNvSpPr>
          <p:nvPr>
            <p:ph type="pic" idx="3"/>
          </p:nvPr>
        </p:nvSpPr>
        <p:spPr>
          <a:xfrm>
            <a:off x="6267450" y="0"/>
            <a:ext cx="5924500" cy="6858000"/>
          </a:xfrm>
          <a:prstGeom prst="rect">
            <a:avLst/>
          </a:prstGeom>
          <a:solidFill>
            <a:srgbClr val="D8D8D8"/>
          </a:solidFill>
          <a:ln>
            <a:noFill/>
          </a:ln>
        </p:spPr>
      </p:sp>
      <p:cxnSp>
        <p:nvCxnSpPr>
          <p:cNvPr id="406" name="Google Shape;406;p36"/>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407" name="Google Shape;407;p36"/>
          <p:cNvSpPr txBox="1">
            <a:spLocks noGrp="1"/>
          </p:cNvSpPr>
          <p:nvPr>
            <p:ph type="body" idx="1"/>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08" name="Google Shape;408;p36"/>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65649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eam">
  <p:cSld name="Team">
    <p:bg>
      <p:bgPr>
        <a:solidFill>
          <a:schemeClr val="lt1"/>
        </a:solidFill>
        <a:effectLst/>
      </p:bgPr>
    </p:bg>
    <p:spTree>
      <p:nvGrpSpPr>
        <p:cNvPr id="1" name="Shape 409"/>
        <p:cNvGrpSpPr/>
        <p:nvPr/>
      </p:nvGrpSpPr>
      <p:grpSpPr>
        <a:xfrm>
          <a:off x="0" y="0"/>
          <a:ext cx="0" cy="0"/>
          <a:chOff x="0" y="0"/>
          <a:chExt cx="0" cy="0"/>
        </a:xfrm>
      </p:grpSpPr>
      <p:sp>
        <p:nvSpPr>
          <p:cNvPr id="410" name="Google Shape;410;p37"/>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11" name="Google Shape;411;p37"/>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12" name="Google Shape;412;p37"/>
          <p:cNvSpPr>
            <a:spLocks noGrp="1"/>
          </p:cNvSpPr>
          <p:nvPr>
            <p:ph type="pic" idx="2"/>
          </p:nvPr>
        </p:nvSpPr>
        <p:spPr>
          <a:xfrm>
            <a:off x="1030605" y="2976795"/>
            <a:ext cx="963250" cy="963250"/>
          </a:xfrm>
          <a:prstGeom prst="rect">
            <a:avLst/>
          </a:prstGeom>
          <a:solidFill>
            <a:srgbClr val="D8D8D8"/>
          </a:solidFill>
          <a:ln>
            <a:noFill/>
          </a:ln>
        </p:spPr>
      </p:sp>
      <p:sp>
        <p:nvSpPr>
          <p:cNvPr id="413" name="Google Shape;413;p37"/>
          <p:cNvSpPr>
            <a:spLocks noGrp="1"/>
          </p:cNvSpPr>
          <p:nvPr>
            <p:ph type="pic" idx="3"/>
          </p:nvPr>
        </p:nvSpPr>
        <p:spPr>
          <a:xfrm>
            <a:off x="3365116" y="1904915"/>
            <a:ext cx="963250" cy="963250"/>
          </a:xfrm>
          <a:prstGeom prst="rect">
            <a:avLst/>
          </a:prstGeom>
          <a:solidFill>
            <a:srgbClr val="D8D8D8"/>
          </a:solidFill>
          <a:ln>
            <a:noFill/>
          </a:ln>
        </p:spPr>
      </p:sp>
      <p:sp>
        <p:nvSpPr>
          <p:cNvPr id="414" name="Google Shape;414;p37"/>
          <p:cNvSpPr>
            <a:spLocks noGrp="1"/>
          </p:cNvSpPr>
          <p:nvPr>
            <p:ph type="pic" idx="4"/>
          </p:nvPr>
        </p:nvSpPr>
        <p:spPr>
          <a:xfrm>
            <a:off x="5069078" y="1904915"/>
            <a:ext cx="963250" cy="963250"/>
          </a:xfrm>
          <a:prstGeom prst="rect">
            <a:avLst/>
          </a:prstGeom>
          <a:solidFill>
            <a:srgbClr val="D8D8D8"/>
          </a:solidFill>
          <a:ln>
            <a:noFill/>
          </a:ln>
        </p:spPr>
      </p:sp>
      <p:sp>
        <p:nvSpPr>
          <p:cNvPr id="415" name="Google Shape;415;p37"/>
          <p:cNvSpPr>
            <a:spLocks noGrp="1"/>
          </p:cNvSpPr>
          <p:nvPr>
            <p:ph type="pic" idx="5"/>
          </p:nvPr>
        </p:nvSpPr>
        <p:spPr>
          <a:xfrm>
            <a:off x="6773040" y="1904915"/>
            <a:ext cx="963250" cy="963250"/>
          </a:xfrm>
          <a:prstGeom prst="rect">
            <a:avLst/>
          </a:prstGeom>
          <a:solidFill>
            <a:srgbClr val="D8D8D8"/>
          </a:solidFill>
          <a:ln>
            <a:noFill/>
          </a:ln>
        </p:spPr>
      </p:sp>
      <p:sp>
        <p:nvSpPr>
          <p:cNvPr id="416" name="Google Shape;416;p37"/>
          <p:cNvSpPr>
            <a:spLocks noGrp="1"/>
          </p:cNvSpPr>
          <p:nvPr>
            <p:ph type="pic" idx="6"/>
          </p:nvPr>
        </p:nvSpPr>
        <p:spPr>
          <a:xfrm>
            <a:off x="8477002" y="1904915"/>
            <a:ext cx="963250" cy="963250"/>
          </a:xfrm>
          <a:prstGeom prst="rect">
            <a:avLst/>
          </a:prstGeom>
          <a:solidFill>
            <a:srgbClr val="D8D8D8"/>
          </a:solidFill>
          <a:ln>
            <a:noFill/>
          </a:ln>
        </p:spPr>
      </p:sp>
      <p:sp>
        <p:nvSpPr>
          <p:cNvPr id="417" name="Google Shape;417;p37"/>
          <p:cNvSpPr>
            <a:spLocks noGrp="1"/>
          </p:cNvSpPr>
          <p:nvPr>
            <p:ph type="pic" idx="7"/>
          </p:nvPr>
        </p:nvSpPr>
        <p:spPr>
          <a:xfrm>
            <a:off x="3366386" y="4048675"/>
            <a:ext cx="963250" cy="963250"/>
          </a:xfrm>
          <a:prstGeom prst="rect">
            <a:avLst/>
          </a:prstGeom>
          <a:solidFill>
            <a:srgbClr val="D8D8D8"/>
          </a:solidFill>
          <a:ln>
            <a:noFill/>
          </a:ln>
        </p:spPr>
      </p:sp>
      <p:sp>
        <p:nvSpPr>
          <p:cNvPr id="418" name="Google Shape;418;p37"/>
          <p:cNvSpPr>
            <a:spLocks noGrp="1"/>
          </p:cNvSpPr>
          <p:nvPr>
            <p:ph type="pic" idx="8"/>
          </p:nvPr>
        </p:nvSpPr>
        <p:spPr>
          <a:xfrm>
            <a:off x="5070348" y="4048675"/>
            <a:ext cx="963250" cy="963250"/>
          </a:xfrm>
          <a:prstGeom prst="rect">
            <a:avLst/>
          </a:prstGeom>
          <a:solidFill>
            <a:srgbClr val="D8D8D8"/>
          </a:solidFill>
          <a:ln>
            <a:noFill/>
          </a:ln>
        </p:spPr>
      </p:sp>
      <p:sp>
        <p:nvSpPr>
          <p:cNvPr id="419" name="Google Shape;419;p37"/>
          <p:cNvSpPr>
            <a:spLocks noGrp="1"/>
          </p:cNvSpPr>
          <p:nvPr>
            <p:ph type="pic" idx="9"/>
          </p:nvPr>
        </p:nvSpPr>
        <p:spPr>
          <a:xfrm>
            <a:off x="6774310" y="4048675"/>
            <a:ext cx="963250" cy="963250"/>
          </a:xfrm>
          <a:prstGeom prst="rect">
            <a:avLst/>
          </a:prstGeom>
          <a:solidFill>
            <a:srgbClr val="D8D8D8"/>
          </a:solidFill>
          <a:ln>
            <a:noFill/>
          </a:ln>
        </p:spPr>
      </p:sp>
      <p:sp>
        <p:nvSpPr>
          <p:cNvPr id="420" name="Google Shape;420;p37"/>
          <p:cNvSpPr>
            <a:spLocks noGrp="1"/>
          </p:cNvSpPr>
          <p:nvPr>
            <p:ph type="pic" idx="13"/>
          </p:nvPr>
        </p:nvSpPr>
        <p:spPr>
          <a:xfrm>
            <a:off x="8478272" y="4048675"/>
            <a:ext cx="963250" cy="963250"/>
          </a:xfrm>
          <a:prstGeom prst="rect">
            <a:avLst/>
          </a:prstGeom>
          <a:solidFill>
            <a:srgbClr val="D8D8D8"/>
          </a:solidFill>
          <a:ln>
            <a:noFill/>
          </a:ln>
        </p:spPr>
      </p:sp>
      <p:sp>
        <p:nvSpPr>
          <p:cNvPr id="421" name="Google Shape;421;p37"/>
          <p:cNvSpPr txBox="1">
            <a:spLocks noGrp="1"/>
          </p:cNvSpPr>
          <p:nvPr>
            <p:ph type="body" idx="1"/>
          </p:nvPr>
        </p:nvSpPr>
        <p:spPr>
          <a:xfrm>
            <a:off x="836501" y="4025731"/>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2" name="Google Shape;422;p37"/>
          <p:cNvSpPr txBox="1">
            <a:spLocks noGrp="1"/>
          </p:cNvSpPr>
          <p:nvPr>
            <p:ph type="body" idx="14"/>
          </p:nvPr>
        </p:nvSpPr>
        <p:spPr>
          <a:xfrm>
            <a:off x="836501" y="4231954"/>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3" name="Google Shape;423;p37"/>
          <p:cNvSpPr txBox="1">
            <a:spLocks noGrp="1"/>
          </p:cNvSpPr>
          <p:nvPr>
            <p:ph type="body" idx="15"/>
          </p:nvPr>
        </p:nvSpPr>
        <p:spPr>
          <a:xfrm>
            <a:off x="3181655" y="2932288"/>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4" name="Google Shape;424;p37"/>
          <p:cNvSpPr txBox="1">
            <a:spLocks noGrp="1"/>
          </p:cNvSpPr>
          <p:nvPr>
            <p:ph type="body" idx="16"/>
          </p:nvPr>
        </p:nvSpPr>
        <p:spPr>
          <a:xfrm>
            <a:off x="3181655" y="3138511"/>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5" name="Google Shape;425;p37"/>
          <p:cNvSpPr txBox="1">
            <a:spLocks noGrp="1"/>
          </p:cNvSpPr>
          <p:nvPr>
            <p:ph type="body" idx="17"/>
          </p:nvPr>
        </p:nvSpPr>
        <p:spPr>
          <a:xfrm>
            <a:off x="4880753" y="2932288"/>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6" name="Google Shape;426;p37"/>
          <p:cNvSpPr txBox="1">
            <a:spLocks noGrp="1"/>
          </p:cNvSpPr>
          <p:nvPr>
            <p:ph type="body" idx="18"/>
          </p:nvPr>
        </p:nvSpPr>
        <p:spPr>
          <a:xfrm>
            <a:off x="4880753" y="3138511"/>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7" name="Google Shape;427;p37"/>
          <p:cNvSpPr txBox="1">
            <a:spLocks noGrp="1"/>
          </p:cNvSpPr>
          <p:nvPr>
            <p:ph type="body" idx="19"/>
          </p:nvPr>
        </p:nvSpPr>
        <p:spPr>
          <a:xfrm>
            <a:off x="6585661" y="2932288"/>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8" name="Google Shape;428;p37"/>
          <p:cNvSpPr txBox="1">
            <a:spLocks noGrp="1"/>
          </p:cNvSpPr>
          <p:nvPr>
            <p:ph type="body" idx="20"/>
          </p:nvPr>
        </p:nvSpPr>
        <p:spPr>
          <a:xfrm>
            <a:off x="6585661" y="3138511"/>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29" name="Google Shape;429;p37"/>
          <p:cNvSpPr txBox="1">
            <a:spLocks noGrp="1"/>
          </p:cNvSpPr>
          <p:nvPr>
            <p:ph type="body" idx="21"/>
          </p:nvPr>
        </p:nvSpPr>
        <p:spPr>
          <a:xfrm>
            <a:off x="8284759" y="2932288"/>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0" name="Google Shape;430;p37"/>
          <p:cNvSpPr txBox="1">
            <a:spLocks noGrp="1"/>
          </p:cNvSpPr>
          <p:nvPr>
            <p:ph type="body" idx="22"/>
          </p:nvPr>
        </p:nvSpPr>
        <p:spPr>
          <a:xfrm>
            <a:off x="8284759" y="3138511"/>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1" name="Google Shape;431;p37"/>
          <p:cNvSpPr txBox="1">
            <a:spLocks noGrp="1"/>
          </p:cNvSpPr>
          <p:nvPr>
            <p:ph type="body" idx="23"/>
          </p:nvPr>
        </p:nvSpPr>
        <p:spPr>
          <a:xfrm>
            <a:off x="3181655" y="5093849"/>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2" name="Google Shape;432;p37"/>
          <p:cNvSpPr txBox="1">
            <a:spLocks noGrp="1"/>
          </p:cNvSpPr>
          <p:nvPr>
            <p:ph type="body" idx="24"/>
          </p:nvPr>
        </p:nvSpPr>
        <p:spPr>
          <a:xfrm>
            <a:off x="3181655" y="5300072"/>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3" name="Google Shape;433;p37"/>
          <p:cNvSpPr txBox="1">
            <a:spLocks noGrp="1"/>
          </p:cNvSpPr>
          <p:nvPr>
            <p:ph type="body" idx="25"/>
          </p:nvPr>
        </p:nvSpPr>
        <p:spPr>
          <a:xfrm>
            <a:off x="4880753" y="5093849"/>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4" name="Google Shape;434;p37"/>
          <p:cNvSpPr txBox="1">
            <a:spLocks noGrp="1"/>
          </p:cNvSpPr>
          <p:nvPr>
            <p:ph type="body" idx="26"/>
          </p:nvPr>
        </p:nvSpPr>
        <p:spPr>
          <a:xfrm>
            <a:off x="4880753" y="5300072"/>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5" name="Google Shape;435;p37"/>
          <p:cNvSpPr txBox="1">
            <a:spLocks noGrp="1"/>
          </p:cNvSpPr>
          <p:nvPr>
            <p:ph type="body" idx="27"/>
          </p:nvPr>
        </p:nvSpPr>
        <p:spPr>
          <a:xfrm>
            <a:off x="6585661" y="5093849"/>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6" name="Google Shape;436;p37"/>
          <p:cNvSpPr txBox="1">
            <a:spLocks noGrp="1"/>
          </p:cNvSpPr>
          <p:nvPr>
            <p:ph type="body" idx="28"/>
          </p:nvPr>
        </p:nvSpPr>
        <p:spPr>
          <a:xfrm>
            <a:off x="6585661" y="5300072"/>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7" name="Google Shape;437;p37"/>
          <p:cNvSpPr txBox="1">
            <a:spLocks noGrp="1"/>
          </p:cNvSpPr>
          <p:nvPr>
            <p:ph type="body" idx="29"/>
          </p:nvPr>
        </p:nvSpPr>
        <p:spPr>
          <a:xfrm>
            <a:off x="8284759" y="5093849"/>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solidFill>
                  <a:schemeClr val="dk2"/>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8" name="Google Shape;438;p37"/>
          <p:cNvSpPr txBox="1">
            <a:spLocks noGrp="1"/>
          </p:cNvSpPr>
          <p:nvPr>
            <p:ph type="body" idx="30"/>
          </p:nvPr>
        </p:nvSpPr>
        <p:spPr>
          <a:xfrm>
            <a:off x="8284759" y="5300072"/>
            <a:ext cx="1349000" cy="790216"/>
          </a:xfrm>
          <a:prstGeom prst="rect">
            <a:avLst/>
          </a:prstGeom>
          <a:noFill/>
          <a:ln>
            <a:noFill/>
          </a:ln>
        </p:spPr>
        <p:txBody>
          <a:bodyPr spcFirstLastPara="1" wrap="square" lIns="0" tIns="0" rIns="0" bIns="0" anchor="t" anchorCtr="0">
            <a:spAutoFit/>
          </a:bodyPr>
          <a:lstStyle>
            <a:lvl1pPr marL="380985" lvl="0" indent="-190492" algn="ctr">
              <a:lnSpc>
                <a:spcPct val="110000"/>
              </a:lnSpc>
              <a:spcBef>
                <a:spcPts val="0"/>
              </a:spcBef>
              <a:spcAft>
                <a:spcPts val="0"/>
              </a:spcAft>
              <a:buSzPts val="1700"/>
              <a:buNone/>
              <a:defRPr sz="1167">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39" name="Google Shape;439;p37"/>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cxnSp>
        <p:nvCxnSpPr>
          <p:cNvPr id="440" name="Google Shape;440;p37"/>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441" name="Google Shape;441;p37"/>
          <p:cNvSpPr txBox="1">
            <a:spLocks noGrp="1"/>
          </p:cNvSpPr>
          <p:nvPr>
            <p:ph type="body" idx="31"/>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42" name="Google Shape;442;p37"/>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79460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ext + wallpaper">
  <p:cSld name="Text + wallpaper">
    <p:bg>
      <p:bgPr>
        <a:blipFill>
          <a:blip r:embed="rId2">
            <a:alphaModFix/>
          </a:blip>
          <a:stretch>
            <a:fillRect/>
          </a:stretch>
        </a:blipFill>
        <a:effectLst/>
      </p:bgPr>
    </p:bg>
    <p:spTree>
      <p:nvGrpSpPr>
        <p:cNvPr id="1" name="Shape 443"/>
        <p:cNvGrpSpPr/>
        <p:nvPr/>
      </p:nvGrpSpPr>
      <p:grpSpPr>
        <a:xfrm>
          <a:off x="0" y="0"/>
          <a:ext cx="0" cy="0"/>
          <a:chOff x="0" y="0"/>
          <a:chExt cx="0" cy="0"/>
        </a:xfrm>
      </p:grpSpPr>
      <p:sp>
        <p:nvSpPr>
          <p:cNvPr id="444" name="Google Shape;444;p38"/>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45" name="Google Shape;445;p38"/>
          <p:cNvSpPr txBox="1">
            <a:spLocks noGrp="1"/>
          </p:cNvSpPr>
          <p:nvPr>
            <p:ph type="body" idx="1"/>
          </p:nvPr>
        </p:nvSpPr>
        <p:spPr>
          <a:xfrm>
            <a:off x="700073" y="1589148"/>
            <a:ext cx="4697250" cy="6278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46" name="Google Shape;446;p38"/>
          <p:cNvSpPr txBox="1">
            <a:spLocks noGrp="1"/>
          </p:cNvSpPr>
          <p:nvPr>
            <p:ph type="body" idx="2"/>
          </p:nvPr>
        </p:nvSpPr>
        <p:spPr>
          <a:xfrm>
            <a:off x="700073" y="2369002"/>
            <a:ext cx="4697250" cy="627864"/>
          </a:xfrm>
          <a:prstGeom prst="rect">
            <a:avLst/>
          </a:prstGeom>
          <a:noFill/>
          <a:ln>
            <a:noFill/>
          </a:ln>
        </p:spPr>
        <p:txBody>
          <a:bodyPr spcFirstLastPara="1" wrap="square" lIns="0" tIns="0" rIns="0" bIns="0" anchor="t" anchorCtr="0">
            <a:spAutoFit/>
          </a:bodyPr>
          <a:lstStyle>
            <a:lvl1pPr marL="380985" lvl="0" indent="-328070" algn="l">
              <a:lnSpc>
                <a:spcPct val="120000"/>
              </a:lnSpc>
              <a:spcBef>
                <a:spcPts val="0"/>
              </a:spcBef>
              <a:spcAft>
                <a:spcPts val="0"/>
              </a:spcAft>
              <a:buSzPts val="2600"/>
              <a:buChar cha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47" name="Google Shape;447;p38"/>
          <p:cNvSpPr/>
          <p:nvPr/>
        </p:nvSpPr>
        <p:spPr>
          <a:xfrm>
            <a:off x="700073" y="1152721"/>
            <a:ext cx="529000" cy="142250"/>
          </a:xfrm>
          <a:prstGeom prst="roundRect">
            <a:avLst>
              <a:gd name="adj" fmla="val 50000"/>
            </a:avLst>
          </a:prstGeom>
          <a:solidFill>
            <a:schemeClr val="lt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48" name="Google Shape;448;p38"/>
          <p:cNvSpPr txBox="1">
            <a:spLocks noGrp="1"/>
          </p:cNvSpPr>
          <p:nvPr>
            <p:ph type="title"/>
          </p:nvPr>
        </p:nvSpPr>
        <p:spPr>
          <a:xfrm>
            <a:off x="700073" y="522166"/>
            <a:ext cx="10810000" cy="584775"/>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chemeClr val="dk1"/>
              </a:buClr>
              <a:buSzPts val="3800"/>
              <a:buFont typeface="Avenir"/>
              <a:buNone/>
              <a:defRPr/>
            </a:lvl1pPr>
            <a:lvl2pPr lvl="1">
              <a:spcBef>
                <a:spcPts val="0"/>
              </a:spcBef>
              <a:spcAft>
                <a:spcPts val="0"/>
              </a:spcAft>
              <a:buSzPts val="1700"/>
              <a:buNone/>
              <a:defRPr/>
            </a:lvl2pPr>
            <a:lvl3pPr lvl="2">
              <a:spcBef>
                <a:spcPts val="0"/>
              </a:spcBef>
              <a:spcAft>
                <a:spcPts val="0"/>
              </a:spcAft>
              <a:buSzPts val="1700"/>
              <a:buNone/>
              <a:defRPr/>
            </a:lvl3pPr>
            <a:lvl4pPr lvl="3">
              <a:spcBef>
                <a:spcPts val="0"/>
              </a:spcBef>
              <a:spcAft>
                <a:spcPts val="0"/>
              </a:spcAft>
              <a:buSzPts val="1700"/>
              <a:buNone/>
              <a:defRPr/>
            </a:lvl4pPr>
            <a:lvl5pPr lvl="4">
              <a:spcBef>
                <a:spcPts val="0"/>
              </a:spcBef>
              <a:spcAft>
                <a:spcPts val="0"/>
              </a:spcAft>
              <a:buSzPts val="1700"/>
              <a:buNone/>
              <a:defRPr/>
            </a:lvl5pPr>
            <a:lvl6pPr lvl="5">
              <a:spcBef>
                <a:spcPts val="0"/>
              </a:spcBef>
              <a:spcAft>
                <a:spcPts val="0"/>
              </a:spcAft>
              <a:buSzPts val="1700"/>
              <a:buNone/>
              <a:defRPr/>
            </a:lvl6pPr>
            <a:lvl7pPr lvl="6">
              <a:spcBef>
                <a:spcPts val="0"/>
              </a:spcBef>
              <a:spcAft>
                <a:spcPts val="0"/>
              </a:spcAft>
              <a:buSzPts val="1700"/>
              <a:buNone/>
              <a:defRPr/>
            </a:lvl7pPr>
            <a:lvl8pPr lvl="7">
              <a:spcBef>
                <a:spcPts val="0"/>
              </a:spcBef>
              <a:spcAft>
                <a:spcPts val="0"/>
              </a:spcAft>
              <a:buSzPts val="1700"/>
              <a:buNone/>
              <a:defRPr/>
            </a:lvl8pPr>
            <a:lvl9pPr lvl="8">
              <a:spcBef>
                <a:spcPts val="0"/>
              </a:spcBef>
              <a:spcAft>
                <a:spcPts val="0"/>
              </a:spcAft>
              <a:buSzPts val="1700"/>
              <a:buNone/>
              <a:defRPr/>
            </a:lvl9pPr>
          </a:lstStyle>
          <a:p>
            <a:r>
              <a:rPr lang="fr-FR"/>
              <a:t>Modifiez le style du titre</a:t>
            </a:r>
            <a:endParaRPr/>
          </a:p>
        </p:txBody>
      </p:sp>
      <p:sp>
        <p:nvSpPr>
          <p:cNvPr id="449" name="Google Shape;449;p38"/>
          <p:cNvSpPr txBox="1">
            <a:spLocks noGrp="1"/>
          </p:cNvSpPr>
          <p:nvPr>
            <p:ph type="body" idx="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50" name="Google Shape;450;p38"/>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105605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Quote + wallpaper">
  <p:cSld name="Quote + wallpaper">
    <p:bg>
      <p:bgPr>
        <a:blipFill>
          <a:blip r:embed="rId2">
            <a:alphaModFix/>
          </a:blip>
          <a:stretch>
            <a:fillRect/>
          </a:stretch>
        </a:blipFill>
        <a:effectLst/>
      </p:bgPr>
    </p:bg>
    <p:spTree>
      <p:nvGrpSpPr>
        <p:cNvPr id="1" name="Shape 451"/>
        <p:cNvGrpSpPr/>
        <p:nvPr/>
      </p:nvGrpSpPr>
      <p:grpSpPr>
        <a:xfrm>
          <a:off x="0" y="0"/>
          <a:ext cx="0" cy="0"/>
          <a:chOff x="0" y="0"/>
          <a:chExt cx="0" cy="0"/>
        </a:xfrm>
      </p:grpSpPr>
      <p:sp>
        <p:nvSpPr>
          <p:cNvPr id="452" name="Google Shape;452;p39"/>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53" name="Google Shape;453;p39"/>
          <p:cNvSpPr/>
          <p:nvPr/>
        </p:nvSpPr>
        <p:spPr>
          <a:xfrm>
            <a:off x="1635046" y="1259840"/>
            <a:ext cx="8922000" cy="3820250"/>
          </a:xfrm>
          <a:prstGeom prst="roundRect">
            <a:avLst>
              <a:gd name="adj" fmla="val 50000"/>
            </a:avLst>
          </a:prstGeom>
          <a:solidFill>
            <a:schemeClr val="lt1">
              <a:alpha val="60000"/>
            </a:schemeClr>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54" name="Google Shape;454;p39"/>
          <p:cNvSpPr txBox="1">
            <a:spLocks noGrp="1"/>
          </p:cNvSpPr>
          <p:nvPr>
            <p:ph type="body" idx="1"/>
          </p:nvPr>
        </p:nvSpPr>
        <p:spPr>
          <a:xfrm>
            <a:off x="2803739" y="2723627"/>
            <a:ext cx="6584500" cy="892680"/>
          </a:xfrm>
          <a:prstGeom prst="rect">
            <a:avLst/>
          </a:prstGeom>
          <a:noFill/>
          <a:ln>
            <a:noFill/>
          </a:ln>
        </p:spPr>
        <p:txBody>
          <a:bodyPr spcFirstLastPara="1" wrap="square" lIns="0" tIns="0" rIns="0" bIns="0" anchor="ctr" anchorCtr="0">
            <a:spAutoFit/>
          </a:bodyPr>
          <a:lstStyle>
            <a:lvl1pPr marL="380985" lvl="0" indent="-190492" algn="ctr">
              <a:lnSpc>
                <a:spcPct val="120000"/>
              </a:lnSpc>
              <a:spcBef>
                <a:spcPts val="0"/>
              </a:spcBef>
              <a:spcAft>
                <a:spcPts val="0"/>
              </a:spcAft>
              <a:buSzPts val="3500"/>
              <a:buNone/>
              <a:defRPr sz="2417">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grpSp>
        <p:nvGrpSpPr>
          <p:cNvPr id="455" name="Google Shape;455;p39"/>
          <p:cNvGrpSpPr/>
          <p:nvPr/>
        </p:nvGrpSpPr>
        <p:grpSpPr>
          <a:xfrm>
            <a:off x="2428875" y="1823720"/>
            <a:ext cx="7334220" cy="2692260"/>
            <a:chOff x="2494915" y="1823720"/>
            <a:chExt cx="7334220" cy="2692260"/>
          </a:xfrm>
        </p:grpSpPr>
        <p:grpSp>
          <p:nvGrpSpPr>
            <p:cNvPr id="456" name="Google Shape;456;p39"/>
            <p:cNvGrpSpPr/>
            <p:nvPr/>
          </p:nvGrpSpPr>
          <p:grpSpPr>
            <a:xfrm>
              <a:off x="2494915" y="1823720"/>
              <a:ext cx="212060" cy="345300"/>
              <a:chOff x="3140710" y="1845310"/>
              <a:chExt cx="212060" cy="345300"/>
            </a:xfrm>
          </p:grpSpPr>
          <p:sp>
            <p:nvSpPr>
              <p:cNvPr id="457" name="Google Shape;457;p39"/>
              <p:cNvSpPr/>
              <p:nvPr/>
            </p:nvSpPr>
            <p:spPr>
              <a:xfrm>
                <a:off x="3140710"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58" name="Google Shape;458;p39"/>
              <p:cNvSpPr/>
              <p:nvPr/>
            </p:nvSpPr>
            <p:spPr>
              <a:xfrm>
                <a:off x="3265170"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grpSp>
        <p:grpSp>
          <p:nvGrpSpPr>
            <p:cNvPr id="459" name="Google Shape;459;p39"/>
            <p:cNvGrpSpPr/>
            <p:nvPr/>
          </p:nvGrpSpPr>
          <p:grpSpPr>
            <a:xfrm>
              <a:off x="9617075" y="4170680"/>
              <a:ext cx="212060" cy="345300"/>
              <a:chOff x="3140710" y="1845310"/>
              <a:chExt cx="212060" cy="345300"/>
            </a:xfrm>
          </p:grpSpPr>
          <p:sp>
            <p:nvSpPr>
              <p:cNvPr id="460" name="Google Shape;460;p39"/>
              <p:cNvSpPr/>
              <p:nvPr/>
            </p:nvSpPr>
            <p:spPr>
              <a:xfrm>
                <a:off x="3140710"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61" name="Google Shape;461;p39"/>
              <p:cNvSpPr/>
              <p:nvPr/>
            </p:nvSpPr>
            <p:spPr>
              <a:xfrm>
                <a:off x="3265170"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grpSp>
      </p:grpSp>
      <p:sp>
        <p:nvSpPr>
          <p:cNvPr id="462" name="Google Shape;462;p39"/>
          <p:cNvSpPr txBox="1">
            <a:spLocks noGrp="1"/>
          </p:cNvSpPr>
          <p:nvPr>
            <p:ph type="body" idx="2"/>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63" name="Google Shape;463;p39"/>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42124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388">
          <p15:clr>
            <a:srgbClr val="FBAE40"/>
          </p15:clr>
        </p15:guide>
        <p15:guide id="4" orient="horz" pos="466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Quote + portrait">
  <p:cSld name="Quote + portrait">
    <p:bg>
      <p:bgPr>
        <a:solidFill>
          <a:schemeClr val="lt1"/>
        </a:solidFill>
        <a:effectLst/>
      </p:bgPr>
    </p:bg>
    <p:spTree>
      <p:nvGrpSpPr>
        <p:cNvPr id="1" name="Shape 464"/>
        <p:cNvGrpSpPr/>
        <p:nvPr/>
      </p:nvGrpSpPr>
      <p:grpSpPr>
        <a:xfrm>
          <a:off x="0" y="0"/>
          <a:ext cx="0" cy="0"/>
          <a:chOff x="0" y="0"/>
          <a:chExt cx="0" cy="0"/>
        </a:xfrm>
      </p:grpSpPr>
      <p:sp>
        <p:nvSpPr>
          <p:cNvPr id="465" name="Google Shape;465;p40"/>
          <p:cNvSpPr/>
          <p:nvPr/>
        </p:nvSpPr>
        <p:spPr>
          <a:xfrm rot="5400000">
            <a:off x="5704863" y="616551"/>
            <a:ext cx="380750" cy="11790500"/>
          </a:xfrm>
          <a:prstGeom prst="round2SameRect">
            <a:avLst>
              <a:gd name="adj1" fmla="val 50000"/>
              <a:gd name="adj2" fmla="val 0"/>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66" name="Google Shape;466;p40"/>
          <p:cNvSpPr>
            <a:spLocks noGrp="1"/>
          </p:cNvSpPr>
          <p:nvPr>
            <p:ph type="pic" idx="2"/>
          </p:nvPr>
        </p:nvSpPr>
        <p:spPr>
          <a:xfrm>
            <a:off x="921823" y="745423"/>
            <a:ext cx="3417500" cy="4830500"/>
          </a:xfrm>
          <a:prstGeom prst="rect">
            <a:avLst/>
          </a:prstGeom>
          <a:solidFill>
            <a:srgbClr val="F2F2F2"/>
          </a:solidFill>
          <a:ln>
            <a:noFill/>
          </a:ln>
        </p:spPr>
      </p:sp>
      <p:grpSp>
        <p:nvGrpSpPr>
          <p:cNvPr id="467" name="Google Shape;467;p40"/>
          <p:cNvGrpSpPr/>
          <p:nvPr/>
        </p:nvGrpSpPr>
        <p:grpSpPr>
          <a:xfrm>
            <a:off x="4724969" y="1332547"/>
            <a:ext cx="6545178" cy="3656190"/>
            <a:chOff x="4908419" y="1378267"/>
            <a:chExt cx="6545178" cy="3656190"/>
          </a:xfrm>
        </p:grpSpPr>
        <p:grpSp>
          <p:nvGrpSpPr>
            <p:cNvPr id="468" name="Google Shape;468;p40"/>
            <p:cNvGrpSpPr/>
            <p:nvPr/>
          </p:nvGrpSpPr>
          <p:grpSpPr>
            <a:xfrm>
              <a:off x="4908419" y="1378267"/>
              <a:ext cx="212060" cy="345300"/>
              <a:chOff x="2340610" y="1845310"/>
              <a:chExt cx="212060" cy="345300"/>
            </a:xfrm>
          </p:grpSpPr>
          <p:sp>
            <p:nvSpPr>
              <p:cNvPr id="469" name="Google Shape;469;p40"/>
              <p:cNvSpPr/>
              <p:nvPr/>
            </p:nvSpPr>
            <p:spPr>
              <a:xfrm>
                <a:off x="2340610"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70" name="Google Shape;470;p40"/>
              <p:cNvSpPr/>
              <p:nvPr/>
            </p:nvSpPr>
            <p:spPr>
              <a:xfrm>
                <a:off x="2465070"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grpSp>
        <p:grpSp>
          <p:nvGrpSpPr>
            <p:cNvPr id="471" name="Google Shape;471;p40"/>
            <p:cNvGrpSpPr/>
            <p:nvPr/>
          </p:nvGrpSpPr>
          <p:grpSpPr>
            <a:xfrm>
              <a:off x="11241537" y="4689157"/>
              <a:ext cx="212060" cy="345300"/>
              <a:chOff x="-42545" y="1845310"/>
              <a:chExt cx="212060" cy="345300"/>
            </a:xfrm>
          </p:grpSpPr>
          <p:sp>
            <p:nvSpPr>
              <p:cNvPr id="472" name="Google Shape;472;p40"/>
              <p:cNvSpPr/>
              <p:nvPr/>
            </p:nvSpPr>
            <p:spPr>
              <a:xfrm>
                <a:off x="-42545"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sp>
            <p:nvSpPr>
              <p:cNvPr id="473" name="Google Shape;473;p40"/>
              <p:cNvSpPr/>
              <p:nvPr/>
            </p:nvSpPr>
            <p:spPr>
              <a:xfrm>
                <a:off x="81915" y="1845310"/>
                <a:ext cx="87600" cy="345300"/>
              </a:xfrm>
              <a:prstGeom prst="roundRect">
                <a:avLst>
                  <a:gd name="adj" fmla="val 50000"/>
                </a:avLst>
              </a:prstGeom>
              <a:solidFill>
                <a:schemeClr val="lt2"/>
              </a:solidFill>
              <a:ln>
                <a:noFill/>
              </a:ln>
            </p:spPr>
            <p:txBody>
              <a:bodyPr spcFirstLastPara="1" wrap="square" lIns="109700" tIns="54850" rIns="109700" bIns="54850"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grpSp>
      </p:grpSp>
      <p:sp>
        <p:nvSpPr>
          <p:cNvPr id="474" name="Google Shape;474;p40"/>
          <p:cNvSpPr txBox="1">
            <a:spLocks noGrp="1"/>
          </p:cNvSpPr>
          <p:nvPr>
            <p:ph type="body" idx="1"/>
          </p:nvPr>
        </p:nvSpPr>
        <p:spPr>
          <a:xfrm>
            <a:off x="5315717" y="2714367"/>
            <a:ext cx="5276000" cy="892680"/>
          </a:xfrm>
          <a:prstGeom prst="rect">
            <a:avLst/>
          </a:prstGeom>
          <a:noFill/>
          <a:ln>
            <a:noFill/>
          </a:ln>
        </p:spPr>
        <p:txBody>
          <a:bodyPr spcFirstLastPara="1" wrap="square" lIns="0" tIns="0" rIns="0" bIns="0" anchor="ctr" anchorCtr="0">
            <a:spAutoFit/>
          </a:bodyPr>
          <a:lstStyle>
            <a:lvl1pPr marL="380985" lvl="0" indent="-190492" algn="ctr">
              <a:lnSpc>
                <a:spcPct val="120000"/>
              </a:lnSpc>
              <a:spcBef>
                <a:spcPts val="0"/>
              </a:spcBef>
              <a:spcAft>
                <a:spcPts val="0"/>
              </a:spcAft>
              <a:buSzPts val="3500"/>
              <a:buNone/>
              <a:defRPr sz="2417">
                <a:solidFill>
                  <a:schemeClr val="dk1"/>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cxnSp>
        <p:nvCxnSpPr>
          <p:cNvPr id="475" name="Google Shape;475;p40"/>
          <p:cNvCxnSpPr/>
          <p:nvPr/>
        </p:nvCxnSpPr>
        <p:spPr>
          <a:xfrm>
            <a:off x="-12000" y="14288"/>
            <a:ext cx="12204000" cy="0"/>
          </a:xfrm>
          <a:prstGeom prst="straightConnector1">
            <a:avLst/>
          </a:prstGeom>
          <a:noFill/>
          <a:ln w="45725" cap="rnd" cmpd="sng">
            <a:solidFill>
              <a:schemeClr val="lt2"/>
            </a:solidFill>
            <a:prstDash val="solid"/>
            <a:round/>
            <a:headEnd type="none" w="sm" len="sm"/>
            <a:tailEnd type="none" w="sm" len="sm"/>
          </a:ln>
        </p:spPr>
      </p:cxnSp>
      <p:sp>
        <p:nvSpPr>
          <p:cNvPr id="476" name="Google Shape;476;p40"/>
          <p:cNvSpPr txBox="1">
            <a:spLocks noGrp="1"/>
          </p:cNvSpPr>
          <p:nvPr>
            <p:ph type="body" idx="3"/>
          </p:nvPr>
        </p:nvSpPr>
        <p:spPr>
          <a:xfrm>
            <a:off x="695325" y="6378489"/>
            <a:ext cx="5400750" cy="266750"/>
          </a:xfrm>
          <a:prstGeom prst="rect">
            <a:avLst/>
          </a:prstGeom>
          <a:noFill/>
          <a:ln>
            <a:noFill/>
          </a:ln>
        </p:spPr>
        <p:txBody>
          <a:bodyPr spcFirstLastPara="1" wrap="square" lIns="0" tIns="0" rIns="0" bIns="0" anchor="ctr" anchorCtr="0">
            <a:normAutofit/>
          </a:bodyPr>
          <a:lstStyle>
            <a:lvl1pPr marL="380985" lvl="0" indent="-190492" algn="l">
              <a:lnSpc>
                <a:spcPct val="120000"/>
              </a:lnSpc>
              <a:spcBef>
                <a:spcPts val="0"/>
              </a:spcBef>
              <a:spcAft>
                <a:spcPts val="0"/>
              </a:spcAft>
              <a:buSzPts val="1600"/>
              <a:buNone/>
              <a:defRPr sz="1083">
                <a:solidFill>
                  <a:srgbClr val="7F7F7F"/>
                </a:solidFill>
                <a:latin typeface="Avenir"/>
                <a:ea typeface="Avenir"/>
                <a:cs typeface="Avenir"/>
                <a:sym typeface="Avenir"/>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
        <p:nvSpPr>
          <p:cNvPr id="477" name="Google Shape;477;p40"/>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lvl="0" indent="0" algn="l">
              <a:spcBef>
                <a:spcPts val="0"/>
              </a:spcBef>
              <a:buNone/>
              <a:defRPr sz="1083">
                <a:solidFill>
                  <a:srgbClr val="888888"/>
                </a:solidFill>
                <a:latin typeface="Avenir"/>
                <a:ea typeface="Avenir"/>
                <a:cs typeface="Avenir"/>
                <a:sym typeface="Avenir"/>
              </a:defRPr>
            </a:lvl1pPr>
            <a:lvl2pPr marL="0" lvl="1" indent="0" algn="l">
              <a:spcBef>
                <a:spcPts val="0"/>
              </a:spcBef>
              <a:buNone/>
              <a:defRPr sz="1083">
                <a:solidFill>
                  <a:srgbClr val="888888"/>
                </a:solidFill>
                <a:latin typeface="Avenir"/>
                <a:ea typeface="Avenir"/>
                <a:cs typeface="Avenir"/>
                <a:sym typeface="Avenir"/>
              </a:defRPr>
            </a:lvl2pPr>
            <a:lvl3pPr marL="0" lvl="2" indent="0" algn="l">
              <a:spcBef>
                <a:spcPts val="0"/>
              </a:spcBef>
              <a:buNone/>
              <a:defRPr sz="1083">
                <a:solidFill>
                  <a:srgbClr val="888888"/>
                </a:solidFill>
                <a:latin typeface="Avenir"/>
                <a:ea typeface="Avenir"/>
                <a:cs typeface="Avenir"/>
                <a:sym typeface="Avenir"/>
              </a:defRPr>
            </a:lvl3pPr>
            <a:lvl4pPr marL="0" lvl="3" indent="0" algn="l">
              <a:spcBef>
                <a:spcPts val="0"/>
              </a:spcBef>
              <a:buNone/>
              <a:defRPr sz="1083">
                <a:solidFill>
                  <a:srgbClr val="888888"/>
                </a:solidFill>
                <a:latin typeface="Avenir"/>
                <a:ea typeface="Avenir"/>
                <a:cs typeface="Avenir"/>
                <a:sym typeface="Avenir"/>
              </a:defRPr>
            </a:lvl4pPr>
            <a:lvl5pPr marL="0" lvl="4" indent="0" algn="l">
              <a:spcBef>
                <a:spcPts val="0"/>
              </a:spcBef>
              <a:buNone/>
              <a:defRPr sz="1083">
                <a:solidFill>
                  <a:srgbClr val="888888"/>
                </a:solidFill>
                <a:latin typeface="Avenir"/>
                <a:ea typeface="Avenir"/>
                <a:cs typeface="Avenir"/>
                <a:sym typeface="Avenir"/>
              </a:defRPr>
            </a:lvl5pPr>
            <a:lvl6pPr marL="0" lvl="5" indent="0" algn="l">
              <a:spcBef>
                <a:spcPts val="0"/>
              </a:spcBef>
              <a:buNone/>
              <a:defRPr sz="1083">
                <a:solidFill>
                  <a:srgbClr val="888888"/>
                </a:solidFill>
                <a:latin typeface="Avenir"/>
                <a:ea typeface="Avenir"/>
                <a:cs typeface="Avenir"/>
                <a:sym typeface="Avenir"/>
              </a:defRPr>
            </a:lvl6pPr>
            <a:lvl7pPr marL="0" lvl="6" indent="0" algn="l">
              <a:spcBef>
                <a:spcPts val="0"/>
              </a:spcBef>
              <a:buNone/>
              <a:defRPr sz="1083">
                <a:solidFill>
                  <a:srgbClr val="888888"/>
                </a:solidFill>
                <a:latin typeface="Avenir"/>
                <a:ea typeface="Avenir"/>
                <a:cs typeface="Avenir"/>
                <a:sym typeface="Avenir"/>
              </a:defRPr>
            </a:lvl7pPr>
            <a:lvl8pPr marL="0" lvl="7" indent="0" algn="l">
              <a:spcBef>
                <a:spcPts val="0"/>
              </a:spcBef>
              <a:buNone/>
              <a:defRPr sz="1083">
                <a:solidFill>
                  <a:srgbClr val="888888"/>
                </a:solidFill>
                <a:latin typeface="Avenir"/>
                <a:ea typeface="Avenir"/>
                <a:cs typeface="Avenir"/>
                <a:sym typeface="Avenir"/>
              </a:defRPr>
            </a:lvl8pPr>
            <a:lvl9pPr marL="0" lvl="8" indent="0" algn="l">
              <a:spcBef>
                <a:spcPts val="0"/>
              </a:spcBef>
              <a:buNone/>
              <a:defRPr sz="1083">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24016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extLst>
    <p:ext uri="{DCECCB84-F9BA-43D5-87BE-67443E8EF086}">
      <p15:sldGuideLst xmlns:p15="http://schemas.microsoft.com/office/powerpoint/2012/main">
        <p15:guide id="1" pos="526">
          <p15:clr>
            <a:srgbClr val="FBAE40"/>
          </p15:clr>
        </p15:guide>
        <p15:guide id="2" pos="8690">
          <p15:clr>
            <a:srgbClr val="FBAE40"/>
          </p15:clr>
        </p15:guide>
        <p15:guide id="3" orient="horz" pos="4661">
          <p15:clr>
            <a:srgbClr val="FBAE40"/>
          </p15:clr>
        </p15:guide>
        <p15:guide id="4" orient="horz" pos="388">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hank you">
  <p:cSld name="Thank you">
    <p:spTree>
      <p:nvGrpSpPr>
        <p:cNvPr id="1" name="Shape 478"/>
        <p:cNvGrpSpPr/>
        <p:nvPr/>
      </p:nvGrpSpPr>
      <p:grpSpPr>
        <a:xfrm>
          <a:off x="0" y="0"/>
          <a:ext cx="0" cy="0"/>
          <a:chOff x="0" y="0"/>
          <a:chExt cx="0" cy="0"/>
        </a:xfrm>
      </p:grpSpPr>
      <p:pic>
        <p:nvPicPr>
          <p:cNvPr id="479" name="Google Shape;479;p41" descr="Une image contenant Police, logo, Graphique, symbole&#10;&#10;Description générée automatiquement"/>
          <p:cNvPicPr preferRelativeResize="0"/>
          <p:nvPr/>
        </p:nvPicPr>
        <p:blipFill rotWithShape="1">
          <a:blip r:embed="rId2">
            <a:alphaModFix/>
          </a:blip>
          <a:srcRect/>
          <a:stretch/>
        </p:blipFill>
        <p:spPr>
          <a:xfrm>
            <a:off x="2230846" y="1279955"/>
            <a:ext cx="7760492" cy="3880246"/>
          </a:xfrm>
          <a:prstGeom prst="rect">
            <a:avLst/>
          </a:prstGeom>
          <a:noFill/>
          <a:ln>
            <a:noFill/>
          </a:ln>
        </p:spPr>
      </p:pic>
      <p:sp>
        <p:nvSpPr>
          <p:cNvPr id="480" name="Google Shape;480;p41"/>
          <p:cNvSpPr/>
          <p:nvPr/>
        </p:nvSpPr>
        <p:spPr>
          <a:xfrm>
            <a:off x="0" y="5196840"/>
            <a:ext cx="12192000" cy="1661250"/>
          </a:xfrm>
          <a:prstGeom prst="rect">
            <a:avLst/>
          </a:prstGeom>
          <a:solidFill>
            <a:srgbClr val="F2F2F2"/>
          </a:solidFill>
          <a:ln>
            <a:noFill/>
          </a:ln>
        </p:spPr>
        <p:txBody>
          <a:bodyPr spcFirstLastPara="1" wrap="square" lIns="91417" tIns="45708" rIns="91417" bIns="45708" anchor="ctr" anchorCtr="0">
            <a:noAutofit/>
          </a:bodyPr>
          <a:lstStyle/>
          <a:p>
            <a:pPr marL="0" marR="0" lvl="0" indent="0" algn="ctr" rtl="0">
              <a:spcBef>
                <a:spcPts val="0"/>
              </a:spcBef>
              <a:spcAft>
                <a:spcPts val="0"/>
              </a:spcAft>
              <a:buNone/>
            </a:pPr>
            <a:endParaRPr sz="1833">
              <a:solidFill>
                <a:schemeClr val="lt1"/>
              </a:solidFill>
              <a:latin typeface="Avenir"/>
              <a:ea typeface="Avenir"/>
              <a:cs typeface="Avenir"/>
              <a:sym typeface="Avenir"/>
            </a:endParaRPr>
          </a:p>
        </p:txBody>
      </p:sp>
      <p:pic>
        <p:nvPicPr>
          <p:cNvPr id="481" name="Google Shape;481;p41">
            <a:hlinkClick r:id="rId3"/>
          </p:cNvPr>
          <p:cNvPicPr preferRelativeResize="0"/>
          <p:nvPr/>
        </p:nvPicPr>
        <p:blipFill rotWithShape="1">
          <a:blip r:embed="rId4">
            <a:alphaModFix/>
          </a:blip>
          <a:srcRect r="74385"/>
          <a:stretch/>
        </p:blipFill>
        <p:spPr>
          <a:xfrm>
            <a:off x="5338445" y="6027421"/>
            <a:ext cx="388100" cy="366559"/>
          </a:xfrm>
          <a:prstGeom prst="rect">
            <a:avLst/>
          </a:prstGeom>
          <a:noFill/>
          <a:ln>
            <a:noFill/>
          </a:ln>
        </p:spPr>
      </p:pic>
      <p:sp>
        <p:nvSpPr>
          <p:cNvPr id="482" name="Google Shape;482;p41"/>
          <p:cNvSpPr txBox="1"/>
          <p:nvPr/>
        </p:nvSpPr>
        <p:spPr>
          <a:xfrm>
            <a:off x="5338445" y="5637980"/>
            <a:ext cx="772750" cy="261675"/>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417">
                <a:solidFill>
                  <a:schemeClr val="dk1"/>
                </a:solidFill>
                <a:latin typeface="Avenir"/>
                <a:ea typeface="Avenir"/>
                <a:cs typeface="Avenir"/>
                <a:sym typeface="Avenir"/>
              </a:rPr>
              <a:t>Follow us</a:t>
            </a:r>
            <a:endParaRPr sz="1417"/>
          </a:p>
        </p:txBody>
      </p:sp>
      <p:pic>
        <p:nvPicPr>
          <p:cNvPr id="483" name="Google Shape;483;p41">
            <a:hlinkClick r:id="rId5"/>
          </p:cNvPr>
          <p:cNvPicPr preferRelativeResize="0"/>
          <p:nvPr/>
        </p:nvPicPr>
        <p:blipFill rotWithShape="1">
          <a:blip r:embed="rId4">
            <a:alphaModFix/>
          </a:blip>
          <a:srcRect l="74792"/>
          <a:stretch/>
        </p:blipFill>
        <p:spPr>
          <a:xfrm>
            <a:off x="6471630" y="6028107"/>
            <a:ext cx="381926" cy="366559"/>
          </a:xfrm>
          <a:prstGeom prst="rect">
            <a:avLst/>
          </a:prstGeom>
          <a:noFill/>
          <a:ln>
            <a:noFill/>
          </a:ln>
        </p:spPr>
      </p:pic>
      <p:pic>
        <p:nvPicPr>
          <p:cNvPr id="484" name="Google Shape;484;p41">
            <a:hlinkClick r:id="rId6"/>
          </p:cNvPr>
          <p:cNvPicPr preferRelativeResize="0"/>
          <p:nvPr/>
        </p:nvPicPr>
        <p:blipFill rotWithShape="1">
          <a:blip r:embed="rId4">
            <a:alphaModFix/>
          </a:blip>
          <a:srcRect l="36733" t="-1300" r="35658" b="-3015"/>
          <a:stretch/>
        </p:blipFill>
        <p:spPr>
          <a:xfrm>
            <a:off x="5903241" y="6011601"/>
            <a:ext cx="418303" cy="382379"/>
          </a:xfrm>
          <a:prstGeom prst="rect">
            <a:avLst/>
          </a:prstGeom>
          <a:noFill/>
          <a:ln>
            <a:noFill/>
          </a:ln>
        </p:spPr>
      </p:pic>
      <p:sp>
        <p:nvSpPr>
          <p:cNvPr id="485" name="Google Shape;485;p41"/>
          <p:cNvSpPr txBox="1">
            <a:spLocks noGrp="1"/>
          </p:cNvSpPr>
          <p:nvPr>
            <p:ph type="body" idx="1"/>
          </p:nvPr>
        </p:nvSpPr>
        <p:spPr>
          <a:xfrm>
            <a:off x="242888" y="5637980"/>
            <a:ext cx="3911500" cy="627864"/>
          </a:xfrm>
          <a:prstGeom prst="rect">
            <a:avLst/>
          </a:prstGeom>
          <a:noFill/>
          <a:ln>
            <a:noFill/>
          </a:ln>
        </p:spPr>
        <p:txBody>
          <a:bodyPr spcFirstLastPara="1" wrap="square" lIns="0" tIns="0" rIns="0" bIns="0" anchor="t" anchorCtr="0">
            <a:spAutoFit/>
          </a:bodyPr>
          <a:lstStyle>
            <a:lvl1pPr marL="380985" lvl="0" indent="-190492" algn="l">
              <a:lnSpc>
                <a:spcPct val="120000"/>
              </a:lnSpc>
              <a:spcBef>
                <a:spcPts val="0"/>
              </a:spcBef>
              <a:spcAft>
                <a:spcPts val="0"/>
              </a:spcAft>
              <a:buSzPts val="2000"/>
              <a:buNone/>
              <a:defRPr/>
            </a:lvl1pPr>
            <a:lvl2pPr marL="761970" lvl="1" indent="-328070" algn="l">
              <a:lnSpc>
                <a:spcPct val="120000"/>
              </a:lnSpc>
              <a:spcBef>
                <a:spcPts val="0"/>
              </a:spcBef>
              <a:spcAft>
                <a:spcPts val="0"/>
              </a:spcAft>
              <a:buSzPts val="2600"/>
              <a:buChar char="•"/>
              <a:defRPr/>
            </a:lvl2pPr>
            <a:lvl3pPr marL="1142954" lvl="2" indent="-328070" algn="l">
              <a:lnSpc>
                <a:spcPct val="120000"/>
              </a:lnSpc>
              <a:spcBef>
                <a:spcPts val="0"/>
              </a:spcBef>
              <a:spcAft>
                <a:spcPts val="0"/>
              </a:spcAft>
              <a:buSzPts val="2600"/>
              <a:buChar char="•"/>
              <a:defRPr/>
            </a:lvl3pPr>
            <a:lvl4pPr marL="1523939" lvl="3" indent="-328070" algn="l">
              <a:lnSpc>
                <a:spcPct val="120000"/>
              </a:lnSpc>
              <a:spcBef>
                <a:spcPts val="0"/>
              </a:spcBef>
              <a:spcAft>
                <a:spcPts val="0"/>
              </a:spcAft>
              <a:buSzPts val="2600"/>
              <a:buChar char="•"/>
              <a:defRPr/>
            </a:lvl4pPr>
            <a:lvl5pPr marL="1904924" lvl="4" indent="-328070" algn="l">
              <a:lnSpc>
                <a:spcPct val="120000"/>
              </a:lnSpc>
              <a:spcBef>
                <a:spcPts val="0"/>
              </a:spcBef>
              <a:spcAft>
                <a:spcPts val="0"/>
              </a:spcAft>
              <a:buSzPts val="2600"/>
              <a:buChar char="•"/>
              <a:defRPr/>
            </a:lvl5pPr>
            <a:lvl6pPr marL="2285909" lvl="5" indent="-306904" algn="l">
              <a:lnSpc>
                <a:spcPct val="90000"/>
              </a:lnSpc>
              <a:spcBef>
                <a:spcPts val="500"/>
              </a:spcBef>
              <a:spcAft>
                <a:spcPts val="0"/>
              </a:spcAft>
              <a:buClr>
                <a:schemeClr val="dk1"/>
              </a:buClr>
              <a:buSzPts val="2200"/>
              <a:buChar char="•"/>
              <a:defRPr/>
            </a:lvl6pPr>
            <a:lvl7pPr marL="2666893" lvl="6" indent="-306904" algn="l">
              <a:lnSpc>
                <a:spcPct val="90000"/>
              </a:lnSpc>
              <a:spcBef>
                <a:spcPts val="500"/>
              </a:spcBef>
              <a:spcAft>
                <a:spcPts val="0"/>
              </a:spcAft>
              <a:buClr>
                <a:schemeClr val="dk1"/>
              </a:buClr>
              <a:buSzPts val="2200"/>
              <a:buChar char="•"/>
              <a:defRPr/>
            </a:lvl7pPr>
            <a:lvl8pPr marL="3047878" lvl="7" indent="-306904" algn="l">
              <a:lnSpc>
                <a:spcPct val="90000"/>
              </a:lnSpc>
              <a:spcBef>
                <a:spcPts val="500"/>
              </a:spcBef>
              <a:spcAft>
                <a:spcPts val="0"/>
              </a:spcAft>
              <a:buClr>
                <a:schemeClr val="dk1"/>
              </a:buClr>
              <a:buSzPts val="2200"/>
              <a:buChar char="•"/>
              <a:defRPr/>
            </a:lvl8pPr>
            <a:lvl9pPr marL="3428863" lvl="8" indent="-306904" algn="l">
              <a:lnSpc>
                <a:spcPct val="90000"/>
              </a:lnSpc>
              <a:spcBef>
                <a:spcPts val="500"/>
              </a:spcBef>
              <a:spcAft>
                <a:spcPts val="0"/>
              </a:spcAft>
              <a:buClr>
                <a:schemeClr val="dk1"/>
              </a:buClr>
              <a:buSzPts val="2200"/>
              <a:buChar char="•"/>
              <a:defRPr/>
            </a:lvl9pPr>
          </a:lstStyle>
          <a:p>
            <a:pPr lvl="0"/>
            <a:r>
              <a:rPr lang="fr-FR"/>
              <a:t>Cliquez pour modifier les styles du texte du masque</a:t>
            </a:r>
          </a:p>
        </p:txBody>
      </p:sp>
    </p:spTree>
    <p:extLst>
      <p:ext uri="{BB962C8B-B14F-4D97-AF65-F5344CB8AC3E}">
        <p14:creationId xmlns:p14="http://schemas.microsoft.com/office/powerpoint/2010/main" val="2259793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Empty">
  <p:cSld name="Empty">
    <p:spTree>
      <p:nvGrpSpPr>
        <p:cNvPr id="1" name="Shape 486"/>
        <p:cNvGrpSpPr/>
        <p:nvPr/>
      </p:nvGrpSpPr>
      <p:grpSpPr>
        <a:xfrm>
          <a:off x="0" y="0"/>
          <a:ext cx="0" cy="0"/>
          <a:chOff x="0" y="0"/>
          <a:chExt cx="0" cy="0"/>
        </a:xfrm>
      </p:grpSpPr>
    </p:spTree>
    <p:extLst>
      <p:ext uri="{BB962C8B-B14F-4D97-AF65-F5344CB8AC3E}">
        <p14:creationId xmlns:p14="http://schemas.microsoft.com/office/powerpoint/2010/main" val="3499519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lide 1 master">
  <p:cSld name="Slide 1 master">
    <p:spTree>
      <p:nvGrpSpPr>
        <p:cNvPr id="1" name="Shape 487"/>
        <p:cNvGrpSpPr/>
        <p:nvPr/>
      </p:nvGrpSpPr>
      <p:grpSpPr>
        <a:xfrm>
          <a:off x="0" y="0"/>
          <a:ext cx="0" cy="0"/>
          <a:chOff x="0" y="0"/>
          <a:chExt cx="0" cy="0"/>
        </a:xfrm>
      </p:grpSpPr>
      <p:sp>
        <p:nvSpPr>
          <p:cNvPr id="488" name="Google Shape;488;p43"/>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489" name="Google Shape;489;p43"/>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490" name="Google Shape;490;p43"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164675061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Slide 2 master">
  <p:cSld name="Slide 2 master">
    <p:spTree>
      <p:nvGrpSpPr>
        <p:cNvPr id="1" name="Shape 491"/>
        <p:cNvGrpSpPr/>
        <p:nvPr/>
      </p:nvGrpSpPr>
      <p:grpSpPr>
        <a:xfrm>
          <a:off x="0" y="0"/>
          <a:ext cx="0" cy="0"/>
          <a:chOff x="0" y="0"/>
          <a:chExt cx="0" cy="0"/>
        </a:xfrm>
      </p:grpSpPr>
      <p:sp>
        <p:nvSpPr>
          <p:cNvPr id="492" name="Google Shape;492;p44"/>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493" name="Google Shape;493;p44"/>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494" name="Google Shape;494;p44"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32977872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lide 3 master">
  <p:cSld name="Slide 3 master">
    <p:spTree>
      <p:nvGrpSpPr>
        <p:cNvPr id="1" name="Shape 495"/>
        <p:cNvGrpSpPr/>
        <p:nvPr/>
      </p:nvGrpSpPr>
      <p:grpSpPr>
        <a:xfrm>
          <a:off x="0" y="0"/>
          <a:ext cx="0" cy="0"/>
          <a:chOff x="0" y="0"/>
          <a:chExt cx="0" cy="0"/>
        </a:xfrm>
      </p:grpSpPr>
      <p:sp>
        <p:nvSpPr>
          <p:cNvPr id="496" name="Google Shape;496;p45"/>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497" name="Google Shape;497;p45"/>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498" name="Google Shape;498;p45"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174522163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Slide 4 master">
  <p:cSld name="Slide 4 master">
    <p:spTree>
      <p:nvGrpSpPr>
        <p:cNvPr id="1" name="Shape 499"/>
        <p:cNvGrpSpPr/>
        <p:nvPr/>
      </p:nvGrpSpPr>
      <p:grpSpPr>
        <a:xfrm>
          <a:off x="0" y="0"/>
          <a:ext cx="0" cy="0"/>
          <a:chOff x="0" y="0"/>
          <a:chExt cx="0" cy="0"/>
        </a:xfrm>
      </p:grpSpPr>
      <p:sp>
        <p:nvSpPr>
          <p:cNvPr id="500" name="Google Shape;500;p46"/>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501" name="Google Shape;501;p46"/>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502" name="Google Shape;502;p46"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237896464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Slide 5 master">
  <p:cSld name="Slide 5 master">
    <p:spTree>
      <p:nvGrpSpPr>
        <p:cNvPr id="1" name="Shape 503"/>
        <p:cNvGrpSpPr/>
        <p:nvPr/>
      </p:nvGrpSpPr>
      <p:grpSpPr>
        <a:xfrm>
          <a:off x="0" y="0"/>
          <a:ext cx="0" cy="0"/>
          <a:chOff x="0" y="0"/>
          <a:chExt cx="0" cy="0"/>
        </a:xfrm>
      </p:grpSpPr>
      <p:sp>
        <p:nvSpPr>
          <p:cNvPr id="504" name="Google Shape;504;p47"/>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505" name="Google Shape;505;p47"/>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506" name="Google Shape;506;p47"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99500897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lide 6 master">
  <p:cSld name="Slide 6 master">
    <p:spTree>
      <p:nvGrpSpPr>
        <p:cNvPr id="1" name="Shape 507"/>
        <p:cNvGrpSpPr/>
        <p:nvPr/>
      </p:nvGrpSpPr>
      <p:grpSpPr>
        <a:xfrm>
          <a:off x="0" y="0"/>
          <a:ext cx="0" cy="0"/>
          <a:chOff x="0" y="0"/>
          <a:chExt cx="0" cy="0"/>
        </a:xfrm>
      </p:grpSpPr>
      <p:sp>
        <p:nvSpPr>
          <p:cNvPr id="508" name="Google Shape;508;p48"/>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509" name="Google Shape;509;p48"/>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510" name="Google Shape;510;p48"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157489024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lide 7 master">
  <p:cSld name="Slide 7 master">
    <p:spTree>
      <p:nvGrpSpPr>
        <p:cNvPr id="1" name="Shape 511"/>
        <p:cNvGrpSpPr/>
        <p:nvPr/>
      </p:nvGrpSpPr>
      <p:grpSpPr>
        <a:xfrm>
          <a:off x="0" y="0"/>
          <a:ext cx="0" cy="0"/>
          <a:chOff x="0" y="0"/>
          <a:chExt cx="0" cy="0"/>
        </a:xfrm>
      </p:grpSpPr>
      <p:sp>
        <p:nvSpPr>
          <p:cNvPr id="512" name="Google Shape;512;p49"/>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513" name="Google Shape;513;p49"/>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514" name="Google Shape;514;p49"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371028397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Slide 8 master">
  <p:cSld name="Slide 8 master">
    <p:spTree>
      <p:nvGrpSpPr>
        <p:cNvPr id="1" name="Shape 515"/>
        <p:cNvGrpSpPr/>
        <p:nvPr/>
      </p:nvGrpSpPr>
      <p:grpSpPr>
        <a:xfrm>
          <a:off x="0" y="0"/>
          <a:ext cx="0" cy="0"/>
          <a:chOff x="0" y="0"/>
          <a:chExt cx="0" cy="0"/>
        </a:xfrm>
      </p:grpSpPr>
      <p:sp>
        <p:nvSpPr>
          <p:cNvPr id="516" name="Google Shape;516;p50"/>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517" name="Google Shape;517;p50"/>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518" name="Google Shape;518;p50"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306661688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Slide 9 master">
  <p:cSld name="Slide 9 master">
    <p:spTree>
      <p:nvGrpSpPr>
        <p:cNvPr id="1" name="Shape 519"/>
        <p:cNvGrpSpPr/>
        <p:nvPr/>
      </p:nvGrpSpPr>
      <p:grpSpPr>
        <a:xfrm>
          <a:off x="0" y="0"/>
          <a:ext cx="0" cy="0"/>
          <a:chOff x="0" y="0"/>
          <a:chExt cx="0" cy="0"/>
        </a:xfrm>
      </p:grpSpPr>
      <p:sp>
        <p:nvSpPr>
          <p:cNvPr id="520" name="Google Shape;520;p51"/>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521" name="Google Shape;521;p51"/>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522" name="Google Shape;522;p51"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5880704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lide 10 master">
  <p:cSld name="Slide 10 master">
    <p:spTree>
      <p:nvGrpSpPr>
        <p:cNvPr id="1" name="Shape 523"/>
        <p:cNvGrpSpPr/>
        <p:nvPr/>
      </p:nvGrpSpPr>
      <p:grpSpPr>
        <a:xfrm>
          <a:off x="0" y="0"/>
          <a:ext cx="0" cy="0"/>
          <a:chOff x="0" y="0"/>
          <a:chExt cx="0" cy="0"/>
        </a:xfrm>
      </p:grpSpPr>
      <p:sp>
        <p:nvSpPr>
          <p:cNvPr id="524" name="Google Shape;524;p52"/>
          <p:cNvSpPr/>
          <p:nvPr/>
        </p:nvSpPr>
        <p:spPr>
          <a:xfrm>
            <a:off x="0" y="0"/>
            <a:ext cx="12192000" cy="6858000"/>
          </a:xfrm>
          <a:prstGeom prst="rect">
            <a:avLst/>
          </a:prstGeom>
          <a:solidFill>
            <a:srgbClr val="D6F5EE"/>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sp>
        <p:nvSpPr>
          <p:cNvPr id="525" name="Google Shape;525;p52"/>
          <p:cNvSpPr/>
          <p:nvPr/>
        </p:nvSpPr>
        <p:spPr>
          <a:xfrm>
            <a:off x="0" y="0"/>
            <a:ext cx="12192000" cy="6858000"/>
          </a:xfrm>
          <a:prstGeom prst="rect">
            <a:avLst/>
          </a:prstGeom>
          <a:solidFill>
            <a:srgbClr val="FFFFFF"/>
          </a:solidFill>
          <a:ln>
            <a:noFill/>
          </a:ln>
        </p:spPr>
        <p:txBody>
          <a:bodyPr spcFirstLastPara="1" wrap="square" lIns="76188" tIns="76188" rIns="76188" bIns="76188" anchor="ctr" anchorCtr="0">
            <a:noAutofit/>
          </a:bodyPr>
          <a:lstStyle/>
          <a:p>
            <a:pPr marL="0" lvl="0" indent="0" algn="l" rtl="0">
              <a:spcBef>
                <a:spcPts val="0"/>
              </a:spcBef>
              <a:spcAft>
                <a:spcPts val="0"/>
              </a:spcAft>
              <a:buNone/>
            </a:pPr>
            <a:endParaRPr sz="1167"/>
          </a:p>
        </p:txBody>
      </p:sp>
      <p:pic>
        <p:nvPicPr>
          <p:cNvPr id="526" name="Google Shape;526;p52" descr="preencoded.png">
            <a:hlinkClick r:id="rId2"/>
          </p:cNvPr>
          <p:cNvPicPr preferRelativeResize="0"/>
          <p:nvPr/>
        </p:nvPicPr>
        <p:blipFill rotWithShape="1">
          <a:blip r:embed="rId3">
            <a:alphaModFix/>
          </a:blip>
          <a:srcRect/>
          <a:stretch/>
        </p:blipFill>
        <p:spPr>
          <a:xfrm>
            <a:off x="10699346" y="6457950"/>
            <a:ext cx="1435503" cy="342900"/>
          </a:xfrm>
          <a:prstGeom prst="rect">
            <a:avLst/>
          </a:prstGeom>
          <a:noFill/>
          <a:ln>
            <a:noFill/>
          </a:ln>
        </p:spPr>
      </p:pic>
    </p:spTree>
    <p:extLst>
      <p:ext uri="{BB962C8B-B14F-4D97-AF65-F5344CB8AC3E}">
        <p14:creationId xmlns:p14="http://schemas.microsoft.com/office/powerpoint/2010/main" val="34003002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Slide master 1">
  <p:cSld name="Slide master 1">
    <p:bg>
      <p:bgPr>
        <a:solidFill>
          <a:srgbClr val="000000"/>
        </a:solidFill>
        <a:effectLst/>
      </p:bgPr>
    </p:bg>
    <p:spTree>
      <p:nvGrpSpPr>
        <p:cNvPr id="1" name="Shape 527"/>
        <p:cNvGrpSpPr/>
        <p:nvPr/>
      </p:nvGrpSpPr>
      <p:grpSpPr>
        <a:xfrm>
          <a:off x="0" y="0"/>
          <a:ext cx="0" cy="0"/>
          <a:chOff x="0" y="0"/>
          <a:chExt cx="0" cy="0"/>
        </a:xfrm>
      </p:grpSpPr>
    </p:spTree>
    <p:extLst>
      <p:ext uri="{BB962C8B-B14F-4D97-AF65-F5344CB8AC3E}">
        <p14:creationId xmlns:p14="http://schemas.microsoft.com/office/powerpoint/2010/main" val="358587151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744538" y="744539"/>
            <a:ext cx="10515500" cy="470750"/>
          </a:xfrm>
          <a:prstGeom prst="rect">
            <a:avLst/>
          </a:prstGeom>
          <a:noFill/>
          <a:ln>
            <a:noFill/>
          </a:ln>
        </p:spPr>
        <p:txBody>
          <a:bodyPr spcFirstLastPara="1" wrap="square" lIns="0" tIns="0" rIns="0" bIns="0" anchor="t" anchorCtr="0">
            <a:normAutofit/>
          </a:bodyPr>
          <a:lstStyle>
            <a:lvl1pPr marR="0" lvl="0" algn="l" rtl="0">
              <a:lnSpc>
                <a:spcPct val="100000"/>
              </a:lnSpc>
              <a:spcBef>
                <a:spcPts val="0"/>
              </a:spcBef>
              <a:spcAft>
                <a:spcPts val="0"/>
              </a:spcAft>
              <a:buClr>
                <a:schemeClr val="dk1"/>
              </a:buClr>
              <a:buSzPts val="3800"/>
              <a:buFont typeface="Avenir"/>
              <a:buNone/>
              <a:defRPr sz="3800" b="1" i="0" u="none" strike="noStrike" cap="none">
                <a:solidFill>
                  <a:schemeClr val="dk1"/>
                </a:solidFill>
                <a:latin typeface="Avenir"/>
                <a:ea typeface="Avenir"/>
                <a:cs typeface="Avenir"/>
                <a:sym typeface="Avenir"/>
              </a:defRPr>
            </a:lvl1pPr>
            <a:lvl2pPr lvl="1">
              <a:spcBef>
                <a:spcPts val="0"/>
              </a:spcBef>
              <a:spcAft>
                <a:spcPts val="0"/>
              </a:spcAft>
              <a:buSzPts val="1700"/>
              <a:buNone/>
              <a:defRPr sz="2200"/>
            </a:lvl2pPr>
            <a:lvl3pPr lvl="2">
              <a:spcBef>
                <a:spcPts val="0"/>
              </a:spcBef>
              <a:spcAft>
                <a:spcPts val="0"/>
              </a:spcAft>
              <a:buSzPts val="1700"/>
              <a:buNone/>
              <a:defRPr sz="2200"/>
            </a:lvl3pPr>
            <a:lvl4pPr lvl="3">
              <a:spcBef>
                <a:spcPts val="0"/>
              </a:spcBef>
              <a:spcAft>
                <a:spcPts val="0"/>
              </a:spcAft>
              <a:buSzPts val="1700"/>
              <a:buNone/>
              <a:defRPr sz="2200"/>
            </a:lvl4pPr>
            <a:lvl5pPr lvl="4">
              <a:spcBef>
                <a:spcPts val="0"/>
              </a:spcBef>
              <a:spcAft>
                <a:spcPts val="0"/>
              </a:spcAft>
              <a:buSzPts val="1700"/>
              <a:buNone/>
              <a:defRPr sz="2200"/>
            </a:lvl5pPr>
            <a:lvl6pPr lvl="5">
              <a:spcBef>
                <a:spcPts val="0"/>
              </a:spcBef>
              <a:spcAft>
                <a:spcPts val="0"/>
              </a:spcAft>
              <a:buSzPts val="1700"/>
              <a:buNone/>
              <a:defRPr sz="2200"/>
            </a:lvl6pPr>
            <a:lvl7pPr lvl="6">
              <a:spcBef>
                <a:spcPts val="0"/>
              </a:spcBef>
              <a:spcAft>
                <a:spcPts val="0"/>
              </a:spcAft>
              <a:buSzPts val="1700"/>
              <a:buNone/>
              <a:defRPr sz="2200"/>
            </a:lvl7pPr>
            <a:lvl8pPr lvl="7">
              <a:spcBef>
                <a:spcPts val="0"/>
              </a:spcBef>
              <a:spcAft>
                <a:spcPts val="0"/>
              </a:spcAft>
              <a:buSzPts val="1700"/>
              <a:buNone/>
              <a:defRPr sz="2200"/>
            </a:lvl8pPr>
            <a:lvl9pPr lvl="8">
              <a:spcBef>
                <a:spcPts val="0"/>
              </a:spcBef>
              <a:spcAft>
                <a:spcPts val="0"/>
              </a:spcAft>
              <a:buSzPts val="1700"/>
              <a:buNone/>
              <a:defRPr sz="2200"/>
            </a:lvl9pPr>
          </a:lstStyle>
          <a:p>
            <a:endParaRPr/>
          </a:p>
        </p:txBody>
      </p:sp>
      <p:sp>
        <p:nvSpPr>
          <p:cNvPr id="11" name="Google Shape;11;p1"/>
          <p:cNvSpPr txBox="1">
            <a:spLocks noGrp="1"/>
          </p:cNvSpPr>
          <p:nvPr>
            <p:ph type="body" idx="1"/>
          </p:nvPr>
        </p:nvSpPr>
        <p:spPr>
          <a:xfrm>
            <a:off x="756113" y="1481559"/>
            <a:ext cx="10515500" cy="4340500"/>
          </a:xfrm>
          <a:prstGeom prst="rect">
            <a:avLst/>
          </a:prstGeom>
          <a:noFill/>
          <a:ln>
            <a:noFill/>
          </a:ln>
        </p:spPr>
        <p:txBody>
          <a:bodyPr spcFirstLastPara="1" wrap="square" lIns="0" tIns="0" rIns="0" bIns="0" anchor="t" anchorCtr="0">
            <a:normAutofit/>
          </a:bodyPr>
          <a:lstStyle>
            <a:lvl1pPr marL="457200" marR="0" lvl="0" indent="-355600" algn="l" rtl="0">
              <a:lnSpc>
                <a:spcPct val="120000"/>
              </a:lnSpc>
              <a:spcBef>
                <a:spcPts val="0"/>
              </a:spcBef>
              <a:spcAft>
                <a:spcPts val="0"/>
              </a:spcAft>
              <a:buClr>
                <a:schemeClr val="dk1"/>
              </a:buClr>
              <a:buSzPts val="2000"/>
              <a:buFont typeface="Arial"/>
              <a:buChar char="•"/>
              <a:defRPr sz="1700" b="0" i="0" u="none" strike="noStrike" cap="none">
                <a:solidFill>
                  <a:schemeClr val="dk1"/>
                </a:solidFill>
                <a:latin typeface="Avenir"/>
                <a:ea typeface="Avenir"/>
                <a:cs typeface="Avenir"/>
                <a:sym typeface="Avenir"/>
              </a:defRPr>
            </a:lvl1pPr>
            <a:lvl2pPr marL="914400" marR="0" lvl="1" indent="-336550" algn="l" rtl="0">
              <a:lnSpc>
                <a:spcPct val="120000"/>
              </a:lnSpc>
              <a:spcBef>
                <a:spcPts val="0"/>
              </a:spcBef>
              <a:spcAft>
                <a:spcPts val="0"/>
              </a:spcAft>
              <a:buClr>
                <a:schemeClr val="dk1"/>
              </a:buClr>
              <a:buSzPts val="1700"/>
              <a:buFont typeface="Arial"/>
              <a:buChar char="•"/>
              <a:defRPr sz="1400" b="0" i="0" u="none" strike="noStrike" cap="none">
                <a:solidFill>
                  <a:schemeClr val="dk1"/>
                </a:solidFill>
                <a:latin typeface="Avenir"/>
                <a:ea typeface="Avenir"/>
                <a:cs typeface="Avenir"/>
                <a:sym typeface="Avenir"/>
              </a:defRPr>
            </a:lvl2pPr>
            <a:lvl3pPr marL="1371600" marR="0" lvl="2" indent="-330200" algn="l" rtl="0">
              <a:lnSpc>
                <a:spcPct val="120000"/>
              </a:lnSpc>
              <a:spcBef>
                <a:spcPts val="0"/>
              </a:spcBef>
              <a:spcAft>
                <a:spcPts val="0"/>
              </a:spcAft>
              <a:buClr>
                <a:schemeClr val="dk1"/>
              </a:buClr>
              <a:buSzPts val="1600"/>
              <a:buFont typeface="Arial"/>
              <a:buChar char="•"/>
              <a:defRPr sz="1300" b="0" i="0" u="none" strike="noStrike" cap="none">
                <a:solidFill>
                  <a:schemeClr val="dk1"/>
                </a:solidFill>
                <a:latin typeface="Avenir"/>
                <a:ea typeface="Avenir"/>
                <a:cs typeface="Avenir"/>
                <a:sym typeface="Avenir"/>
              </a:defRPr>
            </a:lvl3pPr>
            <a:lvl4pPr marL="1828800" marR="0" lvl="3" indent="-323850" algn="l" rtl="0">
              <a:lnSpc>
                <a:spcPct val="120000"/>
              </a:lnSpc>
              <a:spcBef>
                <a:spcPts val="0"/>
              </a:spcBef>
              <a:spcAft>
                <a:spcPts val="0"/>
              </a:spcAft>
              <a:buClr>
                <a:schemeClr val="dk1"/>
              </a:buClr>
              <a:buSzPts val="1500"/>
              <a:buFont typeface="Arial"/>
              <a:buChar char="•"/>
              <a:defRPr sz="1300" b="0" i="0" u="none" strike="noStrike" cap="none">
                <a:solidFill>
                  <a:schemeClr val="dk1"/>
                </a:solidFill>
                <a:latin typeface="Avenir"/>
                <a:ea typeface="Avenir"/>
                <a:cs typeface="Avenir"/>
                <a:sym typeface="Avenir"/>
              </a:defRPr>
            </a:lvl4pPr>
            <a:lvl5pPr marL="2286000" marR="0" lvl="4" indent="-323850" algn="l" rtl="0">
              <a:lnSpc>
                <a:spcPct val="120000"/>
              </a:lnSpc>
              <a:spcBef>
                <a:spcPts val="0"/>
              </a:spcBef>
              <a:spcAft>
                <a:spcPts val="0"/>
              </a:spcAft>
              <a:buClr>
                <a:schemeClr val="dk1"/>
              </a:buClr>
              <a:buSzPts val="1500"/>
              <a:buFont typeface="Arial"/>
              <a:buChar char="•"/>
              <a:defRPr sz="1300" b="0" i="0" u="none" strike="noStrike" cap="none">
                <a:solidFill>
                  <a:schemeClr val="dk1"/>
                </a:solidFill>
                <a:latin typeface="Avenir"/>
                <a:ea typeface="Avenir"/>
                <a:cs typeface="Avenir"/>
                <a:sym typeface="Avenir"/>
              </a:defRPr>
            </a:lvl5pPr>
            <a:lvl6pPr marL="2743200" marR="0" lvl="5" indent="-368300" algn="l" rtl="0">
              <a:lnSpc>
                <a:spcPct val="90000"/>
              </a:lnSpc>
              <a:spcBef>
                <a:spcPts val="600"/>
              </a:spcBef>
              <a:spcAft>
                <a:spcPts val="0"/>
              </a:spcAft>
              <a:buClr>
                <a:schemeClr val="dk1"/>
              </a:buClr>
              <a:buSzPts val="2200"/>
              <a:buFont typeface="Arial"/>
              <a:buChar char="•"/>
              <a:defRPr sz="2200" b="0" i="0" u="none" strike="noStrike" cap="none">
                <a:solidFill>
                  <a:schemeClr val="dk1"/>
                </a:solidFill>
                <a:latin typeface="Avenir"/>
                <a:ea typeface="Avenir"/>
                <a:cs typeface="Avenir"/>
                <a:sym typeface="Avenir"/>
              </a:defRPr>
            </a:lvl6pPr>
            <a:lvl7pPr marL="3200400" marR="0" lvl="6" indent="-368300" algn="l" rtl="0">
              <a:lnSpc>
                <a:spcPct val="90000"/>
              </a:lnSpc>
              <a:spcBef>
                <a:spcPts val="600"/>
              </a:spcBef>
              <a:spcAft>
                <a:spcPts val="0"/>
              </a:spcAft>
              <a:buClr>
                <a:schemeClr val="dk1"/>
              </a:buClr>
              <a:buSzPts val="2200"/>
              <a:buFont typeface="Arial"/>
              <a:buChar char="•"/>
              <a:defRPr sz="2200" b="0" i="0" u="none" strike="noStrike" cap="none">
                <a:solidFill>
                  <a:schemeClr val="dk1"/>
                </a:solidFill>
                <a:latin typeface="Avenir"/>
                <a:ea typeface="Avenir"/>
                <a:cs typeface="Avenir"/>
                <a:sym typeface="Avenir"/>
              </a:defRPr>
            </a:lvl7pPr>
            <a:lvl8pPr marL="3657600" marR="0" lvl="7" indent="-368300" algn="l" rtl="0">
              <a:lnSpc>
                <a:spcPct val="90000"/>
              </a:lnSpc>
              <a:spcBef>
                <a:spcPts val="600"/>
              </a:spcBef>
              <a:spcAft>
                <a:spcPts val="0"/>
              </a:spcAft>
              <a:buClr>
                <a:schemeClr val="dk1"/>
              </a:buClr>
              <a:buSzPts val="2200"/>
              <a:buFont typeface="Arial"/>
              <a:buChar char="•"/>
              <a:defRPr sz="2200" b="0" i="0" u="none" strike="noStrike" cap="none">
                <a:solidFill>
                  <a:schemeClr val="dk1"/>
                </a:solidFill>
                <a:latin typeface="Avenir"/>
                <a:ea typeface="Avenir"/>
                <a:cs typeface="Avenir"/>
                <a:sym typeface="Avenir"/>
              </a:defRPr>
            </a:lvl8pPr>
            <a:lvl9pPr marL="4114800" marR="0" lvl="8" indent="-368300" algn="l" rtl="0">
              <a:lnSpc>
                <a:spcPct val="90000"/>
              </a:lnSpc>
              <a:spcBef>
                <a:spcPts val="600"/>
              </a:spcBef>
              <a:spcAft>
                <a:spcPts val="0"/>
              </a:spcAft>
              <a:buClr>
                <a:schemeClr val="dk1"/>
              </a:buClr>
              <a:buSzPts val="2200"/>
              <a:buFont typeface="Arial"/>
              <a:buChar char="•"/>
              <a:defRPr sz="2200" b="0" i="0" u="none" strike="noStrike" cap="none">
                <a:solidFill>
                  <a:schemeClr val="dk1"/>
                </a:solidFill>
                <a:latin typeface="Avenir"/>
                <a:ea typeface="Avenir"/>
                <a:cs typeface="Avenir"/>
                <a:sym typeface="Avenir"/>
              </a:defRPr>
            </a:lvl9pPr>
          </a:lstStyle>
          <a:p>
            <a:endParaRPr/>
          </a:p>
        </p:txBody>
      </p:sp>
      <p:sp>
        <p:nvSpPr>
          <p:cNvPr id="12" name="Google Shape;12;p1"/>
          <p:cNvSpPr txBox="1">
            <a:spLocks noGrp="1"/>
          </p:cNvSpPr>
          <p:nvPr>
            <p:ph type="sldNum" idx="12"/>
          </p:nvPr>
        </p:nvSpPr>
        <p:spPr>
          <a:xfrm>
            <a:off x="10763250" y="6321425"/>
            <a:ext cx="508500" cy="381500"/>
          </a:xfrm>
          <a:prstGeom prst="rect">
            <a:avLst/>
          </a:prstGeom>
          <a:noFill/>
          <a:ln>
            <a:noFill/>
          </a:ln>
        </p:spPr>
        <p:txBody>
          <a:bodyPr spcFirstLastPara="1" wrap="square" lIns="109700" tIns="54850" rIns="109700" bIns="54850" anchor="ctr" anchorCtr="0">
            <a:noAutofit/>
          </a:bodyPr>
          <a:lstStyle>
            <a:lvl1pPr marL="0" marR="0" lvl="0" indent="0" algn="l" rtl="0">
              <a:spcBef>
                <a:spcPts val="0"/>
              </a:spcBef>
              <a:buNone/>
              <a:defRPr sz="1167" b="0" i="0" u="none" strike="noStrike" cap="none">
                <a:solidFill>
                  <a:srgbClr val="888888"/>
                </a:solidFill>
                <a:latin typeface="Avenir"/>
                <a:ea typeface="Avenir"/>
                <a:cs typeface="Avenir"/>
                <a:sym typeface="Avenir"/>
              </a:defRPr>
            </a:lvl1pPr>
            <a:lvl2pPr marL="0" marR="0" lvl="1" indent="0" algn="l" rtl="0">
              <a:spcBef>
                <a:spcPts val="0"/>
              </a:spcBef>
              <a:buNone/>
              <a:defRPr sz="1167" b="0" i="0" u="none" strike="noStrike" cap="none">
                <a:solidFill>
                  <a:srgbClr val="888888"/>
                </a:solidFill>
                <a:latin typeface="Avenir"/>
                <a:ea typeface="Avenir"/>
                <a:cs typeface="Avenir"/>
                <a:sym typeface="Avenir"/>
              </a:defRPr>
            </a:lvl2pPr>
            <a:lvl3pPr marL="0" marR="0" lvl="2" indent="0" algn="l" rtl="0">
              <a:spcBef>
                <a:spcPts val="0"/>
              </a:spcBef>
              <a:buNone/>
              <a:defRPr sz="1167" b="0" i="0" u="none" strike="noStrike" cap="none">
                <a:solidFill>
                  <a:srgbClr val="888888"/>
                </a:solidFill>
                <a:latin typeface="Avenir"/>
                <a:ea typeface="Avenir"/>
                <a:cs typeface="Avenir"/>
                <a:sym typeface="Avenir"/>
              </a:defRPr>
            </a:lvl3pPr>
            <a:lvl4pPr marL="0" marR="0" lvl="3" indent="0" algn="l" rtl="0">
              <a:spcBef>
                <a:spcPts val="0"/>
              </a:spcBef>
              <a:buNone/>
              <a:defRPr sz="1167" b="0" i="0" u="none" strike="noStrike" cap="none">
                <a:solidFill>
                  <a:srgbClr val="888888"/>
                </a:solidFill>
                <a:latin typeface="Avenir"/>
                <a:ea typeface="Avenir"/>
                <a:cs typeface="Avenir"/>
                <a:sym typeface="Avenir"/>
              </a:defRPr>
            </a:lvl4pPr>
            <a:lvl5pPr marL="0" marR="0" lvl="4" indent="0" algn="l" rtl="0">
              <a:spcBef>
                <a:spcPts val="0"/>
              </a:spcBef>
              <a:buNone/>
              <a:defRPr sz="1167" b="0" i="0" u="none" strike="noStrike" cap="none">
                <a:solidFill>
                  <a:srgbClr val="888888"/>
                </a:solidFill>
                <a:latin typeface="Avenir"/>
                <a:ea typeface="Avenir"/>
                <a:cs typeface="Avenir"/>
                <a:sym typeface="Avenir"/>
              </a:defRPr>
            </a:lvl5pPr>
            <a:lvl6pPr marL="0" marR="0" lvl="5" indent="0" algn="l" rtl="0">
              <a:spcBef>
                <a:spcPts val="0"/>
              </a:spcBef>
              <a:buNone/>
              <a:defRPr sz="1167" b="0" i="0" u="none" strike="noStrike" cap="none">
                <a:solidFill>
                  <a:srgbClr val="888888"/>
                </a:solidFill>
                <a:latin typeface="Avenir"/>
                <a:ea typeface="Avenir"/>
                <a:cs typeface="Avenir"/>
                <a:sym typeface="Avenir"/>
              </a:defRPr>
            </a:lvl6pPr>
            <a:lvl7pPr marL="0" marR="0" lvl="6" indent="0" algn="l" rtl="0">
              <a:spcBef>
                <a:spcPts val="0"/>
              </a:spcBef>
              <a:buNone/>
              <a:defRPr sz="1167" b="0" i="0" u="none" strike="noStrike" cap="none">
                <a:solidFill>
                  <a:srgbClr val="888888"/>
                </a:solidFill>
                <a:latin typeface="Avenir"/>
                <a:ea typeface="Avenir"/>
                <a:cs typeface="Avenir"/>
                <a:sym typeface="Avenir"/>
              </a:defRPr>
            </a:lvl7pPr>
            <a:lvl8pPr marL="0" marR="0" lvl="7" indent="0" algn="l" rtl="0">
              <a:spcBef>
                <a:spcPts val="0"/>
              </a:spcBef>
              <a:buNone/>
              <a:defRPr sz="1167" b="0" i="0" u="none" strike="noStrike" cap="none">
                <a:solidFill>
                  <a:srgbClr val="888888"/>
                </a:solidFill>
                <a:latin typeface="Avenir"/>
                <a:ea typeface="Avenir"/>
                <a:cs typeface="Avenir"/>
                <a:sym typeface="Avenir"/>
              </a:defRPr>
            </a:lvl8pPr>
            <a:lvl9pPr marL="0" marR="0" lvl="8" indent="0" algn="l" rtl="0">
              <a:spcBef>
                <a:spcPts val="0"/>
              </a:spcBef>
              <a:buNone/>
              <a:defRPr sz="1167" b="0" i="0" u="none" strike="noStrike" cap="none">
                <a:solidFill>
                  <a:srgbClr val="888888"/>
                </a:solidFill>
                <a:latin typeface="Avenir"/>
                <a:ea typeface="Avenir"/>
                <a:cs typeface="Avenir"/>
                <a:sym typeface="Avenir"/>
              </a:defRPr>
            </a:lvl9p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77310991"/>
      </p:ext>
    </p:extLst>
  </p:cSld>
  <p:clrMap bg1="lt1" tx1="dk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 id="2147483721" r:id="rId20"/>
    <p:sldLayoutId id="2147483722" r:id="rId21"/>
    <p:sldLayoutId id="2147483723" r:id="rId22"/>
    <p:sldLayoutId id="2147483724" r:id="rId23"/>
    <p:sldLayoutId id="2147483725" r:id="rId24"/>
    <p:sldLayoutId id="2147483726" r:id="rId25"/>
    <p:sldLayoutId id="2147483727" r:id="rId26"/>
    <p:sldLayoutId id="2147483728" r:id="rId27"/>
    <p:sldLayoutId id="2147483729" r:id="rId28"/>
    <p:sldLayoutId id="2147483730" r:id="rId29"/>
    <p:sldLayoutId id="2147483731" r:id="rId30"/>
    <p:sldLayoutId id="2147483732" r:id="rId31"/>
    <p:sldLayoutId id="2147483733" r:id="rId32"/>
    <p:sldLayoutId id="2147483734" r:id="rId33"/>
    <p:sldLayoutId id="2147483735" r:id="rId34"/>
    <p:sldLayoutId id="2147483736" r:id="rId35"/>
    <p:sldLayoutId id="2147483737" r:id="rId36"/>
    <p:sldLayoutId id="2147483738" r:id="rId37"/>
    <p:sldLayoutId id="2147483739" r:id="rId38"/>
    <p:sldLayoutId id="2147483740" r:id="rId39"/>
    <p:sldLayoutId id="2147483741" r:id="rId40"/>
    <p:sldLayoutId id="2147483742" r:id="rId41"/>
    <p:sldLayoutId id="2147483743" r:id="rId42"/>
    <p:sldLayoutId id="2147483744" r:id="rId43"/>
    <p:sldLayoutId id="2147483745" r:id="rId44"/>
    <p:sldLayoutId id="2147483746" r:id="rId45"/>
    <p:sldLayoutId id="2147483747" r:id="rId46"/>
    <p:sldLayoutId id="2147483748" r:id="rId47"/>
    <p:sldLayoutId id="2147483749" r:id="rId48"/>
    <p:sldLayoutId id="2147483750" r:id="rId49"/>
    <p:sldLayoutId id="2147483751" r:id="rId50"/>
    <p:sldLayoutId id="2147483752" r:id="rId51"/>
    <p:sldLayoutId id="2147483753" r:id="rId52"/>
  </p:sldLayoutIdLst>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1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592">
          <p15:clr>
            <a:srgbClr val="F26B43"/>
          </p15:clr>
        </p15:guide>
        <p15:guide id="2" pos="46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14.png"/><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5008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54"/>
          <p:cNvSpPr/>
          <p:nvPr/>
        </p:nvSpPr>
        <p:spPr>
          <a:xfrm>
            <a:off x="5610125" y="868250"/>
            <a:ext cx="6581700" cy="1725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3400" b="1" dirty="0" err="1">
                <a:solidFill>
                  <a:schemeClr val="lt1"/>
                </a:solidFill>
                <a:latin typeface="Barlow" panose="00000500000000000000" pitchFamily="2" charset="0"/>
                <a:ea typeface="Avenir"/>
                <a:cs typeface="Avenir"/>
                <a:sym typeface="Avenir"/>
              </a:rPr>
              <a:t>Évaluer</a:t>
            </a:r>
            <a:r>
              <a:rPr lang="en-US" sz="3400" b="1" dirty="0">
                <a:solidFill>
                  <a:schemeClr val="lt1"/>
                </a:solidFill>
                <a:latin typeface="Barlow" panose="00000500000000000000" pitchFamily="2" charset="0"/>
                <a:ea typeface="Avenir"/>
                <a:cs typeface="Avenir"/>
                <a:sym typeface="Avenir"/>
              </a:rPr>
              <a:t> la </a:t>
            </a:r>
            <a:r>
              <a:rPr lang="en-US" sz="3400" b="1" dirty="0" err="1">
                <a:solidFill>
                  <a:schemeClr val="lt1"/>
                </a:solidFill>
                <a:latin typeface="Barlow" panose="00000500000000000000" pitchFamily="2" charset="0"/>
                <a:ea typeface="Avenir"/>
                <a:cs typeface="Avenir"/>
                <a:sym typeface="Avenir"/>
              </a:rPr>
              <a:t>cohérence</a:t>
            </a:r>
            <a:r>
              <a:rPr lang="en-US" sz="3400" b="1" dirty="0">
                <a:solidFill>
                  <a:schemeClr val="lt1"/>
                </a:solidFill>
                <a:latin typeface="Barlow" panose="00000500000000000000" pitchFamily="2" charset="0"/>
                <a:ea typeface="Avenir"/>
                <a:cs typeface="Avenir"/>
                <a:sym typeface="Avenir"/>
              </a:rPr>
              <a:t> et la </a:t>
            </a:r>
            <a:r>
              <a:rPr lang="en-US" sz="3400" b="1" dirty="0" err="1">
                <a:solidFill>
                  <a:schemeClr val="lt1"/>
                </a:solidFill>
                <a:latin typeface="Barlow" panose="00000500000000000000" pitchFamily="2" charset="0"/>
                <a:ea typeface="Avenir"/>
                <a:cs typeface="Avenir"/>
                <a:sym typeface="Avenir"/>
              </a:rPr>
              <a:t>fiabilité</a:t>
            </a:r>
            <a:r>
              <a:rPr lang="en-US" sz="3400" b="1" dirty="0">
                <a:solidFill>
                  <a:schemeClr val="lt1"/>
                </a:solidFill>
                <a:latin typeface="Barlow" panose="00000500000000000000" pitchFamily="2" charset="0"/>
                <a:ea typeface="Avenir"/>
                <a:cs typeface="Avenir"/>
                <a:sym typeface="Avenir"/>
              </a:rPr>
              <a:t> d'un </a:t>
            </a:r>
            <a:r>
              <a:rPr lang="en-US" sz="3400" b="1" dirty="0" err="1">
                <a:solidFill>
                  <a:schemeClr val="lt1"/>
                </a:solidFill>
                <a:latin typeface="Barlow" panose="00000500000000000000" pitchFamily="2" charset="0"/>
                <a:ea typeface="Avenir"/>
                <a:cs typeface="Avenir"/>
                <a:sym typeface="Avenir"/>
              </a:rPr>
              <a:t>système</a:t>
            </a:r>
            <a:r>
              <a:rPr lang="en-US" sz="3400" b="1" dirty="0">
                <a:solidFill>
                  <a:schemeClr val="lt1"/>
                </a:solidFill>
                <a:latin typeface="Barlow" panose="00000500000000000000" pitchFamily="2" charset="0"/>
                <a:ea typeface="Avenir"/>
                <a:cs typeface="Avenir"/>
                <a:sym typeface="Avenir"/>
              </a:rPr>
              <a:t> RAG </a:t>
            </a:r>
            <a:r>
              <a:rPr lang="en-US" sz="3400" b="1" dirty="0" err="1">
                <a:solidFill>
                  <a:schemeClr val="lt1"/>
                </a:solidFill>
                <a:latin typeface="Barlow" panose="00000500000000000000" pitchFamily="2" charset="0"/>
                <a:ea typeface="Avenir"/>
                <a:cs typeface="Avenir"/>
                <a:sym typeface="Avenir"/>
              </a:rPr>
              <a:t>en</a:t>
            </a:r>
            <a:r>
              <a:rPr lang="en-US" sz="3400" b="1" dirty="0">
                <a:solidFill>
                  <a:schemeClr val="lt1"/>
                </a:solidFill>
                <a:latin typeface="Barlow" panose="00000500000000000000" pitchFamily="2" charset="0"/>
                <a:ea typeface="Avenir"/>
                <a:cs typeface="Avenir"/>
                <a:sym typeface="Avenir"/>
              </a:rPr>
              <a:t> </a:t>
            </a:r>
            <a:r>
              <a:rPr lang="en-US" sz="3400" b="1" dirty="0" err="1">
                <a:solidFill>
                  <a:schemeClr val="lt1"/>
                </a:solidFill>
                <a:latin typeface="Barlow" panose="00000500000000000000" pitchFamily="2" charset="0"/>
                <a:ea typeface="Avenir"/>
                <a:cs typeface="Avenir"/>
                <a:sym typeface="Avenir"/>
              </a:rPr>
              <a:t>contexte</a:t>
            </a:r>
            <a:r>
              <a:rPr lang="en-US" sz="3400" b="1" dirty="0">
                <a:solidFill>
                  <a:schemeClr val="lt1"/>
                </a:solidFill>
                <a:latin typeface="Barlow" panose="00000500000000000000" pitchFamily="2" charset="0"/>
                <a:ea typeface="Avenir"/>
                <a:cs typeface="Avenir"/>
                <a:sym typeface="Avenir"/>
              </a:rPr>
              <a:t> </a:t>
            </a:r>
            <a:r>
              <a:rPr lang="en-US" sz="3400" b="1" dirty="0" err="1">
                <a:solidFill>
                  <a:schemeClr val="lt1"/>
                </a:solidFill>
                <a:latin typeface="Barlow" panose="00000500000000000000" pitchFamily="2" charset="0"/>
                <a:ea typeface="Avenir"/>
                <a:cs typeface="Avenir"/>
                <a:sym typeface="Avenir"/>
              </a:rPr>
              <a:t>industriel</a:t>
            </a:r>
            <a:r>
              <a:rPr lang="en-US" sz="3400" b="1" dirty="0">
                <a:solidFill>
                  <a:schemeClr val="lt1"/>
                </a:solidFill>
                <a:latin typeface="Barlow" panose="00000500000000000000" pitchFamily="2" charset="0"/>
                <a:ea typeface="Avenir"/>
                <a:cs typeface="Avenir"/>
                <a:sym typeface="Avenir"/>
              </a:rPr>
              <a:t> critique</a:t>
            </a:r>
            <a:endParaRPr sz="3000" b="0" i="0" u="none" strike="noStrike" cap="none" dirty="0">
              <a:solidFill>
                <a:schemeClr val="lt1"/>
              </a:solidFill>
              <a:latin typeface="Barlow" panose="00000500000000000000" pitchFamily="2" charset="0"/>
              <a:ea typeface="Calibri"/>
              <a:cs typeface="Calibri"/>
              <a:sym typeface="Calibri"/>
            </a:endParaRPr>
          </a:p>
        </p:txBody>
      </p:sp>
      <p:sp>
        <p:nvSpPr>
          <p:cNvPr id="537" name="Google Shape;537;p54"/>
          <p:cNvSpPr/>
          <p:nvPr/>
        </p:nvSpPr>
        <p:spPr>
          <a:xfrm>
            <a:off x="5896176" y="4542920"/>
            <a:ext cx="6009600" cy="735900"/>
          </a:xfrm>
          <a:prstGeom prst="rect">
            <a:avLst/>
          </a:prstGeom>
          <a:noFill/>
          <a:ln>
            <a:noFill/>
          </a:ln>
        </p:spPr>
        <p:txBody>
          <a:bodyPr spcFirstLastPara="1" wrap="square" lIns="0" tIns="0" rIns="0" bIns="0" anchor="t" anchorCtr="0">
            <a:noAutofit/>
          </a:bodyPr>
          <a:lstStyle/>
          <a:p>
            <a:pPr marL="0" marR="0" lvl="0" indent="0" algn="ctr" rtl="0">
              <a:lnSpc>
                <a:spcPct val="133000"/>
              </a:lnSpc>
              <a:spcBef>
                <a:spcPts val="0"/>
              </a:spcBef>
              <a:spcAft>
                <a:spcPts val="0"/>
              </a:spcAft>
              <a:buClr>
                <a:srgbClr val="383838"/>
              </a:buClr>
              <a:buSzPts val="1800"/>
              <a:buFont typeface="Patrick Hand"/>
              <a:buNone/>
            </a:pPr>
            <a:r>
              <a:rPr lang="en-US" sz="1800" b="1" dirty="0">
                <a:solidFill>
                  <a:schemeClr val="lt1"/>
                </a:solidFill>
                <a:latin typeface="Barlow" panose="00000500000000000000" pitchFamily="2" charset="0"/>
                <a:ea typeface="Patrick Hand"/>
                <a:cs typeface="Patrick Hand"/>
                <a:sym typeface="Patrick Hand"/>
              </a:rPr>
              <a:t>C</a:t>
            </a:r>
            <a:r>
              <a:rPr lang="en-US" sz="1800" b="1" i="0" u="none" strike="noStrike" cap="none" dirty="0">
                <a:solidFill>
                  <a:schemeClr val="lt1"/>
                </a:solidFill>
                <a:latin typeface="Barlow" panose="00000500000000000000" pitchFamily="2" charset="0"/>
                <a:ea typeface="Patrick Hand"/>
                <a:cs typeface="Patrick Hand"/>
                <a:sym typeface="Patrick Hand"/>
              </a:rPr>
              <a:t>as ScribBERT</a:t>
            </a:r>
            <a:r>
              <a:rPr lang="en-US" sz="1800" b="0" i="0" u="none" strike="noStrike" cap="none" dirty="0">
                <a:solidFill>
                  <a:schemeClr val="lt1"/>
                </a:solidFill>
                <a:latin typeface="Barlow" panose="00000500000000000000" pitchFamily="2" charset="0"/>
                <a:ea typeface="Patrick Hand"/>
                <a:cs typeface="Patrick Hand"/>
                <a:sym typeface="Patrick Hand"/>
              </a:rPr>
              <a:t> — Département </a:t>
            </a:r>
            <a:r>
              <a:rPr lang="en-US" sz="1800" b="0" i="0" u="none" strike="noStrike" cap="none" dirty="0" err="1">
                <a:solidFill>
                  <a:schemeClr val="lt1"/>
                </a:solidFill>
                <a:latin typeface="Barlow" panose="00000500000000000000" pitchFamily="2" charset="0"/>
                <a:ea typeface="Patrick Hand"/>
                <a:cs typeface="Patrick Hand"/>
                <a:sym typeface="Patrick Hand"/>
              </a:rPr>
              <a:t>Prévention</a:t>
            </a:r>
            <a:r>
              <a:rPr lang="en-US" sz="1800" b="0" i="0" u="none" strike="noStrike" cap="none" dirty="0">
                <a:solidFill>
                  <a:schemeClr val="lt1"/>
                </a:solidFill>
                <a:latin typeface="Barlow" panose="00000500000000000000" pitchFamily="2" charset="0"/>
                <a:ea typeface="Patrick Hand"/>
                <a:cs typeface="Patrick Hand"/>
                <a:sym typeface="Patrick Hand"/>
              </a:rPr>
              <a:t> Santé‑Sécurité, Bouygues Travaux Publics</a:t>
            </a:r>
            <a:endParaRPr sz="1800" b="0" i="0" u="none" strike="noStrike" cap="none" dirty="0">
              <a:solidFill>
                <a:schemeClr val="lt1"/>
              </a:solidFill>
              <a:latin typeface="Barlow" panose="00000500000000000000" pitchFamily="2" charset="0"/>
              <a:ea typeface="Calibri"/>
              <a:cs typeface="Calibri"/>
              <a:sym typeface="Calibri"/>
            </a:endParaRPr>
          </a:p>
        </p:txBody>
      </p:sp>
      <p:sp>
        <p:nvSpPr>
          <p:cNvPr id="538" name="Google Shape;538;p54"/>
          <p:cNvSpPr/>
          <p:nvPr/>
        </p:nvSpPr>
        <p:spPr>
          <a:xfrm>
            <a:off x="5896176" y="5594937"/>
            <a:ext cx="6009600" cy="31800"/>
          </a:xfrm>
          <a:prstGeom prst="roundRect">
            <a:avLst>
              <a:gd name="adj" fmla="val 59999"/>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Barlow" panose="00000500000000000000" pitchFamily="2" charset="0"/>
            </a:endParaRPr>
          </a:p>
        </p:txBody>
      </p:sp>
      <p:sp>
        <p:nvSpPr>
          <p:cNvPr id="539" name="Google Shape;539;p54"/>
          <p:cNvSpPr/>
          <p:nvPr/>
        </p:nvSpPr>
        <p:spPr>
          <a:xfrm>
            <a:off x="5896176" y="5942897"/>
            <a:ext cx="6009600" cy="735900"/>
          </a:xfrm>
          <a:prstGeom prst="rect">
            <a:avLst/>
          </a:prstGeom>
          <a:noFill/>
          <a:ln>
            <a:noFill/>
          </a:ln>
        </p:spPr>
        <p:txBody>
          <a:bodyPr spcFirstLastPara="1" wrap="square" lIns="0" tIns="0" rIns="0" bIns="0" anchor="t" anchorCtr="0">
            <a:noAutofit/>
          </a:bodyPr>
          <a:lstStyle/>
          <a:p>
            <a:pPr marL="0" marR="0" lvl="0" indent="0" algn="ctr" rtl="0">
              <a:lnSpc>
                <a:spcPct val="133000"/>
              </a:lnSpc>
              <a:spcBef>
                <a:spcPts val="0"/>
              </a:spcBef>
              <a:spcAft>
                <a:spcPts val="0"/>
              </a:spcAft>
              <a:buClr>
                <a:srgbClr val="383838"/>
              </a:buClr>
              <a:buSzPts val="1800"/>
              <a:buFont typeface="Patrick Hand"/>
              <a:buNone/>
            </a:pPr>
            <a:r>
              <a:rPr lang="en-US" sz="1800" b="0" i="0" u="none" strike="noStrike" cap="none" dirty="0" err="1">
                <a:solidFill>
                  <a:schemeClr val="lt1"/>
                </a:solidFill>
                <a:latin typeface="Barlow" panose="00000500000000000000" pitchFamily="2" charset="0"/>
                <a:ea typeface="Patrick Hand"/>
                <a:cs typeface="Patrick Hand"/>
                <a:sym typeface="Patrick Hand"/>
              </a:rPr>
              <a:t>Candidat</a:t>
            </a:r>
            <a:r>
              <a:rPr lang="en-US" sz="1800" b="0" i="0" u="none" strike="noStrike" cap="none" dirty="0">
                <a:solidFill>
                  <a:schemeClr val="lt1"/>
                </a:solidFill>
                <a:latin typeface="Barlow" panose="00000500000000000000" pitchFamily="2" charset="0"/>
                <a:ea typeface="Patrick Hand"/>
                <a:cs typeface="Patrick Hand"/>
                <a:sym typeface="Patrick Hand"/>
              </a:rPr>
              <a:t> : </a:t>
            </a:r>
            <a:r>
              <a:rPr lang="en-US" sz="1800" dirty="0">
                <a:solidFill>
                  <a:schemeClr val="lt1"/>
                </a:solidFill>
                <a:latin typeface="Barlow" panose="00000500000000000000" pitchFamily="2" charset="0"/>
                <a:ea typeface="Patrick Hand"/>
                <a:cs typeface="Patrick Hand"/>
                <a:sym typeface="Patrick Hand"/>
              </a:rPr>
              <a:t>Aurélien LELEU</a:t>
            </a:r>
            <a:endParaRPr sz="1800" dirty="0">
              <a:solidFill>
                <a:schemeClr val="lt1"/>
              </a:solidFill>
              <a:latin typeface="Barlow" panose="00000500000000000000" pitchFamily="2" charset="0"/>
              <a:ea typeface="Patrick Hand"/>
              <a:cs typeface="Patrick Hand"/>
              <a:sym typeface="Patrick Hand"/>
            </a:endParaRPr>
          </a:p>
          <a:p>
            <a:pPr marL="0" marR="0" lvl="0" indent="0" algn="ctr" rtl="0">
              <a:lnSpc>
                <a:spcPct val="133000"/>
              </a:lnSpc>
              <a:spcBef>
                <a:spcPts val="0"/>
              </a:spcBef>
              <a:spcAft>
                <a:spcPts val="0"/>
              </a:spcAft>
              <a:buClr>
                <a:srgbClr val="383838"/>
              </a:buClr>
              <a:buSzPts val="1800"/>
              <a:buFont typeface="Patrick Hand"/>
              <a:buNone/>
            </a:pPr>
            <a:r>
              <a:rPr lang="en-US" sz="1800" b="0" i="0" u="none" strike="noStrike" cap="none" dirty="0" err="1">
                <a:solidFill>
                  <a:schemeClr val="lt1"/>
                </a:solidFill>
                <a:latin typeface="Barlow" panose="00000500000000000000" pitchFamily="2" charset="0"/>
                <a:ea typeface="Patrick Hand"/>
                <a:cs typeface="Patrick Hand"/>
                <a:sym typeface="Patrick Hand"/>
              </a:rPr>
              <a:t>Tuteurs</a:t>
            </a:r>
            <a:r>
              <a:rPr lang="en-US" sz="1800" b="0" i="0" u="none" strike="noStrike" cap="none" dirty="0">
                <a:solidFill>
                  <a:schemeClr val="lt1"/>
                </a:solidFill>
                <a:latin typeface="Barlow" panose="00000500000000000000" pitchFamily="2" charset="0"/>
                <a:ea typeface="Patrick Hand"/>
                <a:cs typeface="Patrick Hand"/>
                <a:sym typeface="Patrick Hand"/>
              </a:rPr>
              <a:t> : Flavien MARTIN &amp; Julien LARSENEUR</a:t>
            </a:r>
            <a:endParaRPr sz="1800" b="0" i="0" u="none" strike="noStrike" cap="none" dirty="0">
              <a:solidFill>
                <a:schemeClr val="lt1"/>
              </a:solidFill>
              <a:latin typeface="Barlow" panose="00000500000000000000" pitchFamily="2" charset="0"/>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55"/>
          <p:cNvSpPr/>
          <p:nvPr/>
        </p:nvSpPr>
        <p:spPr>
          <a:xfrm>
            <a:off x="695325" y="742461"/>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800" b="1" dirty="0">
                <a:solidFill>
                  <a:schemeClr val="tx1"/>
                </a:solidFill>
                <a:latin typeface="Avenir"/>
                <a:sym typeface="Patrick Hand"/>
              </a:rPr>
              <a:t>Le </a:t>
            </a:r>
            <a:r>
              <a:rPr lang="en-US" sz="2800" b="1" dirty="0" err="1">
                <a:solidFill>
                  <a:schemeClr val="tx1"/>
                </a:solidFill>
                <a:latin typeface="Avenir"/>
                <a:sym typeface="Patrick Hand"/>
              </a:rPr>
              <a:t>problème</a:t>
            </a:r>
            <a:r>
              <a:rPr lang="en-US" sz="2800" b="1" dirty="0">
                <a:solidFill>
                  <a:schemeClr val="tx1"/>
                </a:solidFill>
                <a:latin typeface="Avenir"/>
                <a:sym typeface="Patrick Hand"/>
              </a:rPr>
              <a:t> à </a:t>
            </a:r>
            <a:r>
              <a:rPr lang="en-US" sz="2800" b="1" dirty="0" err="1">
                <a:solidFill>
                  <a:schemeClr val="tx1"/>
                </a:solidFill>
                <a:latin typeface="Avenir"/>
                <a:sym typeface="Patrick Hand"/>
              </a:rPr>
              <a:t>résoudre</a:t>
            </a:r>
            <a:r>
              <a:rPr lang="en-US" sz="2800" b="1" dirty="0">
                <a:solidFill>
                  <a:schemeClr val="tx1"/>
                </a:solidFill>
                <a:latin typeface="Avenir"/>
                <a:sym typeface="Patrick Hand"/>
              </a:rPr>
              <a:t> : Un </a:t>
            </a:r>
            <a:r>
              <a:rPr lang="en-US" sz="2800" b="1" dirty="0" err="1">
                <a:solidFill>
                  <a:schemeClr val="tx1"/>
                </a:solidFill>
                <a:latin typeface="Avenir"/>
                <a:sym typeface="Patrick Hand"/>
              </a:rPr>
              <a:t>environnement</a:t>
            </a:r>
            <a:r>
              <a:rPr lang="en-US" sz="2800" b="1" dirty="0">
                <a:solidFill>
                  <a:schemeClr val="tx1"/>
                </a:solidFill>
                <a:latin typeface="Avenir"/>
                <a:sym typeface="Patrick Hand"/>
              </a:rPr>
              <a:t> </a:t>
            </a:r>
            <a:r>
              <a:rPr lang="en-US" sz="2800" b="1" dirty="0" err="1">
                <a:solidFill>
                  <a:schemeClr val="tx1"/>
                </a:solidFill>
                <a:latin typeface="Avenir"/>
                <a:sym typeface="Patrick Hand"/>
              </a:rPr>
              <a:t>documentaire</a:t>
            </a:r>
            <a:r>
              <a:rPr lang="en-US" sz="2800" b="1" dirty="0">
                <a:solidFill>
                  <a:schemeClr val="tx1"/>
                </a:solidFill>
                <a:latin typeface="Avenir"/>
                <a:sym typeface="Patrick Hand"/>
              </a:rPr>
              <a:t> sous tension</a:t>
            </a:r>
            <a:endParaRPr sz="2800" b="1" dirty="0">
              <a:solidFill>
                <a:schemeClr val="tx1"/>
              </a:solidFill>
              <a:latin typeface="Avenir"/>
              <a:sym typeface="Calibri"/>
            </a:endParaRPr>
          </a:p>
        </p:txBody>
      </p:sp>
      <p:sp>
        <p:nvSpPr>
          <p:cNvPr id="546" name="Google Shape;546;p55"/>
          <p:cNvSpPr/>
          <p:nvPr/>
        </p:nvSpPr>
        <p:spPr>
          <a:xfrm>
            <a:off x="1242097" y="2769463"/>
            <a:ext cx="2567022" cy="560487"/>
          </a:xfrm>
          <a:prstGeom prst="rect">
            <a:avLst/>
          </a:prstGeom>
          <a:noFill/>
          <a:ln>
            <a:noFill/>
          </a:ln>
        </p:spPr>
        <p:txBody>
          <a:bodyPr spcFirstLastPara="1" wrap="square" lIns="0" tIns="0" rIns="0" bIns="0" anchor="t" anchorCtr="0">
            <a:noAutofit/>
          </a:bodyPr>
          <a:lstStyle/>
          <a:p>
            <a:pPr marL="0" marR="0" lvl="0" indent="0" algn="ctr" rtl="0">
              <a:lnSpc>
                <a:spcPct val="83000"/>
              </a:lnSpc>
              <a:spcBef>
                <a:spcPts val="0"/>
              </a:spcBef>
              <a:spcAft>
                <a:spcPts val="0"/>
              </a:spcAft>
              <a:buClr>
                <a:srgbClr val="383838"/>
              </a:buClr>
              <a:buSzPts val="4400"/>
              <a:buFont typeface="Patrick Hand"/>
              <a:buNone/>
            </a:pPr>
            <a:r>
              <a:rPr lang="en-US" sz="4400" b="0" i="0" u="none" strike="noStrike" cap="none" dirty="0">
                <a:solidFill>
                  <a:schemeClr val="tx1"/>
                </a:solidFill>
                <a:latin typeface="Barlow" panose="00000500000000000000" pitchFamily="2" charset="0"/>
                <a:ea typeface="Patrick Hand"/>
                <a:cs typeface="Patrick Hand"/>
                <a:sym typeface="Patrick Hand"/>
              </a:rPr>
              <a:t>130</a:t>
            </a:r>
            <a:endParaRPr sz="4400" b="0" i="0" u="none" strike="noStrike" cap="none" dirty="0">
              <a:solidFill>
                <a:schemeClr val="tx1"/>
              </a:solidFill>
              <a:latin typeface="Barlow" panose="00000500000000000000" pitchFamily="2" charset="0"/>
              <a:ea typeface="Calibri"/>
              <a:cs typeface="Calibri"/>
              <a:sym typeface="Calibri"/>
            </a:endParaRPr>
          </a:p>
        </p:txBody>
      </p:sp>
      <p:sp>
        <p:nvSpPr>
          <p:cNvPr id="547" name="Google Shape;547;p55"/>
          <p:cNvSpPr/>
          <p:nvPr/>
        </p:nvSpPr>
        <p:spPr>
          <a:xfrm>
            <a:off x="814277" y="3508742"/>
            <a:ext cx="3422763" cy="212328"/>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383838"/>
              </a:buClr>
              <a:buSzPts val="1300"/>
              <a:buFont typeface="Patrick Hand"/>
              <a:buNone/>
            </a:pPr>
            <a:r>
              <a:rPr lang="en-US" sz="1300" b="0" i="0" u="none" strike="noStrike" cap="none">
                <a:solidFill>
                  <a:schemeClr val="tx1"/>
                </a:solidFill>
                <a:latin typeface="Barlow" panose="00000500000000000000" pitchFamily="2" charset="0"/>
                <a:ea typeface="Patrick Hand"/>
                <a:cs typeface="Patrick Hand"/>
                <a:sym typeface="Patrick Hand"/>
              </a:rPr>
              <a:t>Documents PDF</a:t>
            </a:r>
            <a:endParaRPr sz="1300" b="0" i="0" u="none" strike="noStrike" cap="none">
              <a:solidFill>
                <a:schemeClr val="tx1"/>
              </a:solidFill>
              <a:latin typeface="Barlow" panose="00000500000000000000" pitchFamily="2" charset="0"/>
              <a:ea typeface="Calibri"/>
              <a:cs typeface="Calibri"/>
              <a:sym typeface="Calibri"/>
            </a:endParaRPr>
          </a:p>
        </p:txBody>
      </p:sp>
      <p:sp>
        <p:nvSpPr>
          <p:cNvPr id="548" name="Google Shape;548;p55"/>
          <p:cNvSpPr/>
          <p:nvPr/>
        </p:nvSpPr>
        <p:spPr>
          <a:xfrm>
            <a:off x="814277" y="3796278"/>
            <a:ext cx="3422763" cy="236141"/>
          </a:xfrm>
          <a:prstGeom prst="rect">
            <a:avLst/>
          </a:prstGeom>
          <a:noFill/>
          <a:ln>
            <a:noFill/>
          </a:ln>
        </p:spPr>
        <p:txBody>
          <a:bodyPr spcFirstLastPara="1" wrap="square" lIns="0" tIns="0" rIns="0" bIns="0" anchor="t" anchorCtr="0">
            <a:noAutofit/>
          </a:bodyPr>
          <a:lstStyle/>
          <a:p>
            <a:pPr marL="0" marR="0" lvl="0" indent="0" algn="ctr" rtl="0">
              <a:lnSpc>
                <a:spcPct val="116000"/>
              </a:lnSpc>
              <a:spcBef>
                <a:spcPts val="0"/>
              </a:spcBef>
              <a:spcAft>
                <a:spcPts val="0"/>
              </a:spcAft>
              <a:buClr>
                <a:srgbClr val="383838"/>
              </a:buClr>
              <a:buSzPts val="1300"/>
              <a:buFont typeface="Patrick Hand"/>
              <a:buNone/>
            </a:pPr>
            <a:r>
              <a:rPr lang="en-US" sz="1300" b="0" i="0" u="none" strike="noStrike" cap="none">
                <a:solidFill>
                  <a:schemeClr val="tx1"/>
                </a:solidFill>
                <a:latin typeface="Barlow" panose="00000500000000000000" pitchFamily="2" charset="0"/>
                <a:ea typeface="Patrick Hand"/>
                <a:cs typeface="Patrick Hand"/>
                <a:sym typeface="Patrick Hand"/>
              </a:rPr>
              <a:t>Corpus réglementaire et normatif hétérogène</a:t>
            </a:r>
            <a:endParaRPr sz="1300" b="0" i="0" u="none" strike="noStrike" cap="none">
              <a:solidFill>
                <a:schemeClr val="tx1"/>
              </a:solidFill>
              <a:latin typeface="Barlow" panose="00000500000000000000" pitchFamily="2" charset="0"/>
              <a:ea typeface="Calibri"/>
              <a:cs typeface="Calibri"/>
              <a:sym typeface="Calibri"/>
            </a:endParaRPr>
          </a:p>
        </p:txBody>
      </p:sp>
      <p:sp>
        <p:nvSpPr>
          <p:cNvPr id="549" name="Google Shape;549;p55"/>
          <p:cNvSpPr/>
          <p:nvPr/>
        </p:nvSpPr>
        <p:spPr>
          <a:xfrm>
            <a:off x="4821523" y="2769463"/>
            <a:ext cx="2567022" cy="560487"/>
          </a:xfrm>
          <a:prstGeom prst="rect">
            <a:avLst/>
          </a:prstGeom>
          <a:noFill/>
          <a:ln>
            <a:noFill/>
          </a:ln>
        </p:spPr>
        <p:txBody>
          <a:bodyPr spcFirstLastPara="1" wrap="square" lIns="0" tIns="0" rIns="0" bIns="0" anchor="t" anchorCtr="0">
            <a:noAutofit/>
          </a:bodyPr>
          <a:lstStyle/>
          <a:p>
            <a:pPr marL="0" marR="0" lvl="0" indent="0" algn="ctr" rtl="0">
              <a:lnSpc>
                <a:spcPct val="83000"/>
              </a:lnSpc>
              <a:spcBef>
                <a:spcPts val="0"/>
              </a:spcBef>
              <a:spcAft>
                <a:spcPts val="0"/>
              </a:spcAft>
              <a:buClr>
                <a:srgbClr val="383838"/>
              </a:buClr>
              <a:buSzPts val="4400"/>
              <a:buFont typeface="Patrick Hand"/>
              <a:buNone/>
            </a:pPr>
            <a:r>
              <a:rPr lang="en-US" sz="4400" b="0" i="0" u="none" strike="noStrike" cap="none">
                <a:solidFill>
                  <a:schemeClr val="tx1"/>
                </a:solidFill>
                <a:latin typeface="Barlow" panose="00000500000000000000" pitchFamily="2" charset="0"/>
                <a:ea typeface="Patrick Hand"/>
                <a:cs typeface="Patrick Hand"/>
                <a:sym typeface="Patrick Hand"/>
              </a:rPr>
              <a:t>2:30</a:t>
            </a:r>
            <a:endParaRPr sz="4400" b="0" i="0" u="none" strike="noStrike" cap="none">
              <a:solidFill>
                <a:schemeClr val="tx1"/>
              </a:solidFill>
              <a:latin typeface="Barlow" panose="00000500000000000000" pitchFamily="2" charset="0"/>
              <a:ea typeface="Calibri"/>
              <a:cs typeface="Calibri"/>
              <a:sym typeface="Calibri"/>
            </a:endParaRPr>
          </a:p>
        </p:txBody>
      </p:sp>
      <p:sp>
        <p:nvSpPr>
          <p:cNvPr id="550" name="Google Shape;550;p55"/>
          <p:cNvSpPr/>
          <p:nvPr/>
        </p:nvSpPr>
        <p:spPr>
          <a:xfrm>
            <a:off x="4393702" y="3508742"/>
            <a:ext cx="3422763" cy="212328"/>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383838"/>
              </a:buClr>
              <a:buSzPts val="1300"/>
              <a:buFont typeface="Patrick Hand"/>
              <a:buNone/>
            </a:pPr>
            <a:r>
              <a:rPr lang="en-US" sz="1300" b="0" i="0" u="none" strike="noStrike" cap="none">
                <a:solidFill>
                  <a:schemeClr val="tx1"/>
                </a:solidFill>
                <a:latin typeface="Barlow" panose="00000500000000000000" pitchFamily="2" charset="0"/>
                <a:ea typeface="Patrick Hand"/>
                <a:cs typeface="Patrick Hand"/>
                <a:sym typeface="Patrick Hand"/>
              </a:rPr>
              <a:t>Min. par recherche</a:t>
            </a:r>
            <a:endParaRPr sz="1300" b="0" i="0" u="none" strike="noStrike" cap="none">
              <a:solidFill>
                <a:schemeClr val="tx1"/>
              </a:solidFill>
              <a:latin typeface="Barlow" panose="00000500000000000000" pitchFamily="2" charset="0"/>
              <a:ea typeface="Calibri"/>
              <a:cs typeface="Calibri"/>
              <a:sym typeface="Calibri"/>
            </a:endParaRPr>
          </a:p>
        </p:txBody>
      </p:sp>
      <p:sp>
        <p:nvSpPr>
          <p:cNvPr id="551" name="Google Shape;551;p55"/>
          <p:cNvSpPr/>
          <p:nvPr/>
        </p:nvSpPr>
        <p:spPr>
          <a:xfrm>
            <a:off x="4393702" y="3796278"/>
            <a:ext cx="3422763" cy="236141"/>
          </a:xfrm>
          <a:prstGeom prst="rect">
            <a:avLst/>
          </a:prstGeom>
          <a:noFill/>
          <a:ln>
            <a:noFill/>
          </a:ln>
        </p:spPr>
        <p:txBody>
          <a:bodyPr spcFirstLastPara="1" wrap="square" lIns="0" tIns="0" rIns="0" bIns="0" anchor="t" anchorCtr="0">
            <a:noAutofit/>
          </a:bodyPr>
          <a:lstStyle/>
          <a:p>
            <a:pPr marL="0" marR="0" lvl="0" indent="0" algn="ctr" rtl="0">
              <a:lnSpc>
                <a:spcPct val="116000"/>
              </a:lnSpc>
              <a:spcBef>
                <a:spcPts val="0"/>
              </a:spcBef>
              <a:spcAft>
                <a:spcPts val="0"/>
              </a:spcAft>
              <a:buClr>
                <a:srgbClr val="383838"/>
              </a:buClr>
              <a:buSzPts val="1300"/>
              <a:buFont typeface="Patrick Hand"/>
              <a:buNone/>
            </a:pPr>
            <a:r>
              <a:rPr lang="en-US" sz="1300" b="0" i="0" u="none" strike="noStrike" cap="none" dirty="0">
                <a:solidFill>
                  <a:schemeClr val="tx1"/>
                </a:solidFill>
                <a:latin typeface="Barlow" panose="00000500000000000000" pitchFamily="2" charset="0"/>
                <a:ea typeface="Patrick Hand"/>
                <a:cs typeface="Patrick Hand"/>
                <a:sym typeface="Patrick Hand"/>
              </a:rPr>
              <a:t>Temps moyen </a:t>
            </a:r>
            <a:r>
              <a:rPr lang="en-US" sz="1300" b="0" i="0" u="none" strike="noStrike" cap="none" dirty="0" err="1">
                <a:solidFill>
                  <a:schemeClr val="tx1"/>
                </a:solidFill>
                <a:latin typeface="Barlow" panose="00000500000000000000" pitchFamily="2" charset="0"/>
                <a:ea typeface="Patrick Hand"/>
                <a:cs typeface="Patrick Hand"/>
                <a:sym typeface="Patrick Hand"/>
              </a:rPr>
              <a:t>d'accès</a:t>
            </a:r>
            <a:r>
              <a:rPr lang="en-US" sz="1300" b="0" i="0" u="none" strike="noStrike" cap="none" dirty="0">
                <a:solidFill>
                  <a:schemeClr val="tx1"/>
                </a:solidFill>
                <a:latin typeface="Barlow" panose="00000500000000000000" pitchFamily="2" charset="0"/>
                <a:ea typeface="Patrick Hand"/>
                <a:cs typeface="Patrick Hand"/>
                <a:sym typeface="Patrick Hand"/>
              </a:rPr>
              <a:t> à </a:t>
            </a:r>
            <a:r>
              <a:rPr lang="en-US" sz="1300" b="0" i="0" u="none" strike="noStrike" cap="none" dirty="0" err="1">
                <a:solidFill>
                  <a:schemeClr val="tx1"/>
                </a:solidFill>
                <a:latin typeface="Barlow" panose="00000500000000000000" pitchFamily="2" charset="0"/>
                <a:ea typeface="Patrick Hand"/>
                <a:cs typeface="Patrick Hand"/>
                <a:sym typeface="Patrick Hand"/>
              </a:rPr>
              <a:t>l'information</a:t>
            </a:r>
            <a:r>
              <a:rPr lang="en-US" sz="1300" b="0" i="0" u="none" strike="noStrike" cap="none" dirty="0">
                <a:solidFill>
                  <a:schemeClr val="tx1"/>
                </a:solidFill>
                <a:latin typeface="Barlow" panose="00000500000000000000" pitchFamily="2" charset="0"/>
                <a:ea typeface="Patrick Hand"/>
                <a:cs typeface="Patrick Hand"/>
                <a:sym typeface="Patrick Hand"/>
              </a:rPr>
              <a:t> critique</a:t>
            </a:r>
            <a:endParaRPr sz="1300" b="0" i="0" u="none" strike="noStrike" cap="none" dirty="0">
              <a:solidFill>
                <a:schemeClr val="tx1"/>
              </a:solidFill>
              <a:latin typeface="Barlow" panose="00000500000000000000" pitchFamily="2" charset="0"/>
              <a:ea typeface="Calibri"/>
              <a:cs typeface="Calibri"/>
              <a:sym typeface="Calibri"/>
            </a:endParaRPr>
          </a:p>
        </p:txBody>
      </p:sp>
      <p:sp>
        <p:nvSpPr>
          <p:cNvPr id="552" name="Google Shape;552;p55"/>
          <p:cNvSpPr/>
          <p:nvPr/>
        </p:nvSpPr>
        <p:spPr>
          <a:xfrm>
            <a:off x="8400948" y="2769463"/>
            <a:ext cx="2567022" cy="560487"/>
          </a:xfrm>
          <a:prstGeom prst="rect">
            <a:avLst/>
          </a:prstGeom>
          <a:noFill/>
          <a:ln>
            <a:noFill/>
          </a:ln>
        </p:spPr>
        <p:txBody>
          <a:bodyPr spcFirstLastPara="1" wrap="square" lIns="0" tIns="0" rIns="0" bIns="0" anchor="t" anchorCtr="0">
            <a:noAutofit/>
          </a:bodyPr>
          <a:lstStyle/>
          <a:p>
            <a:pPr marL="0" marR="0" lvl="0" indent="0" algn="ctr" rtl="0">
              <a:lnSpc>
                <a:spcPct val="83000"/>
              </a:lnSpc>
              <a:spcBef>
                <a:spcPts val="0"/>
              </a:spcBef>
              <a:spcAft>
                <a:spcPts val="0"/>
              </a:spcAft>
              <a:buClr>
                <a:srgbClr val="383838"/>
              </a:buClr>
              <a:buSzPts val="4400"/>
              <a:buFont typeface="Patrick Hand"/>
              <a:buNone/>
            </a:pPr>
            <a:r>
              <a:rPr lang="en-US" sz="4400" b="0" i="0" u="none" strike="noStrike" cap="none">
                <a:solidFill>
                  <a:schemeClr val="tx1"/>
                </a:solidFill>
                <a:latin typeface="Barlow" panose="00000500000000000000" pitchFamily="2" charset="0"/>
                <a:ea typeface="Patrick Hand"/>
                <a:cs typeface="Patrick Hand"/>
                <a:sym typeface="Patrick Hand"/>
              </a:rPr>
              <a:t>40%</a:t>
            </a:r>
            <a:endParaRPr sz="4400" b="0" i="0" u="none" strike="noStrike" cap="none">
              <a:solidFill>
                <a:schemeClr val="tx1"/>
              </a:solidFill>
              <a:latin typeface="Barlow" panose="00000500000000000000" pitchFamily="2" charset="0"/>
              <a:ea typeface="Calibri"/>
              <a:cs typeface="Calibri"/>
              <a:sym typeface="Calibri"/>
            </a:endParaRPr>
          </a:p>
        </p:txBody>
      </p:sp>
      <p:sp>
        <p:nvSpPr>
          <p:cNvPr id="553" name="Google Shape;553;p55"/>
          <p:cNvSpPr/>
          <p:nvPr/>
        </p:nvSpPr>
        <p:spPr>
          <a:xfrm>
            <a:off x="7973127" y="3508742"/>
            <a:ext cx="3422763" cy="212328"/>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383838"/>
              </a:buClr>
              <a:buSzPts val="1300"/>
              <a:buFont typeface="Patrick Hand"/>
              <a:buNone/>
            </a:pPr>
            <a:r>
              <a:rPr lang="en-US" sz="1300" b="0" i="0" u="none" strike="noStrike" cap="none" dirty="0">
                <a:solidFill>
                  <a:schemeClr val="tx1"/>
                </a:solidFill>
                <a:latin typeface="Barlow" panose="00000500000000000000" pitchFamily="2" charset="0"/>
                <a:ea typeface="Patrick Hand"/>
                <a:cs typeface="Patrick Hand"/>
                <a:sym typeface="Patrick Hand"/>
              </a:rPr>
              <a:t>FR / 60% EN</a:t>
            </a:r>
            <a:endParaRPr sz="1300" b="0" i="0" u="none" strike="noStrike" cap="none" dirty="0">
              <a:solidFill>
                <a:schemeClr val="tx1"/>
              </a:solidFill>
              <a:latin typeface="Barlow" panose="00000500000000000000" pitchFamily="2" charset="0"/>
              <a:ea typeface="Calibri"/>
              <a:cs typeface="Calibri"/>
              <a:sym typeface="Calibri"/>
            </a:endParaRPr>
          </a:p>
        </p:txBody>
      </p:sp>
      <p:sp>
        <p:nvSpPr>
          <p:cNvPr id="554" name="Google Shape;554;p55"/>
          <p:cNvSpPr/>
          <p:nvPr/>
        </p:nvSpPr>
        <p:spPr>
          <a:xfrm>
            <a:off x="7973127" y="3796278"/>
            <a:ext cx="3422763" cy="236141"/>
          </a:xfrm>
          <a:prstGeom prst="rect">
            <a:avLst/>
          </a:prstGeom>
          <a:noFill/>
          <a:ln>
            <a:noFill/>
          </a:ln>
        </p:spPr>
        <p:txBody>
          <a:bodyPr spcFirstLastPara="1" wrap="square" lIns="0" tIns="0" rIns="0" bIns="0" anchor="t" anchorCtr="0">
            <a:noAutofit/>
          </a:bodyPr>
          <a:lstStyle/>
          <a:p>
            <a:pPr marL="0" marR="0" lvl="0" indent="0" algn="ctr" rtl="0">
              <a:lnSpc>
                <a:spcPct val="116000"/>
              </a:lnSpc>
              <a:spcBef>
                <a:spcPts val="0"/>
              </a:spcBef>
              <a:spcAft>
                <a:spcPts val="0"/>
              </a:spcAft>
              <a:buClr>
                <a:srgbClr val="383838"/>
              </a:buClr>
              <a:buSzPts val="1300"/>
              <a:buFont typeface="Patrick Hand"/>
              <a:buNone/>
            </a:pPr>
            <a:r>
              <a:rPr lang="en-US" sz="1300" b="0" i="0" u="none" strike="noStrike" cap="none">
                <a:solidFill>
                  <a:schemeClr val="tx1"/>
                </a:solidFill>
                <a:latin typeface="Barlow" panose="00000500000000000000" pitchFamily="2" charset="0"/>
                <a:ea typeface="Patrick Hand"/>
                <a:cs typeface="Patrick Hand"/>
                <a:sym typeface="Patrick Hand"/>
              </a:rPr>
              <a:t>Documents multilingues non harmonisés</a:t>
            </a:r>
            <a:endParaRPr sz="1300" b="0" i="0" u="none" strike="noStrike" cap="none">
              <a:solidFill>
                <a:schemeClr val="tx1"/>
              </a:solidFill>
              <a:latin typeface="Barlow" panose="00000500000000000000" pitchFamily="2" charset="0"/>
              <a:ea typeface="Calibri"/>
              <a:cs typeface="Calibri"/>
              <a:sym typeface="Calibri"/>
            </a:endParaRPr>
          </a:p>
        </p:txBody>
      </p:sp>
      <p:sp>
        <p:nvSpPr>
          <p:cNvPr id="556" name="Google Shape;556;p55"/>
          <p:cNvSpPr/>
          <p:nvPr/>
        </p:nvSpPr>
        <p:spPr>
          <a:xfrm>
            <a:off x="3240254" y="5589559"/>
            <a:ext cx="5711087" cy="396001"/>
          </a:xfrm>
          <a:prstGeom prst="roundRect">
            <a:avLst>
              <a:gd name="adj" fmla="val 9114"/>
            </a:avLst>
          </a:pr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tx1"/>
              </a:solidFill>
              <a:latin typeface="Barlow" panose="00000500000000000000" pitchFamily="2" charset="0"/>
            </a:endParaRPr>
          </a:p>
        </p:txBody>
      </p:sp>
      <p:pic>
        <p:nvPicPr>
          <p:cNvPr id="557" name="Google Shape;557;p55" descr="preencoded.png"/>
          <p:cNvPicPr preferRelativeResize="0"/>
          <p:nvPr/>
        </p:nvPicPr>
        <p:blipFill rotWithShape="1">
          <a:blip r:embed="rId3">
            <a:alphaModFix/>
          </a:blip>
          <a:srcRect/>
          <a:stretch/>
        </p:blipFill>
        <p:spPr>
          <a:xfrm>
            <a:off x="3373271" y="5703363"/>
            <a:ext cx="212224" cy="169763"/>
          </a:xfrm>
          <a:prstGeom prst="rect">
            <a:avLst/>
          </a:prstGeom>
          <a:noFill/>
          <a:ln>
            <a:noFill/>
          </a:ln>
        </p:spPr>
      </p:pic>
      <p:sp>
        <p:nvSpPr>
          <p:cNvPr id="558" name="Google Shape;558;p55"/>
          <p:cNvSpPr/>
          <p:nvPr/>
        </p:nvSpPr>
        <p:spPr>
          <a:xfrm>
            <a:off x="3662893" y="5663421"/>
            <a:ext cx="5400749" cy="266751"/>
          </a:xfrm>
          <a:prstGeom prst="rect">
            <a:avLst/>
          </a:prstGeom>
          <a:noFill/>
          <a:ln>
            <a:noFill/>
          </a:ln>
        </p:spPr>
        <p:txBody>
          <a:bodyPr spcFirstLastPara="1" wrap="square" lIns="0" tIns="0" rIns="0" bIns="0" anchor="t" anchorCtr="0">
            <a:noAutofit/>
          </a:bodyPr>
          <a:lstStyle/>
          <a:p>
            <a:pPr marL="0" marR="0" lvl="0" indent="0" algn="l" rtl="0">
              <a:lnSpc>
                <a:spcPct val="116000"/>
              </a:lnSpc>
              <a:spcBef>
                <a:spcPts val="0"/>
              </a:spcBef>
              <a:spcAft>
                <a:spcPts val="0"/>
              </a:spcAft>
              <a:buClr>
                <a:srgbClr val="000000"/>
              </a:buClr>
              <a:buSzPts val="1300"/>
              <a:buFont typeface="Patrick Hand"/>
              <a:buNone/>
            </a:pPr>
            <a:r>
              <a:rPr lang="en-US" sz="1300" b="0" i="0" u="none" strike="noStrike" cap="none" dirty="0">
                <a:solidFill>
                  <a:schemeClr val="tx1"/>
                </a:solidFill>
                <a:latin typeface="Barlow" panose="00000500000000000000" pitchFamily="2" charset="0"/>
                <a:ea typeface="Patrick Hand"/>
                <a:cs typeface="Patrick Hand"/>
                <a:sym typeface="Patrick Hand"/>
              </a:rPr>
              <a:t>ScribBERT </a:t>
            </a:r>
            <a:r>
              <a:rPr lang="en-US" sz="1300" b="0" i="0" u="none" strike="noStrike" cap="none" dirty="0" err="1">
                <a:solidFill>
                  <a:schemeClr val="tx1"/>
                </a:solidFill>
                <a:latin typeface="Barlow" panose="00000500000000000000" pitchFamily="2" charset="0"/>
                <a:ea typeface="Patrick Hand"/>
                <a:cs typeface="Patrick Hand"/>
                <a:sym typeface="Patrick Hand"/>
              </a:rPr>
              <a:t>n'est</a:t>
            </a:r>
            <a:r>
              <a:rPr lang="en-US" sz="1300" b="0" i="0" u="none" strike="noStrike" cap="none" dirty="0">
                <a:solidFill>
                  <a:schemeClr val="tx1"/>
                </a:solidFill>
                <a:latin typeface="Barlow" panose="00000500000000000000" pitchFamily="2" charset="0"/>
                <a:ea typeface="Patrick Hand"/>
                <a:cs typeface="Patrick Hand"/>
                <a:sym typeface="Patrick Hand"/>
              </a:rPr>
              <a:t> pas un </a:t>
            </a:r>
            <a:r>
              <a:rPr lang="en-US" sz="1300" b="0" i="0" u="none" strike="noStrike" cap="none" dirty="0" err="1">
                <a:solidFill>
                  <a:schemeClr val="tx1"/>
                </a:solidFill>
                <a:latin typeface="Barlow" panose="00000500000000000000" pitchFamily="2" charset="0"/>
                <a:ea typeface="Patrick Hand"/>
                <a:cs typeface="Patrick Hand"/>
                <a:sym typeface="Patrick Hand"/>
              </a:rPr>
              <a:t>dispositif</a:t>
            </a:r>
            <a:r>
              <a:rPr lang="en-US" sz="1300" b="0" i="0" u="none" strike="noStrike" cap="none" dirty="0">
                <a:solidFill>
                  <a:schemeClr val="tx1"/>
                </a:solidFill>
                <a:latin typeface="Barlow" panose="00000500000000000000" pitchFamily="2" charset="0"/>
                <a:ea typeface="Patrick Hand"/>
                <a:cs typeface="Patrick Hand"/>
                <a:sym typeface="Patrick Hand"/>
              </a:rPr>
              <a:t> de sécurité. </a:t>
            </a:r>
            <a:r>
              <a:rPr lang="en-US" sz="1300" b="0" i="0" u="none" strike="noStrike" cap="none" dirty="0" err="1">
                <a:solidFill>
                  <a:schemeClr val="tx1"/>
                </a:solidFill>
                <a:latin typeface="Barlow" panose="00000500000000000000" pitchFamily="2" charset="0"/>
                <a:ea typeface="Patrick Hand"/>
                <a:cs typeface="Patrick Hand"/>
                <a:sym typeface="Patrick Hand"/>
              </a:rPr>
              <a:t>C'est</a:t>
            </a:r>
            <a:r>
              <a:rPr lang="en-US" sz="1300" b="0" i="0" u="none" strike="noStrike" cap="none" dirty="0">
                <a:solidFill>
                  <a:schemeClr val="tx1"/>
                </a:solidFill>
                <a:latin typeface="Barlow" panose="00000500000000000000" pitchFamily="2" charset="0"/>
                <a:ea typeface="Patrick Hand"/>
                <a:cs typeface="Patrick Hand"/>
                <a:sym typeface="Patrick Hand"/>
              </a:rPr>
              <a:t> un </a:t>
            </a:r>
            <a:r>
              <a:rPr lang="en-US" sz="1300" b="0" i="0" u="none" strike="noStrike" cap="none" dirty="0" err="1">
                <a:solidFill>
                  <a:schemeClr val="tx1"/>
                </a:solidFill>
                <a:latin typeface="Barlow" panose="00000500000000000000" pitchFamily="2" charset="0"/>
                <a:ea typeface="Patrick Hand"/>
                <a:cs typeface="Patrick Hand"/>
                <a:sym typeface="Patrick Hand"/>
              </a:rPr>
              <a:t>appui</a:t>
            </a:r>
            <a:r>
              <a:rPr lang="en-US" sz="1300" b="0" i="0" u="none" strike="noStrike" cap="none" dirty="0">
                <a:solidFill>
                  <a:schemeClr val="tx1"/>
                </a:solidFill>
                <a:latin typeface="Barlow" panose="00000500000000000000" pitchFamily="2" charset="0"/>
                <a:ea typeface="Patrick Hand"/>
                <a:cs typeface="Patrick Hand"/>
                <a:sym typeface="Patrick Hand"/>
              </a:rPr>
              <a:t> à la </a:t>
            </a:r>
            <a:r>
              <a:rPr lang="en-US" sz="1300" b="0" i="0" u="none" strike="noStrike" cap="none" dirty="0" err="1">
                <a:solidFill>
                  <a:schemeClr val="tx1"/>
                </a:solidFill>
                <a:latin typeface="Barlow" panose="00000500000000000000" pitchFamily="2" charset="0"/>
                <a:ea typeface="Patrick Hand"/>
                <a:cs typeface="Patrick Hand"/>
                <a:sym typeface="Patrick Hand"/>
              </a:rPr>
              <a:t>décision</a:t>
            </a:r>
            <a:r>
              <a:rPr lang="en-US" sz="1300" b="0" i="0" u="none" strike="noStrike" cap="none" dirty="0">
                <a:solidFill>
                  <a:schemeClr val="tx1"/>
                </a:solidFill>
                <a:latin typeface="Barlow" panose="00000500000000000000" pitchFamily="2" charset="0"/>
                <a:ea typeface="Patrick Hand"/>
                <a:cs typeface="Patrick Hand"/>
                <a:sym typeface="Patrick Hand"/>
              </a:rPr>
              <a:t>.</a:t>
            </a:r>
            <a:endParaRPr sz="1300" b="0" i="0" u="none" strike="noStrike" cap="none" dirty="0">
              <a:solidFill>
                <a:schemeClr val="tx1"/>
              </a:solidFill>
              <a:latin typeface="Barlow" panose="00000500000000000000" pitchFamily="2" charset="0"/>
              <a:ea typeface="Calibri"/>
              <a:cs typeface="Calibri"/>
              <a:sym typeface="Calibri"/>
            </a:endParaRPr>
          </a:p>
        </p:txBody>
      </p:sp>
      <p:sp>
        <p:nvSpPr>
          <p:cNvPr id="559" name="Google Shape;559;p55"/>
          <p:cNvSpPr txBox="1">
            <a:spLocks noGrp="1"/>
          </p:cNvSpPr>
          <p:nvPr>
            <p:ph type="body" idx="1"/>
          </p:nvPr>
        </p:nvSpPr>
        <p:spPr>
          <a:prstGeom prst="rect">
            <a:avLst/>
          </a:prstGeom>
        </p:spPr>
        <p:txBody>
          <a:bodyPr spcFirstLastPara="1" wrap="square" lIns="0" tIns="0" rIns="0" bIns="0" anchor="ctr" anchorCtr="0">
            <a:norm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56"/>
          <p:cNvSpPr/>
          <p:nvPr/>
        </p:nvSpPr>
        <p:spPr>
          <a:xfrm>
            <a:off x="690048" y="739202"/>
            <a:ext cx="11520000" cy="396776"/>
          </a:xfrm>
          <a:prstGeom prst="rect">
            <a:avLst/>
          </a:prstGeom>
          <a:noFill/>
          <a:ln>
            <a:noFill/>
          </a:ln>
        </p:spPr>
        <p:txBody>
          <a:bodyPr spcFirstLastPara="1" wrap="square" lIns="0" tIns="0" rIns="0" bIns="0" anchor="t" anchorCtr="0">
            <a:noAutofit/>
          </a:bodyPr>
          <a:lstStyle/>
          <a:p>
            <a:pPr marL="0" lvl="0" indent="0">
              <a:buClr>
                <a:schemeClr val="dk1"/>
              </a:buClr>
              <a:buSzPts val="3800"/>
              <a:buFont typeface="Arial"/>
              <a:buNone/>
            </a:pPr>
            <a:r>
              <a:rPr lang="en-US" sz="2800" b="1" dirty="0">
                <a:solidFill>
                  <a:schemeClr val="tx1"/>
                </a:solidFill>
                <a:latin typeface="Avenir"/>
                <a:sym typeface="Patrick Hand"/>
              </a:rPr>
              <a:t>La </a:t>
            </a:r>
            <a:r>
              <a:rPr lang="en-US" sz="2800" b="1" dirty="0" err="1">
                <a:solidFill>
                  <a:schemeClr val="tx1"/>
                </a:solidFill>
                <a:latin typeface="Avenir"/>
                <a:sym typeface="Patrick Hand"/>
              </a:rPr>
              <a:t>fiabilité</a:t>
            </a:r>
            <a:r>
              <a:rPr lang="en-US" sz="2800" b="1" dirty="0">
                <a:solidFill>
                  <a:schemeClr val="tx1"/>
                </a:solidFill>
                <a:latin typeface="Avenir"/>
                <a:sym typeface="Patrick Hand"/>
              </a:rPr>
              <a:t> d'un RAG </a:t>
            </a:r>
            <a:r>
              <a:rPr lang="en-US" sz="2800" b="1" dirty="0" err="1">
                <a:solidFill>
                  <a:schemeClr val="tx1"/>
                </a:solidFill>
                <a:latin typeface="Avenir"/>
                <a:sym typeface="Patrick Hand"/>
              </a:rPr>
              <a:t>n'est</a:t>
            </a:r>
            <a:r>
              <a:rPr lang="en-US" sz="2800" b="1" dirty="0">
                <a:solidFill>
                  <a:schemeClr val="tx1"/>
                </a:solidFill>
                <a:latin typeface="Avenir"/>
                <a:sym typeface="Patrick Hand"/>
              </a:rPr>
              <a:t> pas un score.</a:t>
            </a:r>
            <a:endParaRPr sz="2800" b="1" dirty="0">
              <a:solidFill>
                <a:schemeClr val="tx1"/>
              </a:solidFill>
              <a:latin typeface="Avenir"/>
              <a:sym typeface="Calibri"/>
            </a:endParaRPr>
          </a:p>
        </p:txBody>
      </p:sp>
      <p:sp>
        <p:nvSpPr>
          <p:cNvPr id="566" name="Google Shape;566;p56"/>
          <p:cNvSpPr/>
          <p:nvPr/>
        </p:nvSpPr>
        <p:spPr>
          <a:xfrm>
            <a:off x="500401" y="1601093"/>
            <a:ext cx="11191198" cy="1203047"/>
          </a:xfrm>
          <a:prstGeom prst="rect">
            <a:avLst/>
          </a:prstGeom>
          <a:noFill/>
          <a:ln>
            <a:noFill/>
          </a:ln>
        </p:spPr>
        <p:txBody>
          <a:bodyPr spcFirstLastPara="1" wrap="square" lIns="0" tIns="0" rIns="0" bIns="0" anchor="t" anchorCtr="0">
            <a:noAutofit/>
          </a:bodyPr>
          <a:lstStyle/>
          <a:p>
            <a:pPr marL="0" marR="0" lvl="0" indent="0" algn="ctr" rtl="0">
              <a:lnSpc>
                <a:spcPct val="133000"/>
              </a:lnSpc>
              <a:spcBef>
                <a:spcPts val="0"/>
              </a:spcBef>
              <a:spcAft>
                <a:spcPts val="0"/>
              </a:spcAft>
              <a:buClr>
                <a:srgbClr val="383838"/>
              </a:buClr>
              <a:buSzPts val="1800"/>
              <a:buFont typeface="Patrick Hand"/>
              <a:buNone/>
            </a:pPr>
            <a:r>
              <a:rPr lang="en-US" sz="1800" b="0" i="0" u="none" strike="noStrike" cap="none" dirty="0" err="1">
                <a:solidFill>
                  <a:schemeClr val="tx1"/>
                </a:solidFill>
                <a:latin typeface="Barlow" panose="00000500000000000000" pitchFamily="2" charset="0"/>
                <a:ea typeface="Patrick Hand"/>
                <a:cs typeface="Patrick Hand"/>
                <a:sym typeface="Patrick Hand"/>
              </a:rPr>
              <a:t>C'est</a:t>
            </a:r>
            <a:r>
              <a:rPr lang="en-US" sz="1800" b="0" i="0" u="none" strike="noStrike" cap="none" dirty="0">
                <a:solidFill>
                  <a:schemeClr val="tx1"/>
                </a:solidFill>
                <a:latin typeface="Barlow" panose="00000500000000000000" pitchFamily="2" charset="0"/>
                <a:ea typeface="Patrick Hand"/>
                <a:cs typeface="Patrick Hand"/>
                <a:sym typeface="Patrick Hand"/>
              </a:rPr>
              <a:t> </a:t>
            </a:r>
            <a:r>
              <a:rPr lang="en-US" sz="1800" b="0" i="0" u="none" strike="noStrike" cap="none" dirty="0" err="1">
                <a:solidFill>
                  <a:schemeClr val="tx1"/>
                </a:solidFill>
                <a:latin typeface="Barlow" panose="00000500000000000000" pitchFamily="2" charset="0"/>
                <a:ea typeface="Patrick Hand"/>
                <a:cs typeface="Patrick Hand"/>
                <a:sym typeface="Patrick Hand"/>
              </a:rPr>
              <a:t>une</a:t>
            </a:r>
            <a:r>
              <a:rPr lang="en-US" sz="1800" b="0" i="0" u="none" strike="noStrike" cap="none" dirty="0">
                <a:solidFill>
                  <a:schemeClr val="tx1"/>
                </a:solidFill>
                <a:latin typeface="Barlow" panose="00000500000000000000" pitchFamily="2" charset="0"/>
                <a:ea typeface="Patrick Hand"/>
                <a:cs typeface="Patrick Hand"/>
                <a:sym typeface="Patrick Hand"/>
              </a:rPr>
              <a:t> </a:t>
            </a:r>
            <a:r>
              <a:rPr lang="en-US" sz="1800" b="0" i="0" u="none" strike="noStrike" cap="none" dirty="0" err="1">
                <a:solidFill>
                  <a:schemeClr val="tx1"/>
                </a:solidFill>
                <a:latin typeface="Barlow" panose="00000500000000000000" pitchFamily="2" charset="0"/>
                <a:ea typeface="Patrick Hand"/>
                <a:cs typeface="Patrick Hand"/>
                <a:sym typeface="Patrick Hand"/>
              </a:rPr>
              <a:t>propriété</a:t>
            </a:r>
            <a:r>
              <a:rPr lang="en-US" sz="1800" b="0" i="0" u="none" strike="noStrike" cap="none" dirty="0">
                <a:solidFill>
                  <a:schemeClr val="tx1"/>
                </a:solidFill>
                <a:latin typeface="Barlow" panose="00000500000000000000" pitchFamily="2" charset="0"/>
                <a:ea typeface="Patrick Hand"/>
                <a:cs typeface="Patrick Hand"/>
                <a:sym typeface="Patrick Hand"/>
              </a:rPr>
              <a:t> </a:t>
            </a:r>
            <a:r>
              <a:rPr lang="en-US" sz="1800" b="0" i="0" u="none" strike="noStrike" cap="none" dirty="0" err="1">
                <a:solidFill>
                  <a:schemeClr val="tx1"/>
                </a:solidFill>
                <a:latin typeface="Barlow" panose="00000500000000000000" pitchFamily="2" charset="0"/>
                <a:ea typeface="Patrick Hand"/>
                <a:cs typeface="Patrick Hand"/>
                <a:sym typeface="Patrick Hand"/>
              </a:rPr>
              <a:t>multidimensionnelle</a:t>
            </a:r>
            <a:r>
              <a:rPr lang="en-US" sz="1800" b="0" i="0" u="none" strike="noStrike" cap="none" dirty="0">
                <a:solidFill>
                  <a:schemeClr val="tx1"/>
                </a:solidFill>
                <a:latin typeface="Barlow" panose="00000500000000000000" pitchFamily="2" charset="0"/>
                <a:ea typeface="Patrick Hand"/>
                <a:cs typeface="Patrick Hand"/>
                <a:sym typeface="Patrick Hand"/>
              </a:rPr>
              <a:t>, </a:t>
            </a:r>
            <a:r>
              <a:rPr lang="en-US" sz="1800" b="0" i="0" u="none" strike="noStrike" cap="none" dirty="0" err="1">
                <a:solidFill>
                  <a:schemeClr val="tx1"/>
                </a:solidFill>
                <a:latin typeface="Barlow" panose="00000500000000000000" pitchFamily="2" charset="0"/>
                <a:ea typeface="Patrick Hand"/>
                <a:cs typeface="Patrick Hand"/>
                <a:sym typeface="Patrick Hand"/>
              </a:rPr>
              <a:t>mesurable</a:t>
            </a:r>
            <a:r>
              <a:rPr lang="en-US" sz="1800" b="0" i="0" u="none" strike="noStrike" cap="none" dirty="0">
                <a:solidFill>
                  <a:schemeClr val="tx1"/>
                </a:solidFill>
                <a:latin typeface="Barlow" panose="00000500000000000000" pitchFamily="2" charset="0"/>
                <a:ea typeface="Patrick Hand"/>
                <a:cs typeface="Patrick Hand"/>
                <a:sym typeface="Patrick Hand"/>
              </a:rPr>
              <a:t>, et reproductible</a:t>
            </a:r>
            <a:endParaRPr sz="1800" b="0" i="0" u="none" strike="noStrike" cap="none" dirty="0">
              <a:solidFill>
                <a:schemeClr val="tx1"/>
              </a:solidFill>
              <a:latin typeface="Barlow" panose="00000500000000000000" pitchFamily="2" charset="0"/>
              <a:ea typeface="Calibri"/>
              <a:cs typeface="Calibri"/>
              <a:sym typeface="Calibri"/>
            </a:endParaRPr>
          </a:p>
        </p:txBody>
      </p:sp>
      <p:sp>
        <p:nvSpPr>
          <p:cNvPr id="567" name="Google Shape;567;p56"/>
          <p:cNvSpPr/>
          <p:nvPr/>
        </p:nvSpPr>
        <p:spPr>
          <a:xfrm>
            <a:off x="814277" y="3269255"/>
            <a:ext cx="3373849" cy="772815"/>
          </a:xfrm>
          <a:prstGeom prst="roundRect">
            <a:avLst>
              <a:gd name="adj" fmla="val 12501"/>
            </a:avLst>
          </a:prstGeom>
          <a:solidFill>
            <a:srgbClr val="E6E6E6"/>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568" name="Google Shape;568;p56"/>
          <p:cNvSpPr/>
          <p:nvPr/>
        </p:nvSpPr>
        <p:spPr>
          <a:xfrm>
            <a:off x="1056960" y="3394381"/>
            <a:ext cx="2888483" cy="287437"/>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383838"/>
              </a:buClr>
              <a:buSzPts val="1800"/>
              <a:buFont typeface="Patrick Hand"/>
              <a:buNone/>
            </a:pPr>
            <a:r>
              <a:rPr lang="en-US" sz="1800" b="0" i="0" u="none" strike="noStrike" cap="none" dirty="0">
                <a:solidFill>
                  <a:schemeClr val="tx1"/>
                </a:solidFill>
                <a:latin typeface="Barlow" panose="00000500000000000000" pitchFamily="2" charset="0"/>
                <a:ea typeface="Patrick Hand"/>
                <a:cs typeface="Patrick Hand"/>
                <a:sym typeface="Patrick Hand"/>
              </a:rPr>
              <a:t>Pertinence </a:t>
            </a:r>
            <a:r>
              <a:rPr lang="en-US" sz="1800" b="0" i="0" u="none" strike="noStrike" cap="none" dirty="0" err="1">
                <a:solidFill>
                  <a:schemeClr val="tx1"/>
                </a:solidFill>
                <a:latin typeface="Barlow" panose="00000500000000000000" pitchFamily="2" charset="0"/>
                <a:ea typeface="Patrick Hand"/>
                <a:cs typeface="Patrick Hand"/>
                <a:sym typeface="Patrick Hand"/>
              </a:rPr>
              <a:t>récupération</a:t>
            </a:r>
            <a:r>
              <a:rPr lang="en-US" sz="1800" b="0" i="0" u="none" strike="noStrike" cap="none" dirty="0">
                <a:solidFill>
                  <a:schemeClr val="tx1"/>
                </a:solidFill>
                <a:latin typeface="Barlow" panose="00000500000000000000" pitchFamily="2" charset="0"/>
                <a:ea typeface="Patrick Hand"/>
                <a:cs typeface="Patrick Hand"/>
                <a:sym typeface="Patrick Hand"/>
              </a:rPr>
              <a:t> (retrieval)</a:t>
            </a:r>
            <a:endParaRPr sz="1800" b="0" i="0" u="none" strike="noStrike" cap="none" dirty="0">
              <a:solidFill>
                <a:schemeClr val="tx1"/>
              </a:solidFill>
              <a:latin typeface="Barlow" panose="00000500000000000000" pitchFamily="2" charset="0"/>
              <a:ea typeface="Calibri"/>
              <a:cs typeface="Calibri"/>
              <a:sym typeface="Calibri"/>
            </a:endParaRPr>
          </a:p>
        </p:txBody>
      </p:sp>
      <p:sp>
        <p:nvSpPr>
          <p:cNvPr id="569" name="Google Shape;569;p56"/>
          <p:cNvSpPr/>
          <p:nvPr/>
        </p:nvSpPr>
        <p:spPr>
          <a:xfrm>
            <a:off x="4418109" y="3269255"/>
            <a:ext cx="3373849" cy="772815"/>
          </a:xfrm>
          <a:prstGeom prst="roundRect">
            <a:avLst>
              <a:gd name="adj" fmla="val 12501"/>
            </a:avLst>
          </a:prstGeom>
          <a:solidFill>
            <a:srgbClr val="E6E6E6"/>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570" name="Google Shape;570;p56"/>
          <p:cNvSpPr/>
          <p:nvPr/>
        </p:nvSpPr>
        <p:spPr>
          <a:xfrm>
            <a:off x="4660792" y="3511944"/>
            <a:ext cx="2888483" cy="287437"/>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800"/>
              <a:buFont typeface="Patrick Hand"/>
              <a:buNone/>
            </a:pPr>
            <a:r>
              <a:rPr lang="en-US" sz="1800" b="0" i="0" u="none" strike="noStrike" cap="none">
                <a:solidFill>
                  <a:schemeClr val="tx1"/>
                </a:solidFill>
                <a:latin typeface="Barlow" panose="00000500000000000000" pitchFamily="2" charset="0"/>
                <a:ea typeface="Patrick Hand"/>
                <a:cs typeface="Patrick Hand"/>
                <a:sym typeface="Patrick Hand"/>
              </a:rPr>
              <a:t>Fidélité</a:t>
            </a:r>
            <a:endParaRPr sz="1800" b="0" i="0" u="none" strike="noStrike" cap="none">
              <a:solidFill>
                <a:schemeClr val="tx1"/>
              </a:solidFill>
              <a:latin typeface="Barlow" panose="00000500000000000000" pitchFamily="2" charset="0"/>
              <a:ea typeface="Calibri"/>
              <a:cs typeface="Calibri"/>
              <a:sym typeface="Calibri"/>
            </a:endParaRPr>
          </a:p>
        </p:txBody>
      </p:sp>
      <p:sp>
        <p:nvSpPr>
          <p:cNvPr id="571" name="Google Shape;571;p56"/>
          <p:cNvSpPr/>
          <p:nvPr/>
        </p:nvSpPr>
        <p:spPr>
          <a:xfrm>
            <a:off x="8021942" y="3269255"/>
            <a:ext cx="3373948" cy="772815"/>
          </a:xfrm>
          <a:prstGeom prst="roundRect">
            <a:avLst>
              <a:gd name="adj" fmla="val 12501"/>
            </a:avLst>
          </a:prstGeom>
          <a:solidFill>
            <a:srgbClr val="E6E6E6"/>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572" name="Google Shape;572;p56"/>
          <p:cNvSpPr/>
          <p:nvPr/>
        </p:nvSpPr>
        <p:spPr>
          <a:xfrm>
            <a:off x="8264625" y="3511944"/>
            <a:ext cx="2888582" cy="287437"/>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800"/>
              <a:buFont typeface="Patrick Hand"/>
              <a:buNone/>
            </a:pPr>
            <a:r>
              <a:rPr lang="en-US" sz="1800" b="0" i="0" u="none" strike="noStrike" cap="none" dirty="0">
                <a:solidFill>
                  <a:schemeClr val="tx1"/>
                </a:solidFill>
                <a:latin typeface="Barlow" panose="00000500000000000000" pitchFamily="2" charset="0"/>
                <a:ea typeface="Patrick Hand"/>
                <a:cs typeface="Patrick Hand"/>
                <a:sym typeface="Patrick Hand"/>
              </a:rPr>
              <a:t>Pertinence </a:t>
            </a:r>
            <a:r>
              <a:rPr lang="en-US" sz="1800" b="0" i="0" u="none" strike="noStrike" cap="none" dirty="0" err="1">
                <a:solidFill>
                  <a:schemeClr val="tx1"/>
                </a:solidFill>
                <a:latin typeface="Barlow" panose="00000500000000000000" pitchFamily="2" charset="0"/>
                <a:ea typeface="Patrick Hand"/>
                <a:cs typeface="Patrick Hand"/>
                <a:sym typeface="Patrick Hand"/>
              </a:rPr>
              <a:t>réponse</a:t>
            </a:r>
            <a:endParaRPr sz="1800" b="0" i="0" u="none" strike="noStrike" cap="none" dirty="0">
              <a:solidFill>
                <a:schemeClr val="tx1"/>
              </a:solidFill>
              <a:latin typeface="Barlow" panose="00000500000000000000" pitchFamily="2" charset="0"/>
              <a:ea typeface="Calibri"/>
              <a:cs typeface="Calibri"/>
              <a:sym typeface="Calibri"/>
            </a:endParaRPr>
          </a:p>
        </p:txBody>
      </p:sp>
      <p:sp>
        <p:nvSpPr>
          <p:cNvPr id="573" name="Google Shape;573;p56"/>
          <p:cNvSpPr/>
          <p:nvPr/>
        </p:nvSpPr>
        <p:spPr>
          <a:xfrm>
            <a:off x="814277" y="4272059"/>
            <a:ext cx="5175815" cy="772815"/>
          </a:xfrm>
          <a:prstGeom prst="roundRect">
            <a:avLst>
              <a:gd name="adj" fmla="val 12501"/>
            </a:avLst>
          </a:prstGeom>
          <a:solidFill>
            <a:srgbClr val="E6E6E6"/>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574" name="Google Shape;574;p56"/>
          <p:cNvSpPr/>
          <p:nvPr/>
        </p:nvSpPr>
        <p:spPr>
          <a:xfrm>
            <a:off x="1056960" y="4514748"/>
            <a:ext cx="4690449" cy="287437"/>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800"/>
              <a:buFont typeface="Patrick Hand"/>
              <a:buNone/>
            </a:pPr>
            <a:r>
              <a:rPr lang="en-US" sz="1800" b="0" i="0" u="none" strike="noStrike" cap="none">
                <a:solidFill>
                  <a:schemeClr val="tx1"/>
                </a:solidFill>
                <a:latin typeface="Barlow" panose="00000500000000000000" pitchFamily="2" charset="0"/>
                <a:ea typeface="Patrick Hand"/>
                <a:cs typeface="Patrick Hand"/>
                <a:sym typeface="Patrick Hand"/>
              </a:rPr>
              <a:t>Stabilité</a:t>
            </a:r>
            <a:endParaRPr sz="1800" b="0" i="0" u="none" strike="noStrike" cap="none">
              <a:solidFill>
                <a:schemeClr val="tx1"/>
              </a:solidFill>
              <a:latin typeface="Barlow" panose="00000500000000000000" pitchFamily="2" charset="0"/>
              <a:ea typeface="Calibri"/>
              <a:cs typeface="Calibri"/>
              <a:sym typeface="Calibri"/>
            </a:endParaRPr>
          </a:p>
        </p:txBody>
      </p:sp>
      <p:sp>
        <p:nvSpPr>
          <p:cNvPr id="575" name="Google Shape;575;p56"/>
          <p:cNvSpPr/>
          <p:nvPr/>
        </p:nvSpPr>
        <p:spPr>
          <a:xfrm>
            <a:off x="6220075" y="4272059"/>
            <a:ext cx="5175815" cy="772815"/>
          </a:xfrm>
          <a:prstGeom prst="roundRect">
            <a:avLst>
              <a:gd name="adj" fmla="val 12501"/>
            </a:avLst>
          </a:prstGeom>
          <a:solidFill>
            <a:srgbClr val="E6E6E6"/>
          </a:solidFill>
          <a:ln w="12700"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576" name="Google Shape;576;p56"/>
          <p:cNvSpPr/>
          <p:nvPr/>
        </p:nvSpPr>
        <p:spPr>
          <a:xfrm>
            <a:off x="6462758" y="4514748"/>
            <a:ext cx="4690449" cy="287437"/>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800"/>
              <a:buFont typeface="Patrick Hand"/>
              <a:buNone/>
            </a:pPr>
            <a:r>
              <a:rPr lang="en-US" sz="1800" b="0" i="0" u="none" strike="noStrike" cap="none">
                <a:solidFill>
                  <a:schemeClr val="tx1"/>
                </a:solidFill>
                <a:latin typeface="Barlow" panose="00000500000000000000" pitchFamily="2" charset="0"/>
                <a:ea typeface="Patrick Hand"/>
                <a:cs typeface="Patrick Hand"/>
                <a:sym typeface="Patrick Hand"/>
              </a:rPr>
              <a:t>Traçabilité</a:t>
            </a:r>
            <a:endParaRPr sz="1800" b="0" i="0" u="none" strike="noStrike" cap="none">
              <a:solidFill>
                <a:schemeClr val="tx1"/>
              </a:solidFill>
              <a:latin typeface="Barlow" panose="00000500000000000000" pitchFamily="2" charset="0"/>
              <a:ea typeface="Calibri"/>
              <a:cs typeface="Calibri"/>
              <a:sym typeface="Calibri"/>
            </a:endParaRPr>
          </a:p>
        </p:txBody>
      </p:sp>
      <p:sp>
        <p:nvSpPr>
          <p:cNvPr id="3" name="Espace réservé du texte 2">
            <a:extLst>
              <a:ext uri="{FF2B5EF4-FFF2-40B4-BE49-F238E27FC236}">
                <a16:creationId xmlns:a16="http://schemas.microsoft.com/office/drawing/2014/main" id="{D75F6F50-07AB-2C5B-7C7C-D59AB0EAA38B}"/>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sp>
        <p:nvSpPr>
          <p:cNvPr id="584" name="Google Shape;584;p57"/>
          <p:cNvSpPr/>
          <p:nvPr/>
        </p:nvSpPr>
        <p:spPr>
          <a:xfrm>
            <a:off x="695324" y="738889"/>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800" b="1" dirty="0">
                <a:solidFill>
                  <a:schemeClr val="tx1"/>
                </a:solidFill>
                <a:latin typeface="Avenir"/>
                <a:sym typeface="Patrick Hand"/>
              </a:rPr>
              <a:t>Fondamentaux RAG 1/2</a:t>
            </a:r>
            <a:r>
              <a:rPr lang="en-US" sz="2800" b="1" dirty="0">
                <a:solidFill>
                  <a:schemeClr val="tx1"/>
                </a:solidFill>
                <a:latin typeface="Avenir"/>
                <a:sym typeface="Calibri"/>
              </a:rPr>
              <a:t> : </a:t>
            </a:r>
            <a:r>
              <a:rPr lang="en-US" sz="2800" b="1" dirty="0">
                <a:solidFill>
                  <a:schemeClr val="tx1"/>
                </a:solidFill>
                <a:latin typeface="Avenir"/>
                <a:sym typeface="Patrick Hand"/>
              </a:rPr>
              <a:t>Le RAG, </a:t>
            </a:r>
            <a:r>
              <a:rPr lang="en-US" sz="2800" b="1" dirty="0" err="1">
                <a:solidFill>
                  <a:schemeClr val="tx1"/>
                </a:solidFill>
                <a:latin typeface="Avenir"/>
                <a:sym typeface="Patrick Hand"/>
              </a:rPr>
              <a:t>en</a:t>
            </a:r>
            <a:r>
              <a:rPr lang="en-US" sz="2800" b="1" dirty="0">
                <a:solidFill>
                  <a:schemeClr val="tx1"/>
                </a:solidFill>
                <a:latin typeface="Avenir"/>
                <a:sym typeface="Patrick Hand"/>
              </a:rPr>
              <a:t> pratique</a:t>
            </a:r>
            <a:endParaRPr sz="2800" b="1" dirty="0">
              <a:solidFill>
                <a:schemeClr val="tx1"/>
              </a:solidFill>
              <a:latin typeface="Avenir"/>
              <a:sym typeface="Calibri"/>
            </a:endParaRPr>
          </a:p>
        </p:txBody>
      </p:sp>
      <p:pic>
        <p:nvPicPr>
          <p:cNvPr id="585" name="Google Shape;585;p57" descr="preencoded.png"/>
          <p:cNvPicPr preferRelativeResize="0"/>
          <p:nvPr/>
        </p:nvPicPr>
        <p:blipFill rotWithShape="1">
          <a:blip r:embed="rId3">
            <a:alphaModFix/>
          </a:blip>
          <a:srcRect/>
          <a:stretch/>
        </p:blipFill>
        <p:spPr>
          <a:xfrm>
            <a:off x="2582153" y="1594452"/>
            <a:ext cx="6877969" cy="2596980"/>
          </a:xfrm>
          <a:prstGeom prst="rect">
            <a:avLst/>
          </a:prstGeom>
          <a:noFill/>
          <a:ln>
            <a:noFill/>
          </a:ln>
        </p:spPr>
      </p:pic>
      <p:sp>
        <p:nvSpPr>
          <p:cNvPr id="586" name="Google Shape;586;p57"/>
          <p:cNvSpPr/>
          <p:nvPr/>
        </p:nvSpPr>
        <p:spPr>
          <a:xfrm>
            <a:off x="4666599" y="3473077"/>
            <a:ext cx="1039484" cy="148901"/>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383838"/>
              </a:buClr>
              <a:buSzPts val="900"/>
              <a:buFont typeface="Patrick Hand"/>
              <a:buNone/>
            </a:pPr>
            <a:r>
              <a:rPr lang="en-US" sz="900" b="0" i="0" u="none" strike="noStrike" cap="none">
                <a:solidFill>
                  <a:schemeClr val="tx1"/>
                </a:solidFill>
                <a:latin typeface="Barlow" panose="00000500000000000000" pitchFamily="2" charset="0"/>
                <a:ea typeface="Patrick Hand"/>
                <a:cs typeface="Patrick Hand"/>
                <a:sym typeface="Patrick Hand"/>
              </a:rPr>
              <a:t>Recherche</a:t>
            </a:r>
            <a:endParaRPr sz="900" b="0" i="0" u="none" strike="noStrike" cap="none">
              <a:solidFill>
                <a:schemeClr val="tx1"/>
              </a:solidFill>
              <a:latin typeface="Barlow" panose="00000500000000000000" pitchFamily="2" charset="0"/>
              <a:ea typeface="Calibri"/>
              <a:cs typeface="Calibri"/>
              <a:sym typeface="Calibri"/>
            </a:endParaRPr>
          </a:p>
        </p:txBody>
      </p:sp>
      <p:sp>
        <p:nvSpPr>
          <p:cNvPr id="587" name="Google Shape;587;p57"/>
          <p:cNvSpPr/>
          <p:nvPr/>
        </p:nvSpPr>
        <p:spPr>
          <a:xfrm>
            <a:off x="4666599" y="3674920"/>
            <a:ext cx="1039484" cy="245686"/>
          </a:xfrm>
          <a:prstGeom prst="rect">
            <a:avLst/>
          </a:prstGeom>
          <a:noFill/>
          <a:ln>
            <a:noFill/>
          </a:ln>
        </p:spPr>
        <p:txBody>
          <a:bodyPr spcFirstLastPara="1" wrap="square" lIns="0" tIns="0" rIns="0" bIns="0" anchor="t" anchorCtr="0">
            <a:noAutofit/>
          </a:bodyPr>
          <a:lstStyle/>
          <a:p>
            <a:pPr marL="0" marR="0" lvl="0" indent="0" algn="ctr" rtl="0">
              <a:lnSpc>
                <a:spcPct val="86000"/>
              </a:lnSpc>
              <a:spcBef>
                <a:spcPts val="0"/>
              </a:spcBef>
              <a:spcAft>
                <a:spcPts val="0"/>
              </a:spcAft>
              <a:buClr>
                <a:srgbClr val="383838"/>
              </a:buClr>
              <a:buSzPts val="900"/>
              <a:buFont typeface="Patrick Hand"/>
              <a:buNone/>
            </a:pPr>
            <a:r>
              <a:rPr lang="en-US" sz="900" b="0" i="0" u="none" strike="noStrike" cap="none" dirty="0">
                <a:solidFill>
                  <a:schemeClr val="tx1"/>
                </a:solidFill>
                <a:latin typeface="Barlow" panose="00000500000000000000" pitchFamily="2" charset="0"/>
                <a:ea typeface="Patrick Hand"/>
                <a:cs typeface="Patrick Hand"/>
                <a:sym typeface="Patrick Hand"/>
              </a:rPr>
              <a:t>Recherche </a:t>
            </a:r>
            <a:r>
              <a:rPr lang="en-US" sz="900" b="0" i="0" u="none" strike="noStrike" cap="none" dirty="0" err="1">
                <a:solidFill>
                  <a:schemeClr val="tx1"/>
                </a:solidFill>
                <a:latin typeface="Barlow" panose="00000500000000000000" pitchFamily="2" charset="0"/>
                <a:ea typeface="Patrick Hand"/>
                <a:cs typeface="Patrick Hand"/>
                <a:sym typeface="Patrick Hand"/>
              </a:rPr>
              <a:t>sémantique</a:t>
            </a:r>
            <a:r>
              <a:rPr lang="en-US" sz="900" b="0" i="0" u="none" strike="noStrike" cap="none" dirty="0">
                <a:solidFill>
                  <a:schemeClr val="tx1"/>
                </a:solidFill>
                <a:latin typeface="Barlow" panose="00000500000000000000" pitchFamily="2" charset="0"/>
                <a:ea typeface="Patrick Hand"/>
                <a:cs typeface="Patrick Hand"/>
                <a:sym typeface="Patrick Hand"/>
              </a:rPr>
              <a:t> </a:t>
            </a:r>
            <a:r>
              <a:rPr lang="en-US" sz="900" b="0" i="0" u="none" strike="noStrike" cap="none" dirty="0" err="1">
                <a:solidFill>
                  <a:schemeClr val="tx1"/>
                </a:solidFill>
                <a:latin typeface="Barlow" panose="00000500000000000000" pitchFamily="2" charset="0"/>
                <a:ea typeface="Patrick Hand"/>
                <a:cs typeface="Patrick Hand"/>
                <a:sym typeface="Patrick Hand"/>
              </a:rPr>
              <a:t>en</a:t>
            </a:r>
            <a:r>
              <a:rPr lang="en-US" sz="900" b="0" i="0" u="none" strike="noStrike" cap="none" dirty="0">
                <a:solidFill>
                  <a:schemeClr val="tx1"/>
                </a:solidFill>
                <a:latin typeface="Barlow" panose="00000500000000000000" pitchFamily="2" charset="0"/>
                <a:ea typeface="Patrick Hand"/>
                <a:cs typeface="Patrick Hand"/>
                <a:sym typeface="Patrick Hand"/>
              </a:rPr>
              <a:t> base </a:t>
            </a:r>
            <a:r>
              <a:rPr lang="en-US" sz="900" b="0" i="0" u="none" strike="noStrike" cap="none" dirty="0" err="1">
                <a:solidFill>
                  <a:schemeClr val="tx1"/>
                </a:solidFill>
                <a:latin typeface="Barlow" panose="00000500000000000000" pitchFamily="2" charset="0"/>
                <a:ea typeface="Patrick Hand"/>
                <a:cs typeface="Patrick Hand"/>
                <a:sym typeface="Patrick Hand"/>
              </a:rPr>
              <a:t>vectorielle</a:t>
            </a:r>
            <a:endParaRPr sz="900" b="0" i="0" u="none" strike="noStrike" cap="none" dirty="0">
              <a:solidFill>
                <a:schemeClr val="tx1"/>
              </a:solidFill>
              <a:latin typeface="Barlow" panose="00000500000000000000" pitchFamily="2" charset="0"/>
              <a:ea typeface="Calibri"/>
              <a:cs typeface="Calibri"/>
              <a:sym typeface="Calibri"/>
            </a:endParaRPr>
          </a:p>
        </p:txBody>
      </p:sp>
      <p:sp>
        <p:nvSpPr>
          <p:cNvPr id="588" name="Google Shape;588;p57"/>
          <p:cNvSpPr/>
          <p:nvPr/>
        </p:nvSpPr>
        <p:spPr>
          <a:xfrm>
            <a:off x="7968794" y="3473077"/>
            <a:ext cx="1039484" cy="148901"/>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383838"/>
              </a:buClr>
              <a:buSzPts val="900"/>
              <a:buFont typeface="Patrick Hand"/>
              <a:buNone/>
            </a:pPr>
            <a:r>
              <a:rPr lang="en-US" sz="900" b="0" i="0" u="none" strike="noStrike" cap="none">
                <a:solidFill>
                  <a:schemeClr val="tx1"/>
                </a:solidFill>
                <a:latin typeface="Barlow" panose="00000500000000000000" pitchFamily="2" charset="0"/>
                <a:ea typeface="Patrick Hand"/>
                <a:cs typeface="Patrick Hand"/>
                <a:sym typeface="Patrick Hand"/>
              </a:rPr>
              <a:t>Réponse</a:t>
            </a:r>
            <a:endParaRPr sz="900" b="0" i="0" u="none" strike="noStrike" cap="none">
              <a:solidFill>
                <a:schemeClr val="tx1"/>
              </a:solidFill>
              <a:latin typeface="Barlow" panose="00000500000000000000" pitchFamily="2" charset="0"/>
              <a:ea typeface="Calibri"/>
              <a:cs typeface="Calibri"/>
              <a:sym typeface="Calibri"/>
            </a:endParaRPr>
          </a:p>
        </p:txBody>
      </p:sp>
      <p:sp>
        <p:nvSpPr>
          <p:cNvPr id="589" name="Google Shape;589;p57"/>
          <p:cNvSpPr/>
          <p:nvPr/>
        </p:nvSpPr>
        <p:spPr>
          <a:xfrm>
            <a:off x="7968794" y="3674920"/>
            <a:ext cx="1039484" cy="245686"/>
          </a:xfrm>
          <a:prstGeom prst="rect">
            <a:avLst/>
          </a:prstGeom>
          <a:noFill/>
          <a:ln>
            <a:noFill/>
          </a:ln>
        </p:spPr>
        <p:txBody>
          <a:bodyPr spcFirstLastPara="1" wrap="square" lIns="0" tIns="0" rIns="0" bIns="0" anchor="t" anchorCtr="0">
            <a:noAutofit/>
          </a:bodyPr>
          <a:lstStyle/>
          <a:p>
            <a:pPr marL="0" marR="0" lvl="0" indent="0" algn="ctr" rtl="0">
              <a:lnSpc>
                <a:spcPct val="86000"/>
              </a:lnSpc>
              <a:spcBef>
                <a:spcPts val="0"/>
              </a:spcBef>
              <a:spcAft>
                <a:spcPts val="0"/>
              </a:spcAft>
              <a:buClr>
                <a:srgbClr val="383838"/>
              </a:buClr>
              <a:buSzPts val="900"/>
              <a:buFont typeface="Patrick Hand"/>
              <a:buNone/>
            </a:pPr>
            <a:r>
              <a:rPr lang="en-US" sz="900" b="0" i="0" u="none" strike="noStrike" cap="none" dirty="0">
                <a:solidFill>
                  <a:schemeClr val="tx1"/>
                </a:solidFill>
                <a:latin typeface="Barlow" panose="00000500000000000000" pitchFamily="2" charset="0"/>
                <a:ea typeface="Patrick Hand"/>
                <a:cs typeface="Patrick Hand"/>
                <a:sym typeface="Patrick Hand"/>
              </a:rPr>
              <a:t>Réponse </a:t>
            </a:r>
            <a:r>
              <a:rPr lang="en-US" sz="900" b="0" i="0" u="none" strike="noStrike" cap="none" dirty="0" err="1">
                <a:solidFill>
                  <a:schemeClr val="tx1"/>
                </a:solidFill>
                <a:latin typeface="Barlow" panose="00000500000000000000" pitchFamily="2" charset="0"/>
                <a:ea typeface="Patrick Hand"/>
                <a:cs typeface="Patrick Hand"/>
                <a:sym typeface="Patrick Hand"/>
              </a:rPr>
              <a:t>sourcée</a:t>
            </a:r>
            <a:r>
              <a:rPr lang="en-US" sz="900" b="0" i="0" u="none" strike="noStrike" cap="none" dirty="0">
                <a:solidFill>
                  <a:schemeClr val="tx1"/>
                </a:solidFill>
                <a:latin typeface="Barlow" panose="00000500000000000000" pitchFamily="2" charset="0"/>
                <a:ea typeface="Patrick Hand"/>
                <a:cs typeface="Patrick Hand"/>
                <a:sym typeface="Patrick Hand"/>
              </a:rPr>
              <a:t> avec citations</a:t>
            </a:r>
            <a:endParaRPr sz="900" b="0" i="0" u="none" strike="noStrike" cap="none" dirty="0">
              <a:solidFill>
                <a:schemeClr val="tx1"/>
              </a:solidFill>
              <a:latin typeface="Barlow" panose="00000500000000000000" pitchFamily="2" charset="0"/>
              <a:ea typeface="Calibri"/>
              <a:cs typeface="Calibri"/>
              <a:sym typeface="Calibri"/>
            </a:endParaRPr>
          </a:p>
        </p:txBody>
      </p:sp>
      <p:sp>
        <p:nvSpPr>
          <p:cNvPr id="590" name="Google Shape;590;p57"/>
          <p:cNvSpPr/>
          <p:nvPr/>
        </p:nvSpPr>
        <p:spPr>
          <a:xfrm>
            <a:off x="3042662" y="1836306"/>
            <a:ext cx="1039484" cy="1489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383838"/>
              </a:buClr>
              <a:buSzPts val="900"/>
              <a:buFont typeface="Patrick Hand"/>
              <a:buNone/>
            </a:pPr>
            <a:r>
              <a:rPr lang="en-US" sz="900" b="0" i="0" u="none" strike="noStrike" cap="none">
                <a:solidFill>
                  <a:schemeClr val="tx1"/>
                </a:solidFill>
                <a:latin typeface="Barlow" panose="00000500000000000000" pitchFamily="2" charset="0"/>
                <a:ea typeface="Patrick Hand"/>
                <a:cs typeface="Patrick Hand"/>
                <a:sym typeface="Patrick Hand"/>
              </a:rPr>
              <a:t>Question</a:t>
            </a:r>
            <a:endParaRPr sz="900" b="0" i="0" u="none" strike="noStrike" cap="none">
              <a:solidFill>
                <a:schemeClr val="tx1"/>
              </a:solidFill>
              <a:latin typeface="Barlow" panose="00000500000000000000" pitchFamily="2" charset="0"/>
              <a:ea typeface="Calibri"/>
              <a:cs typeface="Calibri"/>
              <a:sym typeface="Calibri"/>
            </a:endParaRPr>
          </a:p>
        </p:txBody>
      </p:sp>
      <p:sp>
        <p:nvSpPr>
          <p:cNvPr id="591" name="Google Shape;591;p57"/>
          <p:cNvSpPr/>
          <p:nvPr/>
        </p:nvSpPr>
        <p:spPr>
          <a:xfrm>
            <a:off x="3042662" y="2038149"/>
            <a:ext cx="1039484" cy="245685"/>
          </a:xfrm>
          <a:prstGeom prst="rect">
            <a:avLst/>
          </a:prstGeom>
          <a:noFill/>
          <a:ln>
            <a:noFill/>
          </a:ln>
        </p:spPr>
        <p:txBody>
          <a:bodyPr spcFirstLastPara="1" wrap="square" lIns="0" tIns="0" rIns="0" bIns="0" anchor="t" anchorCtr="0">
            <a:noAutofit/>
          </a:bodyPr>
          <a:lstStyle/>
          <a:p>
            <a:pPr marL="0" marR="0" lvl="0" indent="0" algn="ctr" rtl="0">
              <a:lnSpc>
                <a:spcPct val="86000"/>
              </a:lnSpc>
              <a:spcBef>
                <a:spcPts val="0"/>
              </a:spcBef>
              <a:spcAft>
                <a:spcPts val="0"/>
              </a:spcAft>
              <a:buClr>
                <a:srgbClr val="383838"/>
              </a:buClr>
              <a:buSzPts val="900"/>
              <a:buFont typeface="Patrick Hand"/>
              <a:buNone/>
            </a:pPr>
            <a:r>
              <a:rPr lang="en-US" sz="900" b="0" i="0" u="none" strike="noStrike" cap="none" dirty="0">
                <a:solidFill>
                  <a:schemeClr val="tx1"/>
                </a:solidFill>
                <a:latin typeface="Barlow" panose="00000500000000000000" pitchFamily="2" charset="0"/>
                <a:ea typeface="Patrick Hand"/>
                <a:cs typeface="Patrick Hand"/>
                <a:sym typeface="Patrick Hand"/>
              </a:rPr>
              <a:t>Question </a:t>
            </a:r>
            <a:r>
              <a:rPr lang="en-US" sz="900" b="0" i="0" u="none" strike="noStrike" cap="none" dirty="0" err="1">
                <a:solidFill>
                  <a:schemeClr val="tx1"/>
                </a:solidFill>
                <a:latin typeface="Barlow" panose="00000500000000000000" pitchFamily="2" charset="0"/>
                <a:ea typeface="Patrick Hand"/>
                <a:cs typeface="Patrick Hand"/>
                <a:sym typeface="Patrick Hand"/>
              </a:rPr>
              <a:t>utilisateur</a:t>
            </a:r>
            <a:r>
              <a:rPr lang="en-US" sz="900" b="0" i="0" u="none" strike="noStrike" cap="none" dirty="0">
                <a:solidFill>
                  <a:schemeClr val="tx1"/>
                </a:solidFill>
                <a:latin typeface="Barlow" panose="00000500000000000000" pitchFamily="2" charset="0"/>
                <a:ea typeface="Patrick Hand"/>
                <a:cs typeface="Patrick Hand"/>
                <a:sym typeface="Patrick Hand"/>
              </a:rPr>
              <a:t> </a:t>
            </a:r>
            <a:r>
              <a:rPr lang="en-US" sz="900" b="0" i="0" u="none" strike="noStrike" cap="none" dirty="0" err="1">
                <a:solidFill>
                  <a:schemeClr val="tx1"/>
                </a:solidFill>
                <a:latin typeface="Barlow" panose="00000500000000000000" pitchFamily="2" charset="0"/>
                <a:ea typeface="Patrick Hand"/>
                <a:cs typeface="Patrick Hand"/>
                <a:sym typeface="Patrick Hand"/>
              </a:rPr>
              <a:t>initiale</a:t>
            </a:r>
            <a:endParaRPr sz="900" b="0" i="0" u="none" strike="noStrike" cap="none" dirty="0">
              <a:solidFill>
                <a:schemeClr val="tx1"/>
              </a:solidFill>
              <a:latin typeface="Barlow" panose="00000500000000000000" pitchFamily="2" charset="0"/>
              <a:ea typeface="Calibri"/>
              <a:cs typeface="Calibri"/>
              <a:sym typeface="Calibri"/>
            </a:endParaRPr>
          </a:p>
        </p:txBody>
      </p:sp>
      <p:sp>
        <p:nvSpPr>
          <p:cNvPr id="592" name="Google Shape;592;p57"/>
          <p:cNvSpPr/>
          <p:nvPr/>
        </p:nvSpPr>
        <p:spPr>
          <a:xfrm>
            <a:off x="6331622" y="1836306"/>
            <a:ext cx="1039484" cy="1489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383838"/>
              </a:buClr>
              <a:buSzPts val="900"/>
              <a:buFont typeface="Patrick Hand"/>
              <a:buNone/>
            </a:pPr>
            <a:r>
              <a:rPr lang="en-US" sz="900" b="0" i="0" u="none" strike="noStrike" cap="none">
                <a:solidFill>
                  <a:schemeClr val="tx1"/>
                </a:solidFill>
                <a:latin typeface="Barlow" panose="00000500000000000000" pitchFamily="2" charset="0"/>
                <a:ea typeface="Patrick Hand"/>
                <a:cs typeface="Patrick Hand"/>
                <a:sym typeface="Patrick Hand"/>
              </a:rPr>
              <a:t>Rédaction</a:t>
            </a:r>
            <a:endParaRPr sz="900" b="0" i="0" u="none" strike="noStrike" cap="none">
              <a:solidFill>
                <a:schemeClr val="tx1"/>
              </a:solidFill>
              <a:latin typeface="Barlow" panose="00000500000000000000" pitchFamily="2" charset="0"/>
              <a:ea typeface="Calibri"/>
              <a:cs typeface="Calibri"/>
              <a:sym typeface="Calibri"/>
            </a:endParaRPr>
          </a:p>
        </p:txBody>
      </p:sp>
      <p:sp>
        <p:nvSpPr>
          <p:cNvPr id="593" name="Google Shape;593;p57"/>
          <p:cNvSpPr/>
          <p:nvPr/>
        </p:nvSpPr>
        <p:spPr>
          <a:xfrm>
            <a:off x="6331622" y="2038149"/>
            <a:ext cx="1039484" cy="245685"/>
          </a:xfrm>
          <a:prstGeom prst="rect">
            <a:avLst/>
          </a:prstGeom>
          <a:noFill/>
          <a:ln>
            <a:noFill/>
          </a:ln>
        </p:spPr>
        <p:txBody>
          <a:bodyPr spcFirstLastPara="1" wrap="square" lIns="0" tIns="0" rIns="0" bIns="0" anchor="t" anchorCtr="0">
            <a:noAutofit/>
          </a:bodyPr>
          <a:lstStyle/>
          <a:p>
            <a:pPr marL="0" marR="0" lvl="0" indent="0" algn="ctr" rtl="0">
              <a:lnSpc>
                <a:spcPct val="86000"/>
              </a:lnSpc>
              <a:spcBef>
                <a:spcPts val="0"/>
              </a:spcBef>
              <a:spcAft>
                <a:spcPts val="0"/>
              </a:spcAft>
              <a:buClr>
                <a:srgbClr val="383838"/>
              </a:buClr>
              <a:buSzPts val="900"/>
              <a:buFont typeface="Patrick Hand"/>
              <a:buNone/>
            </a:pPr>
            <a:r>
              <a:rPr lang="en-US" sz="900" b="0" i="0" u="none" strike="noStrike" cap="none" dirty="0">
                <a:solidFill>
                  <a:schemeClr val="tx1"/>
                </a:solidFill>
                <a:latin typeface="Barlow" panose="00000500000000000000" pitchFamily="2" charset="0"/>
                <a:ea typeface="Patrick Hand"/>
                <a:cs typeface="Patrick Hand"/>
                <a:sym typeface="Patrick Hand"/>
              </a:rPr>
              <a:t>LLM </a:t>
            </a:r>
            <a:r>
              <a:rPr lang="en-US" sz="900" b="0" i="0" u="none" strike="noStrike" cap="none" dirty="0" err="1">
                <a:solidFill>
                  <a:schemeClr val="tx1"/>
                </a:solidFill>
                <a:latin typeface="Barlow" panose="00000500000000000000" pitchFamily="2" charset="0"/>
                <a:ea typeface="Patrick Hand"/>
                <a:cs typeface="Patrick Hand"/>
                <a:sym typeface="Patrick Hand"/>
              </a:rPr>
              <a:t>rédige</a:t>
            </a:r>
            <a:r>
              <a:rPr lang="en-US" sz="900" b="0" i="0" u="none" strike="noStrike" cap="none" dirty="0">
                <a:solidFill>
                  <a:schemeClr val="tx1"/>
                </a:solidFill>
                <a:latin typeface="Barlow" panose="00000500000000000000" pitchFamily="2" charset="0"/>
                <a:ea typeface="Patrick Hand"/>
                <a:cs typeface="Patrick Hand"/>
                <a:sym typeface="Patrick Hand"/>
              </a:rPr>
              <a:t> avec le </a:t>
            </a:r>
            <a:r>
              <a:rPr lang="en-US" sz="900" b="0" i="0" u="none" strike="noStrike" cap="none" dirty="0" err="1">
                <a:solidFill>
                  <a:schemeClr val="tx1"/>
                </a:solidFill>
                <a:latin typeface="Barlow" panose="00000500000000000000" pitchFamily="2" charset="0"/>
                <a:ea typeface="Patrick Hand"/>
                <a:cs typeface="Patrick Hand"/>
                <a:sym typeface="Patrick Hand"/>
              </a:rPr>
              <a:t>contexte</a:t>
            </a:r>
            <a:r>
              <a:rPr lang="en-US" sz="900" b="0" i="0" u="none" strike="noStrike" cap="none" dirty="0">
                <a:solidFill>
                  <a:schemeClr val="tx1"/>
                </a:solidFill>
                <a:latin typeface="Barlow" panose="00000500000000000000" pitchFamily="2" charset="0"/>
                <a:ea typeface="Patrick Hand"/>
                <a:cs typeface="Patrick Hand"/>
                <a:sym typeface="Patrick Hand"/>
              </a:rPr>
              <a:t> </a:t>
            </a:r>
            <a:r>
              <a:rPr lang="en-US" sz="900" b="0" i="0" u="none" strike="noStrike" cap="none" dirty="0" err="1">
                <a:solidFill>
                  <a:schemeClr val="tx1"/>
                </a:solidFill>
                <a:latin typeface="Barlow" panose="00000500000000000000" pitchFamily="2" charset="0"/>
                <a:ea typeface="Patrick Hand"/>
                <a:cs typeface="Patrick Hand"/>
                <a:sym typeface="Patrick Hand"/>
              </a:rPr>
              <a:t>récupéré</a:t>
            </a:r>
            <a:endParaRPr sz="900" b="0" i="0" u="none" strike="noStrike" cap="none" dirty="0">
              <a:solidFill>
                <a:schemeClr val="tx1"/>
              </a:solidFill>
              <a:latin typeface="Barlow" panose="00000500000000000000" pitchFamily="2" charset="0"/>
              <a:ea typeface="Calibri"/>
              <a:cs typeface="Calibri"/>
              <a:sym typeface="Calibri"/>
            </a:endParaRPr>
          </a:p>
        </p:txBody>
      </p:sp>
      <p:sp>
        <p:nvSpPr>
          <p:cNvPr id="594" name="Google Shape;594;p57"/>
          <p:cNvSpPr/>
          <p:nvPr/>
        </p:nvSpPr>
        <p:spPr>
          <a:xfrm>
            <a:off x="695324" y="4508939"/>
            <a:ext cx="5323747" cy="863203"/>
          </a:xfrm>
          <a:prstGeom prst="roundRect">
            <a:avLst>
              <a:gd name="adj" fmla="val 12472"/>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595" name="Google Shape;595;p57"/>
          <p:cNvSpPr/>
          <p:nvPr/>
        </p:nvSpPr>
        <p:spPr>
          <a:xfrm>
            <a:off x="844843" y="4606074"/>
            <a:ext cx="5024709" cy="18682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150"/>
              <a:buFont typeface="Patrick Hand"/>
              <a:buNone/>
            </a:pPr>
            <a:r>
              <a:rPr lang="en-US" sz="1150" b="0" i="0" u="none" strike="noStrike" cap="none" dirty="0">
                <a:solidFill>
                  <a:schemeClr val="tx1"/>
                </a:solidFill>
                <a:latin typeface="Barlow" panose="00000500000000000000" pitchFamily="2" charset="0"/>
                <a:ea typeface="Patrick Hand"/>
                <a:cs typeface="Patrick Hand"/>
                <a:sym typeface="Patrick Hand"/>
              </a:rPr>
              <a:t>LLM seul</a:t>
            </a:r>
            <a:endParaRPr sz="1150" b="0" i="0" u="none" strike="noStrike" cap="none" dirty="0">
              <a:solidFill>
                <a:schemeClr val="tx1"/>
              </a:solidFill>
              <a:latin typeface="Barlow" panose="00000500000000000000" pitchFamily="2" charset="0"/>
              <a:ea typeface="Calibri"/>
              <a:cs typeface="Calibri"/>
              <a:sym typeface="Calibri"/>
            </a:endParaRPr>
          </a:p>
        </p:txBody>
      </p:sp>
      <p:sp>
        <p:nvSpPr>
          <p:cNvPr id="596" name="Google Shape;596;p57"/>
          <p:cNvSpPr/>
          <p:nvPr/>
        </p:nvSpPr>
        <p:spPr>
          <a:xfrm>
            <a:off x="844843" y="4890038"/>
            <a:ext cx="5024709" cy="394692"/>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383838"/>
              </a:buClr>
              <a:buSzPts val="1150"/>
              <a:buFont typeface="Patrick Hand"/>
              <a:buNone/>
            </a:pPr>
            <a:r>
              <a:rPr lang="en-US" sz="1150" b="0" i="0" u="none" strike="noStrike" cap="none" dirty="0" err="1">
                <a:solidFill>
                  <a:schemeClr val="tx1"/>
                </a:solidFill>
                <a:latin typeface="Barlow" panose="00000500000000000000" pitchFamily="2" charset="0"/>
                <a:ea typeface="Patrick Hand"/>
                <a:cs typeface="Patrick Hand"/>
                <a:sym typeface="Patrick Hand"/>
              </a:rPr>
              <a:t>Réponses</a:t>
            </a:r>
            <a:r>
              <a:rPr lang="en-US" sz="1150" b="0" i="0" u="none" strike="noStrike" cap="none" dirty="0">
                <a:solidFill>
                  <a:schemeClr val="tx1"/>
                </a:solidFill>
                <a:latin typeface="Barlow" panose="00000500000000000000" pitchFamily="2" charset="0"/>
                <a:ea typeface="Patrick Hand"/>
                <a:cs typeface="Patrick Hand"/>
                <a:sym typeface="Patrick Hand"/>
              </a:rPr>
              <a:t> </a:t>
            </a:r>
            <a:r>
              <a:rPr lang="en-US" sz="1150" b="0" i="0" u="none" strike="noStrike" cap="none" dirty="0" err="1">
                <a:solidFill>
                  <a:schemeClr val="tx1"/>
                </a:solidFill>
                <a:latin typeface="Barlow" panose="00000500000000000000" pitchFamily="2" charset="0"/>
                <a:ea typeface="Patrick Hand"/>
                <a:cs typeface="Patrick Hand"/>
                <a:sym typeface="Patrick Hand"/>
              </a:rPr>
              <a:t>génériques</a:t>
            </a:r>
            <a:r>
              <a:rPr lang="en-US" sz="1150" b="0" i="0" u="none" strike="noStrike" cap="none" dirty="0">
                <a:solidFill>
                  <a:schemeClr val="tx1"/>
                </a:solidFill>
                <a:latin typeface="Barlow" panose="00000500000000000000" pitchFamily="2" charset="0"/>
                <a:ea typeface="Patrick Hand"/>
                <a:cs typeface="Patrick Hand"/>
                <a:sym typeface="Patrick Hand"/>
              </a:rPr>
              <a:t>, </a:t>
            </a:r>
            <a:r>
              <a:rPr lang="en-US" sz="1150" b="0" i="0" u="none" strike="noStrike" cap="none" dirty="0" err="1">
                <a:solidFill>
                  <a:schemeClr val="tx1"/>
                </a:solidFill>
                <a:latin typeface="Barlow" panose="00000500000000000000" pitchFamily="2" charset="0"/>
                <a:ea typeface="Patrick Hand"/>
                <a:cs typeface="Patrick Hand"/>
                <a:sym typeface="Patrick Hand"/>
              </a:rPr>
              <a:t>risque</a:t>
            </a:r>
            <a:r>
              <a:rPr lang="en-US" sz="1150" b="0" i="0" u="none" strike="noStrike" cap="none" dirty="0">
                <a:solidFill>
                  <a:schemeClr val="tx1"/>
                </a:solidFill>
                <a:latin typeface="Barlow" panose="00000500000000000000" pitchFamily="2" charset="0"/>
                <a:ea typeface="Patrick Hand"/>
                <a:cs typeface="Patrick Hand"/>
                <a:sym typeface="Patrick Hand"/>
              </a:rPr>
              <a:t> </a:t>
            </a:r>
            <a:r>
              <a:rPr lang="en-US" sz="1150" b="0" i="0" u="none" strike="noStrike" cap="none" dirty="0" err="1">
                <a:solidFill>
                  <a:schemeClr val="tx1"/>
                </a:solidFill>
                <a:latin typeface="Barlow" panose="00000500000000000000" pitchFamily="2" charset="0"/>
                <a:ea typeface="Patrick Hand"/>
                <a:cs typeface="Patrick Hand"/>
                <a:sym typeface="Patrick Hand"/>
              </a:rPr>
              <a:t>d'hallucination</a:t>
            </a:r>
            <a:r>
              <a:rPr lang="en-US" sz="1150" b="0" i="0" u="none" strike="noStrike" cap="none" dirty="0">
                <a:solidFill>
                  <a:schemeClr val="tx1"/>
                </a:solidFill>
                <a:latin typeface="Barlow" panose="00000500000000000000" pitchFamily="2" charset="0"/>
                <a:ea typeface="Patrick Hand"/>
                <a:cs typeface="Patrick Hand"/>
                <a:sym typeface="Patrick Hand"/>
              </a:rPr>
              <a:t> </a:t>
            </a:r>
            <a:r>
              <a:rPr lang="en-US" sz="1150" b="0" i="0" u="none" strike="noStrike" cap="none" dirty="0" err="1">
                <a:solidFill>
                  <a:schemeClr val="tx1"/>
                </a:solidFill>
                <a:latin typeface="Barlow" panose="00000500000000000000" pitchFamily="2" charset="0"/>
                <a:ea typeface="Patrick Hand"/>
                <a:cs typeface="Patrick Hand"/>
                <a:sym typeface="Patrick Hand"/>
              </a:rPr>
              <a:t>élevé</a:t>
            </a:r>
            <a:r>
              <a:rPr lang="en-US" sz="1150" b="0" i="0" u="none" strike="noStrike" cap="none" dirty="0">
                <a:solidFill>
                  <a:schemeClr val="tx1"/>
                </a:solidFill>
                <a:latin typeface="Barlow" panose="00000500000000000000" pitchFamily="2" charset="0"/>
                <a:ea typeface="Patrick Hand"/>
                <a:cs typeface="Patrick Hand"/>
                <a:sym typeface="Patrick Hand"/>
              </a:rPr>
              <a:t>, </a:t>
            </a:r>
            <a:r>
              <a:rPr lang="en-US" sz="1150" b="0" i="0" u="none" strike="noStrike" cap="none" dirty="0" err="1">
                <a:solidFill>
                  <a:schemeClr val="tx1"/>
                </a:solidFill>
                <a:latin typeface="Barlow" panose="00000500000000000000" pitchFamily="2" charset="0"/>
                <a:ea typeface="Patrick Hand"/>
                <a:cs typeface="Patrick Hand"/>
                <a:sym typeface="Patrick Hand"/>
              </a:rPr>
              <a:t>aucune</a:t>
            </a:r>
            <a:r>
              <a:rPr lang="en-US" sz="1150" b="0" i="0" u="none" strike="noStrike" cap="none" dirty="0">
                <a:solidFill>
                  <a:schemeClr val="tx1"/>
                </a:solidFill>
                <a:latin typeface="Barlow" panose="00000500000000000000" pitchFamily="2" charset="0"/>
                <a:ea typeface="Patrick Hand"/>
                <a:cs typeface="Patrick Hand"/>
                <a:sym typeface="Patrick Hand"/>
              </a:rPr>
              <a:t> </a:t>
            </a:r>
            <a:r>
              <a:rPr lang="en-US" sz="1150" b="0" i="0" u="none" strike="noStrike" cap="none" dirty="0" err="1">
                <a:solidFill>
                  <a:schemeClr val="tx1"/>
                </a:solidFill>
                <a:latin typeface="Barlow" panose="00000500000000000000" pitchFamily="2" charset="0"/>
                <a:ea typeface="Patrick Hand"/>
                <a:cs typeface="Patrick Hand"/>
                <a:sym typeface="Patrick Hand"/>
              </a:rPr>
              <a:t>traçabilité</a:t>
            </a:r>
            <a:r>
              <a:rPr lang="en-US" sz="1150" b="0" i="0" u="none" strike="noStrike" cap="none" dirty="0">
                <a:solidFill>
                  <a:schemeClr val="tx1"/>
                </a:solidFill>
                <a:latin typeface="Barlow" panose="00000500000000000000" pitchFamily="2" charset="0"/>
                <a:ea typeface="Patrick Hand"/>
                <a:cs typeface="Patrick Hand"/>
                <a:sym typeface="Patrick Hand"/>
              </a:rPr>
              <a:t> vers les sources </a:t>
            </a:r>
            <a:r>
              <a:rPr lang="en-US" sz="1150" b="0" i="0" u="none" strike="noStrike" cap="none" dirty="0" err="1">
                <a:solidFill>
                  <a:schemeClr val="tx1"/>
                </a:solidFill>
                <a:latin typeface="Barlow" panose="00000500000000000000" pitchFamily="2" charset="0"/>
                <a:ea typeface="Patrick Hand"/>
                <a:cs typeface="Patrick Hand"/>
                <a:sym typeface="Patrick Hand"/>
              </a:rPr>
              <a:t>documentaires</a:t>
            </a:r>
            <a:r>
              <a:rPr lang="en-US" sz="1150" b="0" i="0" u="none" strike="noStrike" cap="none" dirty="0">
                <a:solidFill>
                  <a:schemeClr val="tx1"/>
                </a:solidFill>
                <a:latin typeface="Barlow" panose="00000500000000000000" pitchFamily="2" charset="0"/>
                <a:ea typeface="Patrick Hand"/>
                <a:cs typeface="Patrick Hand"/>
                <a:sym typeface="Patrick Hand"/>
              </a:rPr>
              <a:t>.</a:t>
            </a:r>
            <a:endParaRPr sz="1150" b="0" i="0" u="none" strike="noStrike" cap="none" dirty="0">
              <a:solidFill>
                <a:schemeClr val="tx1"/>
              </a:solidFill>
              <a:latin typeface="Barlow" panose="00000500000000000000" pitchFamily="2" charset="0"/>
              <a:ea typeface="Calibri"/>
              <a:cs typeface="Calibri"/>
              <a:sym typeface="Calibri"/>
            </a:endParaRPr>
          </a:p>
        </p:txBody>
      </p:sp>
      <p:sp>
        <p:nvSpPr>
          <p:cNvPr id="2" name="Google Shape;594;p57">
            <a:extLst>
              <a:ext uri="{FF2B5EF4-FFF2-40B4-BE49-F238E27FC236}">
                <a16:creationId xmlns:a16="http://schemas.microsoft.com/office/drawing/2014/main" id="{071B6211-CC54-67CD-B956-34BB157BD530}"/>
              </a:ext>
            </a:extLst>
          </p:cNvPr>
          <p:cNvSpPr/>
          <p:nvPr/>
        </p:nvSpPr>
        <p:spPr>
          <a:xfrm>
            <a:off x="6174839" y="4508938"/>
            <a:ext cx="5323747" cy="863203"/>
          </a:xfrm>
          <a:prstGeom prst="roundRect">
            <a:avLst>
              <a:gd name="adj" fmla="val 12472"/>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597" name="Google Shape;597;p57"/>
          <p:cNvSpPr/>
          <p:nvPr/>
        </p:nvSpPr>
        <p:spPr>
          <a:xfrm>
            <a:off x="6282490" y="4606074"/>
            <a:ext cx="5108447" cy="186829"/>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150"/>
              <a:buFont typeface="Patrick Hand"/>
              <a:buNone/>
            </a:pPr>
            <a:r>
              <a:rPr lang="en-US" sz="1150" b="0" i="0" u="none" strike="noStrike" cap="none">
                <a:solidFill>
                  <a:schemeClr val="tx1"/>
                </a:solidFill>
                <a:latin typeface="Barlow" panose="00000500000000000000" pitchFamily="2" charset="0"/>
                <a:ea typeface="Patrick Hand"/>
                <a:cs typeface="Patrick Hand"/>
                <a:sym typeface="Patrick Hand"/>
              </a:rPr>
              <a:t>Moteur de recherche classique</a:t>
            </a:r>
            <a:endParaRPr sz="1150" b="0" i="0" u="none" strike="noStrike" cap="none">
              <a:solidFill>
                <a:schemeClr val="tx1"/>
              </a:solidFill>
              <a:latin typeface="Barlow" panose="00000500000000000000" pitchFamily="2" charset="0"/>
              <a:ea typeface="Calibri"/>
              <a:cs typeface="Calibri"/>
              <a:sym typeface="Calibri"/>
            </a:endParaRPr>
          </a:p>
        </p:txBody>
      </p:sp>
      <p:sp>
        <p:nvSpPr>
          <p:cNvPr id="598" name="Google Shape;598;p57"/>
          <p:cNvSpPr/>
          <p:nvPr/>
        </p:nvSpPr>
        <p:spPr>
          <a:xfrm>
            <a:off x="6282490" y="4890038"/>
            <a:ext cx="5718032" cy="197346"/>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383838"/>
              </a:buClr>
              <a:buSzPts val="1150"/>
              <a:buFont typeface="Patrick Hand"/>
              <a:buNone/>
            </a:pPr>
            <a:r>
              <a:rPr lang="en-US" sz="1150" b="0" i="0" u="none" strike="noStrike" cap="none">
                <a:solidFill>
                  <a:schemeClr val="tx1"/>
                </a:solidFill>
                <a:latin typeface="Barlow" panose="00000500000000000000" pitchFamily="2" charset="0"/>
                <a:ea typeface="Patrick Hand"/>
                <a:cs typeface="Patrick Hand"/>
                <a:sym typeface="Patrick Hand"/>
              </a:rPr>
              <a:t>Retour de documents bruts, sans synthèse ni mise en contexte sémantique pour l'utilisateur.</a:t>
            </a:r>
            <a:endParaRPr sz="1150" b="0" i="0" u="none" strike="noStrike" cap="none">
              <a:solidFill>
                <a:schemeClr val="tx1"/>
              </a:solidFill>
              <a:latin typeface="Barlow" panose="00000500000000000000" pitchFamily="2" charset="0"/>
              <a:ea typeface="Calibri"/>
              <a:cs typeface="Calibri"/>
              <a:sym typeface="Calibri"/>
            </a:endParaRPr>
          </a:p>
        </p:txBody>
      </p:sp>
      <p:sp>
        <p:nvSpPr>
          <p:cNvPr id="599" name="Google Shape;599;p57"/>
          <p:cNvSpPr/>
          <p:nvPr/>
        </p:nvSpPr>
        <p:spPr>
          <a:xfrm>
            <a:off x="805041" y="5642967"/>
            <a:ext cx="10581613" cy="456505"/>
          </a:xfrm>
          <a:prstGeom prst="roundRect">
            <a:avLst>
              <a:gd name="adj" fmla="val 13756"/>
            </a:avLst>
          </a:pr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pic>
        <p:nvPicPr>
          <p:cNvPr id="600" name="Google Shape;600;p57" descr="preencoded.png"/>
          <p:cNvPicPr preferRelativeResize="0"/>
          <p:nvPr/>
        </p:nvPicPr>
        <p:blipFill rotWithShape="1">
          <a:blip r:embed="rId4">
            <a:alphaModFix/>
          </a:blip>
          <a:srcRect/>
          <a:stretch/>
        </p:blipFill>
        <p:spPr>
          <a:xfrm>
            <a:off x="954560" y="5838627"/>
            <a:ext cx="186824" cy="149523"/>
          </a:xfrm>
          <a:prstGeom prst="rect">
            <a:avLst/>
          </a:prstGeom>
          <a:noFill/>
          <a:ln>
            <a:noFill/>
          </a:ln>
        </p:spPr>
      </p:pic>
      <p:sp>
        <p:nvSpPr>
          <p:cNvPr id="601" name="Google Shape;601;p57"/>
          <p:cNvSpPr/>
          <p:nvPr/>
        </p:nvSpPr>
        <p:spPr>
          <a:xfrm>
            <a:off x="1290903" y="5777409"/>
            <a:ext cx="10555817" cy="197346"/>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000000"/>
              </a:buClr>
              <a:buSzPts val="1150"/>
              <a:buFont typeface="Patrick Hand"/>
              <a:buNone/>
            </a:pPr>
            <a:r>
              <a:rPr lang="en-US" sz="1150" b="0" i="0" u="none" strike="noStrike" cap="none">
                <a:solidFill>
                  <a:schemeClr val="tx1"/>
                </a:solidFill>
                <a:latin typeface="Barlow" panose="00000500000000000000" pitchFamily="2" charset="0"/>
                <a:ea typeface="Patrick Hand"/>
                <a:cs typeface="Patrick Hand"/>
                <a:sym typeface="Patrick Hand"/>
              </a:rPr>
              <a:t>Le RAG combine les deux approches : il ancre la génération dans des sources vérifiables et citées.</a:t>
            </a:r>
            <a:endParaRPr sz="1150" b="0" i="0" u="none" strike="noStrike" cap="none">
              <a:solidFill>
                <a:schemeClr val="tx1"/>
              </a:solidFill>
              <a:latin typeface="Barlow" panose="00000500000000000000" pitchFamily="2" charset="0"/>
              <a:ea typeface="Calibri"/>
              <a:cs typeface="Calibri"/>
              <a:sym typeface="Calibri"/>
            </a:endParaRPr>
          </a:p>
        </p:txBody>
      </p:sp>
      <p:sp>
        <p:nvSpPr>
          <p:cNvPr id="3" name="Espace réservé du texte 2">
            <a:extLst>
              <a:ext uri="{FF2B5EF4-FFF2-40B4-BE49-F238E27FC236}">
                <a16:creationId xmlns:a16="http://schemas.microsoft.com/office/drawing/2014/main" id="{B63E1091-6D52-9100-3B84-CE76C116EC39}"/>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91"/>
                                        </p:tgtEl>
                                        <p:attrNameLst>
                                          <p:attrName>style.visibility</p:attrName>
                                        </p:attrNameLst>
                                      </p:cBhvr>
                                      <p:to>
                                        <p:strVal val="visible"/>
                                      </p:to>
                                    </p:set>
                                    <p:animEffect transition="in" filter="fade">
                                      <p:cBhvr>
                                        <p:cTn id="7" dur="500"/>
                                        <p:tgtEl>
                                          <p:spTgt spid="59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93"/>
                                        </p:tgtEl>
                                        <p:attrNameLst>
                                          <p:attrName>style.visibility</p:attrName>
                                        </p:attrNameLst>
                                      </p:cBhvr>
                                      <p:to>
                                        <p:strVal val="visible"/>
                                      </p:to>
                                    </p:set>
                                    <p:animEffect transition="in" filter="fade">
                                      <p:cBhvr>
                                        <p:cTn id="10" dur="500"/>
                                        <p:tgtEl>
                                          <p:spTgt spid="59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87"/>
                                        </p:tgtEl>
                                        <p:attrNameLst>
                                          <p:attrName>style.visibility</p:attrName>
                                        </p:attrNameLst>
                                      </p:cBhvr>
                                      <p:to>
                                        <p:strVal val="visible"/>
                                      </p:to>
                                    </p:set>
                                    <p:animEffect transition="in" filter="fade">
                                      <p:cBhvr>
                                        <p:cTn id="13" dur="500"/>
                                        <p:tgtEl>
                                          <p:spTgt spid="58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589"/>
                                        </p:tgtEl>
                                        <p:attrNameLst>
                                          <p:attrName>style.visibility</p:attrName>
                                        </p:attrNameLst>
                                      </p:cBhvr>
                                      <p:to>
                                        <p:strVal val="visible"/>
                                      </p:to>
                                    </p:set>
                                    <p:animEffect transition="in" filter="fade">
                                      <p:cBhvr>
                                        <p:cTn id="16" dur="500"/>
                                        <p:tgtEl>
                                          <p:spTgt spid="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7" grpId="0"/>
      <p:bldP spid="589" grpId="0"/>
      <p:bldP spid="591" grpId="0"/>
      <p:bldP spid="59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9" name="Google Shape;609;p58"/>
          <p:cNvSpPr/>
          <p:nvPr/>
        </p:nvSpPr>
        <p:spPr>
          <a:xfrm>
            <a:off x="672000" y="741716"/>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800" b="1" dirty="0">
                <a:solidFill>
                  <a:schemeClr val="tx1"/>
                </a:solidFill>
                <a:latin typeface="Avenir"/>
                <a:sym typeface="Patrick Hand"/>
              </a:rPr>
              <a:t>Fondamentaux RAG 2/2</a:t>
            </a:r>
            <a:r>
              <a:rPr lang="en-US" sz="2800" b="1" dirty="0">
                <a:solidFill>
                  <a:schemeClr val="tx1"/>
                </a:solidFill>
                <a:latin typeface="Avenir"/>
                <a:sym typeface="Calibri"/>
              </a:rPr>
              <a:t> : </a:t>
            </a:r>
            <a:r>
              <a:rPr lang="en-US" sz="2800" b="1" dirty="0" err="1">
                <a:solidFill>
                  <a:schemeClr val="tx1"/>
                </a:solidFill>
                <a:latin typeface="Avenir"/>
                <a:sym typeface="Calibri"/>
              </a:rPr>
              <a:t>Anatomie</a:t>
            </a:r>
            <a:r>
              <a:rPr lang="en-US" sz="2800" b="1" dirty="0">
                <a:solidFill>
                  <a:schemeClr val="tx1"/>
                </a:solidFill>
                <a:latin typeface="Avenir"/>
                <a:sym typeface="Calibri"/>
              </a:rPr>
              <a:t> </a:t>
            </a:r>
            <a:r>
              <a:rPr lang="en-US" sz="2800" b="1" dirty="0" err="1">
                <a:solidFill>
                  <a:schemeClr val="tx1"/>
                </a:solidFill>
                <a:latin typeface="Avenir"/>
                <a:sym typeface="Calibri"/>
              </a:rPr>
              <a:t>d'une</a:t>
            </a:r>
            <a:r>
              <a:rPr lang="en-US" sz="2800" b="1" dirty="0">
                <a:solidFill>
                  <a:schemeClr val="tx1"/>
                </a:solidFill>
                <a:latin typeface="Avenir"/>
                <a:sym typeface="Calibri"/>
              </a:rPr>
              <a:t> </a:t>
            </a:r>
            <a:r>
              <a:rPr lang="en-US" sz="2800" b="1" dirty="0" err="1">
                <a:solidFill>
                  <a:schemeClr val="tx1"/>
                </a:solidFill>
                <a:latin typeface="Avenir"/>
                <a:sym typeface="Calibri"/>
              </a:rPr>
              <a:t>chaîne</a:t>
            </a:r>
            <a:r>
              <a:rPr lang="en-US" sz="2800" b="1" dirty="0">
                <a:solidFill>
                  <a:schemeClr val="tx1"/>
                </a:solidFill>
                <a:latin typeface="Avenir"/>
                <a:sym typeface="Calibri"/>
              </a:rPr>
              <a:t> RAG</a:t>
            </a:r>
            <a:endParaRPr sz="2800" b="1" dirty="0">
              <a:solidFill>
                <a:schemeClr val="tx1"/>
              </a:solidFill>
              <a:latin typeface="Avenir"/>
              <a:sym typeface="Calibri"/>
            </a:endParaRPr>
          </a:p>
        </p:txBody>
      </p:sp>
      <p:sp>
        <p:nvSpPr>
          <p:cNvPr id="611" name="Google Shape;611;p58"/>
          <p:cNvSpPr/>
          <p:nvPr/>
        </p:nvSpPr>
        <p:spPr>
          <a:xfrm>
            <a:off x="805193" y="5715116"/>
            <a:ext cx="10581613" cy="315714"/>
          </a:xfrm>
          <a:prstGeom prst="roundRect">
            <a:avLst>
              <a:gd name="adj" fmla="val 15301"/>
            </a:avLst>
          </a:pr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pic>
        <p:nvPicPr>
          <p:cNvPr id="612" name="Google Shape;612;p58" descr="preencoded.png"/>
          <p:cNvPicPr preferRelativeResize="0"/>
          <p:nvPr/>
        </p:nvPicPr>
        <p:blipFill rotWithShape="1">
          <a:blip r:embed="rId3">
            <a:alphaModFix/>
          </a:blip>
          <a:srcRect/>
          <a:stretch/>
        </p:blipFill>
        <p:spPr>
          <a:xfrm>
            <a:off x="920184" y="5822924"/>
            <a:ext cx="143764" cy="114995"/>
          </a:xfrm>
          <a:prstGeom prst="rect">
            <a:avLst/>
          </a:prstGeom>
          <a:noFill/>
          <a:ln>
            <a:noFill/>
          </a:ln>
        </p:spPr>
      </p:pic>
      <p:sp>
        <p:nvSpPr>
          <p:cNvPr id="613" name="Google Shape;613;p58"/>
          <p:cNvSpPr/>
          <p:nvPr/>
        </p:nvSpPr>
        <p:spPr>
          <a:xfrm>
            <a:off x="1178939" y="5805261"/>
            <a:ext cx="10702459" cy="137914"/>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900"/>
              <a:buFont typeface="Patrick Hand"/>
              <a:buNone/>
            </a:pPr>
            <a:r>
              <a:rPr lang="en-US" sz="900" b="0" i="0" u="none" strike="noStrike" cap="none" dirty="0" err="1">
                <a:solidFill>
                  <a:schemeClr val="tx1"/>
                </a:solidFill>
                <a:latin typeface="Barlow" panose="00000500000000000000" pitchFamily="2" charset="0"/>
                <a:ea typeface="Patrick Hand"/>
                <a:cs typeface="Patrick Hand"/>
                <a:sym typeface="Patrick Hand"/>
              </a:rPr>
              <a:t>Chaque</a:t>
            </a:r>
            <a:r>
              <a:rPr lang="en-US" sz="900" b="0" i="0" u="none" strike="noStrike" cap="none" dirty="0">
                <a:solidFill>
                  <a:schemeClr val="tx1"/>
                </a:solidFill>
                <a:latin typeface="Barlow" panose="00000500000000000000" pitchFamily="2" charset="0"/>
                <a:ea typeface="Patrick Hand"/>
                <a:cs typeface="Patrick Hand"/>
                <a:sym typeface="Patrick Hand"/>
              </a:rPr>
              <a:t> étage </a:t>
            </a:r>
            <a:r>
              <a:rPr lang="en-US" sz="900" b="0" i="0" u="none" strike="noStrike" cap="none" dirty="0" err="1">
                <a:solidFill>
                  <a:schemeClr val="tx1"/>
                </a:solidFill>
                <a:latin typeface="Barlow" panose="00000500000000000000" pitchFamily="2" charset="0"/>
                <a:ea typeface="Patrick Hand"/>
                <a:cs typeface="Patrick Hand"/>
                <a:sym typeface="Patrick Hand"/>
              </a:rPr>
              <a:t>peut</a:t>
            </a:r>
            <a:r>
              <a:rPr lang="en-US" sz="900" b="0" i="0" u="none" strike="noStrike" cap="none" dirty="0">
                <a:solidFill>
                  <a:schemeClr val="tx1"/>
                </a:solidFill>
                <a:latin typeface="Barlow" panose="00000500000000000000" pitchFamily="2" charset="0"/>
                <a:ea typeface="Patrick Hand"/>
                <a:cs typeface="Patrick Hand"/>
                <a:sym typeface="Patrick Hand"/>
              </a:rPr>
              <a:t> </a:t>
            </a:r>
            <a:r>
              <a:rPr lang="en-US" sz="900" b="0" i="0" u="none" strike="noStrike" cap="none" dirty="0" err="1">
                <a:solidFill>
                  <a:schemeClr val="tx1"/>
                </a:solidFill>
                <a:latin typeface="Barlow" panose="00000500000000000000" pitchFamily="2" charset="0"/>
                <a:ea typeface="Patrick Hand"/>
                <a:cs typeface="Patrick Hand"/>
                <a:sym typeface="Patrick Hand"/>
              </a:rPr>
              <a:t>défaillir</a:t>
            </a:r>
            <a:r>
              <a:rPr lang="en-US" sz="900" b="0" i="0" u="none" strike="noStrike" cap="none" dirty="0">
                <a:solidFill>
                  <a:schemeClr val="tx1"/>
                </a:solidFill>
                <a:latin typeface="Barlow" panose="00000500000000000000" pitchFamily="2" charset="0"/>
                <a:ea typeface="Patrick Hand"/>
                <a:cs typeface="Patrick Hand"/>
                <a:sym typeface="Patrick Hand"/>
              </a:rPr>
              <a:t> </a:t>
            </a:r>
            <a:r>
              <a:rPr lang="en-US" sz="900" b="0" i="0" u="none" strike="noStrike" cap="none" dirty="0" err="1">
                <a:solidFill>
                  <a:schemeClr val="tx1"/>
                </a:solidFill>
                <a:latin typeface="Barlow" panose="00000500000000000000" pitchFamily="2" charset="0"/>
                <a:ea typeface="Patrick Hand"/>
                <a:cs typeface="Patrick Hand"/>
                <a:sym typeface="Patrick Hand"/>
              </a:rPr>
              <a:t>indépendamment</a:t>
            </a:r>
            <a:r>
              <a:rPr lang="en-US" sz="900" b="0" i="0" u="none" strike="noStrike" cap="none" dirty="0">
                <a:solidFill>
                  <a:schemeClr val="tx1"/>
                </a:solidFill>
                <a:latin typeface="Barlow" panose="00000500000000000000" pitchFamily="2" charset="0"/>
                <a:ea typeface="Patrick Hand"/>
                <a:cs typeface="Patrick Hand"/>
                <a:sym typeface="Patrick Hand"/>
              </a:rPr>
              <a:t>. </a:t>
            </a:r>
            <a:r>
              <a:rPr lang="en-US" sz="900" b="0" i="0" u="none" strike="noStrike" cap="none" dirty="0" err="1">
                <a:solidFill>
                  <a:schemeClr val="tx1"/>
                </a:solidFill>
                <a:latin typeface="Barlow" panose="00000500000000000000" pitchFamily="2" charset="0"/>
                <a:ea typeface="Patrick Hand"/>
                <a:cs typeface="Patrick Hand"/>
                <a:sym typeface="Patrick Hand"/>
              </a:rPr>
              <a:t>L'évaluation</a:t>
            </a:r>
            <a:r>
              <a:rPr lang="en-US" sz="900" b="0" i="0" u="none" strike="noStrike" cap="none" dirty="0">
                <a:solidFill>
                  <a:schemeClr val="tx1"/>
                </a:solidFill>
                <a:latin typeface="Barlow" panose="00000500000000000000" pitchFamily="2" charset="0"/>
                <a:ea typeface="Patrick Hand"/>
                <a:cs typeface="Patrick Hand"/>
                <a:sym typeface="Patrick Hand"/>
              </a:rPr>
              <a:t> doit </a:t>
            </a:r>
            <a:r>
              <a:rPr lang="en-US" sz="900" b="0" i="0" u="none" strike="noStrike" cap="none" dirty="0" err="1">
                <a:solidFill>
                  <a:schemeClr val="tx1"/>
                </a:solidFill>
                <a:latin typeface="Barlow" panose="00000500000000000000" pitchFamily="2" charset="0"/>
                <a:ea typeface="Patrick Hand"/>
                <a:cs typeface="Patrick Hand"/>
                <a:sym typeface="Patrick Hand"/>
              </a:rPr>
              <a:t>être</a:t>
            </a:r>
            <a:r>
              <a:rPr lang="en-US" sz="900" b="0" i="0" u="none" strike="noStrike" cap="none" dirty="0">
                <a:solidFill>
                  <a:schemeClr val="tx1"/>
                </a:solidFill>
                <a:latin typeface="Barlow" panose="00000500000000000000" pitchFamily="2" charset="0"/>
                <a:ea typeface="Patrick Hand"/>
                <a:cs typeface="Patrick Hand"/>
                <a:sym typeface="Patrick Hand"/>
              </a:rPr>
              <a:t> </a:t>
            </a:r>
            <a:r>
              <a:rPr lang="en-US" sz="900" b="0" i="0" u="none" strike="noStrike" cap="none" dirty="0" err="1">
                <a:solidFill>
                  <a:schemeClr val="tx1"/>
                </a:solidFill>
                <a:latin typeface="Barlow" panose="00000500000000000000" pitchFamily="2" charset="0"/>
                <a:ea typeface="Patrick Hand"/>
                <a:cs typeface="Patrick Hand"/>
                <a:sym typeface="Patrick Hand"/>
              </a:rPr>
              <a:t>granulaire</a:t>
            </a:r>
            <a:r>
              <a:rPr lang="en-US" sz="900" b="0" i="0" u="none" strike="noStrike" cap="none" dirty="0">
                <a:solidFill>
                  <a:schemeClr val="tx1"/>
                </a:solidFill>
                <a:latin typeface="Barlow" panose="00000500000000000000" pitchFamily="2" charset="0"/>
                <a:ea typeface="Patrick Hand"/>
                <a:cs typeface="Patrick Hand"/>
                <a:sym typeface="Patrick Hand"/>
              </a:rPr>
              <a:t>, dimension par dimension.</a:t>
            </a:r>
            <a:endParaRPr sz="900" b="0" i="0" u="none" strike="noStrike" cap="none" dirty="0">
              <a:solidFill>
                <a:schemeClr val="tx1"/>
              </a:solidFill>
              <a:latin typeface="Barlow" panose="00000500000000000000" pitchFamily="2" charset="0"/>
              <a:ea typeface="Calibri"/>
              <a:cs typeface="Calibri"/>
              <a:sym typeface="Calibri"/>
            </a:endParaRPr>
          </a:p>
        </p:txBody>
      </p:sp>
      <p:sp>
        <p:nvSpPr>
          <p:cNvPr id="3" name="Espace réservé du texte 2">
            <a:extLst>
              <a:ext uri="{FF2B5EF4-FFF2-40B4-BE49-F238E27FC236}">
                <a16:creationId xmlns:a16="http://schemas.microsoft.com/office/drawing/2014/main" id="{481C301D-8854-CFCD-252D-59789CBB7C01}"/>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graphicFrame>
        <p:nvGraphicFramePr>
          <p:cNvPr id="2" name="Diagramme 1">
            <a:extLst>
              <a:ext uri="{FF2B5EF4-FFF2-40B4-BE49-F238E27FC236}">
                <a16:creationId xmlns:a16="http://schemas.microsoft.com/office/drawing/2014/main" id="{06E639B4-ED3C-4BE6-2AC0-EE1A61428124}"/>
              </a:ext>
            </a:extLst>
          </p:cNvPr>
          <p:cNvGraphicFramePr/>
          <p:nvPr>
            <p:extLst>
              <p:ext uri="{D42A27DB-BD31-4B8C-83A1-F6EECF244321}">
                <p14:modId xmlns:p14="http://schemas.microsoft.com/office/powerpoint/2010/main" val="4172084767"/>
              </p:ext>
            </p:extLst>
          </p:nvPr>
        </p:nvGraphicFramePr>
        <p:xfrm>
          <a:off x="3841887" y="1227861"/>
          <a:ext cx="2688281" cy="279142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ZoneTexte 3">
            <a:extLst>
              <a:ext uri="{FF2B5EF4-FFF2-40B4-BE49-F238E27FC236}">
                <a16:creationId xmlns:a16="http://schemas.microsoft.com/office/drawing/2014/main" id="{F0526974-4191-EF40-1BA6-66854F705DE3}"/>
              </a:ext>
            </a:extLst>
          </p:cNvPr>
          <p:cNvSpPr txBox="1"/>
          <p:nvPr/>
        </p:nvSpPr>
        <p:spPr>
          <a:xfrm>
            <a:off x="6730314" y="2627870"/>
            <a:ext cx="1149674" cy="307777"/>
          </a:xfrm>
          <a:prstGeom prst="rect">
            <a:avLst/>
          </a:prstGeom>
          <a:noFill/>
        </p:spPr>
        <p:txBody>
          <a:bodyPr wrap="none" rtlCol="0">
            <a:spAutoFit/>
          </a:bodyPr>
          <a:lstStyle/>
          <a:p>
            <a:r>
              <a:rPr lang="fr-FR" dirty="0" err="1"/>
              <a:t>Vector</a:t>
            </a:r>
            <a:r>
              <a:rPr lang="fr-FR" dirty="0"/>
              <a:t> store</a:t>
            </a:r>
          </a:p>
        </p:txBody>
      </p:sp>
      <p:sp>
        <p:nvSpPr>
          <p:cNvPr id="5" name="ZoneTexte 4">
            <a:extLst>
              <a:ext uri="{FF2B5EF4-FFF2-40B4-BE49-F238E27FC236}">
                <a16:creationId xmlns:a16="http://schemas.microsoft.com/office/drawing/2014/main" id="{EA92A5CA-C26D-67DD-D001-54AF4830D79A}"/>
              </a:ext>
            </a:extLst>
          </p:cNvPr>
          <p:cNvSpPr txBox="1"/>
          <p:nvPr/>
        </p:nvSpPr>
        <p:spPr>
          <a:xfrm>
            <a:off x="2841292" y="2520504"/>
            <a:ext cx="1000595" cy="307777"/>
          </a:xfrm>
          <a:prstGeom prst="rect">
            <a:avLst/>
          </a:prstGeom>
          <a:noFill/>
        </p:spPr>
        <p:txBody>
          <a:bodyPr wrap="none" rtlCol="0">
            <a:spAutoFit/>
          </a:bodyPr>
          <a:lstStyle/>
          <a:p>
            <a:r>
              <a:rPr lang="fr-FR" dirty="0"/>
              <a:t>Document</a:t>
            </a:r>
          </a:p>
        </p:txBody>
      </p:sp>
      <p:graphicFrame>
        <p:nvGraphicFramePr>
          <p:cNvPr id="6" name="Diagramme 5">
            <a:extLst>
              <a:ext uri="{FF2B5EF4-FFF2-40B4-BE49-F238E27FC236}">
                <a16:creationId xmlns:a16="http://schemas.microsoft.com/office/drawing/2014/main" id="{78FDE50F-97BE-0F14-85D0-F9149E39820A}"/>
              </a:ext>
            </a:extLst>
          </p:cNvPr>
          <p:cNvGraphicFramePr/>
          <p:nvPr>
            <p:extLst>
              <p:ext uri="{D42A27DB-BD31-4B8C-83A1-F6EECF244321}">
                <p14:modId xmlns:p14="http://schemas.microsoft.com/office/powerpoint/2010/main" val="743804984"/>
              </p:ext>
            </p:extLst>
          </p:nvPr>
        </p:nvGraphicFramePr>
        <p:xfrm>
          <a:off x="3841886" y="2797405"/>
          <a:ext cx="2688281" cy="2791429"/>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7" name="ZoneTexte 6">
            <a:extLst>
              <a:ext uri="{FF2B5EF4-FFF2-40B4-BE49-F238E27FC236}">
                <a16:creationId xmlns:a16="http://schemas.microsoft.com/office/drawing/2014/main" id="{53BFE7E8-401A-2C76-5786-ECDB063A28A2}"/>
              </a:ext>
            </a:extLst>
          </p:cNvPr>
          <p:cNvSpPr txBox="1"/>
          <p:nvPr/>
        </p:nvSpPr>
        <p:spPr>
          <a:xfrm>
            <a:off x="2207740" y="4039231"/>
            <a:ext cx="1747594" cy="307777"/>
          </a:xfrm>
          <a:prstGeom prst="rect">
            <a:avLst/>
          </a:prstGeom>
          <a:noFill/>
        </p:spPr>
        <p:txBody>
          <a:bodyPr wrap="none" rtlCol="0">
            <a:spAutoFit/>
          </a:bodyPr>
          <a:lstStyle/>
          <a:p>
            <a:r>
              <a:rPr lang="fr-FR" dirty="0"/>
              <a:t>Question Utilisateur</a:t>
            </a:r>
          </a:p>
        </p:txBody>
      </p:sp>
      <p:sp>
        <p:nvSpPr>
          <p:cNvPr id="8" name="ZoneTexte 7">
            <a:extLst>
              <a:ext uri="{FF2B5EF4-FFF2-40B4-BE49-F238E27FC236}">
                <a16:creationId xmlns:a16="http://schemas.microsoft.com/office/drawing/2014/main" id="{A9A4C5A4-557C-D938-BD2B-344A6B935B0A}"/>
              </a:ext>
            </a:extLst>
          </p:cNvPr>
          <p:cNvSpPr txBox="1"/>
          <p:nvPr/>
        </p:nvSpPr>
        <p:spPr>
          <a:xfrm>
            <a:off x="6489074" y="4039231"/>
            <a:ext cx="901209" cy="307777"/>
          </a:xfrm>
          <a:prstGeom prst="rect">
            <a:avLst/>
          </a:prstGeom>
          <a:noFill/>
        </p:spPr>
        <p:txBody>
          <a:bodyPr wrap="none" rtlCol="0">
            <a:spAutoFit/>
          </a:bodyPr>
          <a:lstStyle/>
          <a:p>
            <a:r>
              <a:rPr lang="fr-FR" dirty="0" err="1"/>
              <a:t>Reponse</a:t>
            </a:r>
            <a:endParaRPr lang="fr-F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21" name="Google Shape;621;p59"/>
          <p:cNvSpPr/>
          <p:nvPr/>
        </p:nvSpPr>
        <p:spPr>
          <a:xfrm>
            <a:off x="695325" y="746942"/>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800" b="1" dirty="0">
                <a:solidFill>
                  <a:schemeClr val="tx1"/>
                </a:solidFill>
                <a:latin typeface="Avenir"/>
                <a:sym typeface="Patrick Hand"/>
              </a:rPr>
              <a:t>Dimension 1/5 : Pertinence du retrieval</a:t>
            </a:r>
            <a:endParaRPr sz="2800" b="1" dirty="0">
              <a:solidFill>
                <a:schemeClr val="tx1"/>
              </a:solidFill>
              <a:latin typeface="Avenir"/>
              <a:sym typeface="Calibri"/>
            </a:endParaRPr>
          </a:p>
        </p:txBody>
      </p:sp>
      <p:sp>
        <p:nvSpPr>
          <p:cNvPr id="622" name="Google Shape;622;p59"/>
          <p:cNvSpPr/>
          <p:nvPr/>
        </p:nvSpPr>
        <p:spPr>
          <a:xfrm>
            <a:off x="675651" y="1720728"/>
            <a:ext cx="5094458" cy="20121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250"/>
              <a:buFont typeface="Patrick Hand"/>
              <a:buNone/>
            </a:pPr>
            <a:r>
              <a:rPr lang="en-US" sz="1250" b="0" i="0" u="none" strike="noStrike" cap="none">
                <a:solidFill>
                  <a:schemeClr val="tx1"/>
                </a:solidFill>
                <a:latin typeface="Barlow" panose="00000500000000000000" pitchFamily="2" charset="0"/>
                <a:ea typeface="Patrick Hand"/>
                <a:cs typeface="Patrick Hand"/>
                <a:sym typeface="Patrick Hand"/>
              </a:rPr>
              <a:t>Métriques évaluées</a:t>
            </a:r>
            <a:endParaRPr sz="1250" b="0" i="0" u="none" strike="noStrike" cap="none">
              <a:solidFill>
                <a:schemeClr val="tx1"/>
              </a:solidFill>
              <a:latin typeface="Barlow" panose="00000500000000000000" pitchFamily="2" charset="0"/>
              <a:ea typeface="Calibri"/>
              <a:cs typeface="Calibri"/>
              <a:sym typeface="Calibri"/>
            </a:endParaRPr>
          </a:p>
        </p:txBody>
      </p:sp>
      <p:pic>
        <p:nvPicPr>
          <p:cNvPr id="623" name="Google Shape;623;p59" descr="preencoded.png"/>
          <p:cNvPicPr preferRelativeResize="0"/>
          <p:nvPr/>
        </p:nvPicPr>
        <p:blipFill rotWithShape="1">
          <a:blip r:embed="rId3">
            <a:alphaModFix/>
          </a:blip>
          <a:srcRect/>
          <a:stretch/>
        </p:blipFill>
        <p:spPr>
          <a:xfrm>
            <a:off x="675651" y="2048745"/>
            <a:ext cx="4736777" cy="892870"/>
          </a:xfrm>
          <a:prstGeom prst="rect">
            <a:avLst/>
          </a:prstGeom>
          <a:noFill/>
          <a:ln>
            <a:noFill/>
          </a:ln>
        </p:spPr>
      </p:pic>
      <p:sp>
        <p:nvSpPr>
          <p:cNvPr id="624" name="Google Shape;624;p59"/>
          <p:cNvSpPr/>
          <p:nvPr/>
        </p:nvSpPr>
        <p:spPr>
          <a:xfrm>
            <a:off x="931827" y="2228728"/>
            <a:ext cx="4658303" cy="20121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250"/>
              <a:buFont typeface="Patrick Hand"/>
              <a:buNone/>
            </a:pPr>
            <a:r>
              <a:rPr lang="en-US" sz="1250" b="0" i="0" u="none" strike="noStrike" cap="none">
                <a:solidFill>
                  <a:schemeClr val="tx1"/>
                </a:solidFill>
                <a:latin typeface="Barlow" panose="00000500000000000000" pitchFamily="2" charset="0"/>
                <a:ea typeface="Patrick Hand"/>
                <a:cs typeface="Patrick Hand"/>
                <a:sym typeface="Patrick Hand"/>
              </a:rPr>
              <a:t>Recall@k</a:t>
            </a:r>
            <a:endParaRPr sz="1250" b="0" i="0" u="none" strike="noStrike" cap="none">
              <a:solidFill>
                <a:schemeClr val="tx1"/>
              </a:solidFill>
              <a:latin typeface="Barlow" panose="00000500000000000000" pitchFamily="2" charset="0"/>
              <a:ea typeface="Calibri"/>
              <a:cs typeface="Calibri"/>
              <a:sym typeface="Calibri"/>
            </a:endParaRPr>
          </a:p>
        </p:txBody>
      </p:sp>
      <p:sp>
        <p:nvSpPr>
          <p:cNvPr id="625" name="Google Shape;625;p59"/>
          <p:cNvSpPr/>
          <p:nvPr/>
        </p:nvSpPr>
        <p:spPr>
          <a:xfrm>
            <a:off x="931827" y="2542656"/>
            <a:ext cx="4658303" cy="218976"/>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383838"/>
              </a:buClr>
              <a:buSzPts val="1250"/>
              <a:buFont typeface="Patrick Hand"/>
              <a:buNone/>
            </a:pPr>
            <a:r>
              <a:rPr lang="en-US" sz="1250" b="0" i="0" u="none" strike="noStrike" cap="none">
                <a:solidFill>
                  <a:schemeClr val="tx1"/>
                </a:solidFill>
                <a:latin typeface="Barlow" panose="00000500000000000000" pitchFamily="2" charset="0"/>
                <a:ea typeface="Patrick Hand"/>
                <a:cs typeface="Patrick Hand"/>
                <a:sym typeface="Patrick Hand"/>
              </a:rPr>
              <a:t>Couverture des documents pertinents dans le top-k retourné</a:t>
            </a:r>
            <a:endParaRPr sz="1250" b="0" i="0" u="none" strike="noStrike" cap="none">
              <a:solidFill>
                <a:schemeClr val="tx1"/>
              </a:solidFill>
              <a:latin typeface="Barlow" panose="00000500000000000000" pitchFamily="2" charset="0"/>
              <a:ea typeface="Calibri"/>
              <a:cs typeface="Calibri"/>
              <a:sym typeface="Calibri"/>
            </a:endParaRPr>
          </a:p>
        </p:txBody>
      </p:sp>
      <p:pic>
        <p:nvPicPr>
          <p:cNvPr id="626" name="Google Shape;626;p59" descr="preencoded.png"/>
          <p:cNvPicPr preferRelativeResize="0"/>
          <p:nvPr/>
        </p:nvPicPr>
        <p:blipFill rotWithShape="1">
          <a:blip r:embed="rId3">
            <a:alphaModFix/>
          </a:blip>
          <a:srcRect/>
          <a:stretch/>
        </p:blipFill>
        <p:spPr>
          <a:xfrm>
            <a:off x="675651" y="3054327"/>
            <a:ext cx="4736777" cy="892870"/>
          </a:xfrm>
          <a:prstGeom prst="rect">
            <a:avLst/>
          </a:prstGeom>
          <a:noFill/>
          <a:ln>
            <a:noFill/>
          </a:ln>
        </p:spPr>
      </p:pic>
      <p:sp>
        <p:nvSpPr>
          <p:cNvPr id="627" name="Google Shape;627;p59"/>
          <p:cNvSpPr/>
          <p:nvPr/>
        </p:nvSpPr>
        <p:spPr>
          <a:xfrm>
            <a:off x="931827" y="3234310"/>
            <a:ext cx="4658303" cy="20121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250"/>
              <a:buFont typeface="Patrick Hand"/>
              <a:buNone/>
            </a:pPr>
            <a:r>
              <a:rPr lang="en-US" sz="1250" b="0" i="0" u="none" strike="noStrike" cap="none">
                <a:solidFill>
                  <a:schemeClr val="tx1"/>
                </a:solidFill>
                <a:latin typeface="Barlow" panose="00000500000000000000" pitchFamily="2" charset="0"/>
                <a:ea typeface="Patrick Hand"/>
                <a:cs typeface="Patrick Hand"/>
                <a:sym typeface="Patrick Hand"/>
              </a:rPr>
              <a:t>MRR</a:t>
            </a:r>
            <a:endParaRPr sz="1250" b="0" i="0" u="none" strike="noStrike" cap="none">
              <a:solidFill>
                <a:schemeClr val="tx1"/>
              </a:solidFill>
              <a:latin typeface="Barlow" panose="00000500000000000000" pitchFamily="2" charset="0"/>
              <a:ea typeface="Calibri"/>
              <a:cs typeface="Calibri"/>
              <a:sym typeface="Calibri"/>
            </a:endParaRPr>
          </a:p>
        </p:txBody>
      </p:sp>
      <p:sp>
        <p:nvSpPr>
          <p:cNvPr id="628" name="Google Shape;628;p59"/>
          <p:cNvSpPr/>
          <p:nvPr/>
        </p:nvSpPr>
        <p:spPr>
          <a:xfrm>
            <a:off x="931827" y="3548238"/>
            <a:ext cx="4658303" cy="218976"/>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383838"/>
              </a:buClr>
              <a:buSzPts val="1250"/>
              <a:buFont typeface="Patrick Hand"/>
              <a:buNone/>
            </a:pPr>
            <a:r>
              <a:rPr lang="en-US" sz="1250" b="0" i="0" u="none" strike="noStrike" cap="none">
                <a:solidFill>
                  <a:schemeClr val="tx1"/>
                </a:solidFill>
                <a:latin typeface="Barlow" panose="00000500000000000000" pitchFamily="2" charset="0"/>
                <a:ea typeface="Patrick Hand"/>
                <a:cs typeface="Patrick Hand"/>
                <a:sym typeface="Patrick Hand"/>
              </a:rPr>
              <a:t>Position moyenne du premier document pertinent</a:t>
            </a:r>
            <a:endParaRPr sz="1250" b="0" i="0" u="none" strike="noStrike" cap="none">
              <a:solidFill>
                <a:schemeClr val="tx1"/>
              </a:solidFill>
              <a:latin typeface="Barlow" panose="00000500000000000000" pitchFamily="2" charset="0"/>
              <a:ea typeface="Calibri"/>
              <a:cs typeface="Calibri"/>
              <a:sym typeface="Calibri"/>
            </a:endParaRPr>
          </a:p>
        </p:txBody>
      </p:sp>
      <p:pic>
        <p:nvPicPr>
          <p:cNvPr id="629" name="Google Shape;629;p59" descr="preencoded.png"/>
          <p:cNvPicPr preferRelativeResize="0"/>
          <p:nvPr/>
        </p:nvPicPr>
        <p:blipFill rotWithShape="1">
          <a:blip r:embed="rId3">
            <a:alphaModFix/>
          </a:blip>
          <a:srcRect/>
          <a:stretch/>
        </p:blipFill>
        <p:spPr>
          <a:xfrm>
            <a:off x="675651" y="4059909"/>
            <a:ext cx="4736777" cy="892870"/>
          </a:xfrm>
          <a:prstGeom prst="rect">
            <a:avLst/>
          </a:prstGeom>
          <a:noFill/>
          <a:ln>
            <a:noFill/>
          </a:ln>
        </p:spPr>
      </p:pic>
      <p:sp>
        <p:nvSpPr>
          <p:cNvPr id="630" name="Google Shape;630;p59"/>
          <p:cNvSpPr/>
          <p:nvPr/>
        </p:nvSpPr>
        <p:spPr>
          <a:xfrm>
            <a:off x="931827" y="4239892"/>
            <a:ext cx="4658303" cy="20121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250"/>
              <a:buFont typeface="Patrick Hand"/>
              <a:buNone/>
            </a:pPr>
            <a:r>
              <a:rPr lang="en-US" sz="1250" b="0" i="0" u="none" strike="noStrike" cap="none">
                <a:solidFill>
                  <a:schemeClr val="tx1"/>
                </a:solidFill>
                <a:latin typeface="Barlow" panose="00000500000000000000" pitchFamily="2" charset="0"/>
                <a:ea typeface="Patrick Hand"/>
                <a:cs typeface="Patrick Hand"/>
                <a:sym typeface="Patrick Hand"/>
              </a:rPr>
              <a:t>nDCG@k</a:t>
            </a:r>
            <a:endParaRPr sz="1250" b="0" i="0" u="none" strike="noStrike" cap="none">
              <a:solidFill>
                <a:schemeClr val="tx1"/>
              </a:solidFill>
              <a:latin typeface="Barlow" panose="00000500000000000000" pitchFamily="2" charset="0"/>
              <a:ea typeface="Calibri"/>
              <a:cs typeface="Calibri"/>
              <a:sym typeface="Calibri"/>
            </a:endParaRPr>
          </a:p>
        </p:txBody>
      </p:sp>
      <p:sp>
        <p:nvSpPr>
          <p:cNvPr id="631" name="Google Shape;631;p59"/>
          <p:cNvSpPr/>
          <p:nvPr/>
        </p:nvSpPr>
        <p:spPr>
          <a:xfrm>
            <a:off x="931827" y="4553820"/>
            <a:ext cx="4658303" cy="218976"/>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383838"/>
              </a:buClr>
              <a:buSzPts val="1250"/>
              <a:buFont typeface="Patrick Hand"/>
              <a:buNone/>
            </a:pPr>
            <a:r>
              <a:rPr lang="en-US" sz="1250" b="0" i="0" u="none" strike="noStrike" cap="none">
                <a:solidFill>
                  <a:schemeClr val="tx1"/>
                </a:solidFill>
                <a:latin typeface="Barlow" panose="00000500000000000000" pitchFamily="2" charset="0"/>
                <a:ea typeface="Patrick Hand"/>
                <a:cs typeface="Patrick Hand"/>
                <a:sym typeface="Patrick Hand"/>
              </a:rPr>
              <a:t>Qualité du classement pondéré par la pertinence</a:t>
            </a:r>
            <a:endParaRPr sz="1250" b="0" i="0" u="none" strike="noStrike" cap="none">
              <a:solidFill>
                <a:schemeClr val="tx1"/>
              </a:solidFill>
              <a:latin typeface="Barlow" panose="00000500000000000000" pitchFamily="2" charset="0"/>
              <a:ea typeface="Calibri"/>
              <a:cs typeface="Calibri"/>
              <a:sym typeface="Calibri"/>
            </a:endParaRPr>
          </a:p>
        </p:txBody>
      </p:sp>
      <p:sp>
        <p:nvSpPr>
          <p:cNvPr id="632" name="Google Shape;632;p59"/>
          <p:cNvSpPr/>
          <p:nvPr/>
        </p:nvSpPr>
        <p:spPr>
          <a:xfrm>
            <a:off x="675651" y="5079580"/>
            <a:ext cx="4736777" cy="721122"/>
          </a:xfrm>
          <a:prstGeom prst="roundRect">
            <a:avLst>
              <a:gd name="adj" fmla="val 9378"/>
            </a:avLst>
          </a:pr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pic>
        <p:nvPicPr>
          <p:cNvPr id="633" name="Google Shape;633;p59" descr="preencoded.png"/>
          <p:cNvPicPr preferRelativeResize="0"/>
          <p:nvPr/>
        </p:nvPicPr>
        <p:blipFill rotWithShape="1">
          <a:blip r:embed="rId4">
            <a:alphaModFix/>
          </a:blip>
          <a:srcRect/>
          <a:stretch/>
        </p:blipFill>
        <p:spPr>
          <a:xfrm>
            <a:off x="836580" y="5304906"/>
            <a:ext cx="201211" cy="160933"/>
          </a:xfrm>
          <a:prstGeom prst="rect">
            <a:avLst/>
          </a:prstGeom>
          <a:noFill/>
          <a:ln>
            <a:noFill/>
          </a:ln>
        </p:spPr>
      </p:pic>
      <p:sp>
        <p:nvSpPr>
          <p:cNvPr id="634" name="Google Shape;634;p59"/>
          <p:cNvSpPr/>
          <p:nvPr/>
        </p:nvSpPr>
        <p:spPr>
          <a:xfrm>
            <a:off x="1198719" y="5221166"/>
            <a:ext cx="4410461" cy="437952"/>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000000"/>
              </a:buClr>
              <a:buSzPts val="1250"/>
              <a:buFont typeface="Patrick Hand"/>
              <a:buNone/>
            </a:pPr>
            <a:r>
              <a:rPr lang="en-US" sz="1250" b="1" i="0" u="none" strike="noStrike" cap="none">
                <a:solidFill>
                  <a:schemeClr val="tx1"/>
                </a:solidFill>
                <a:latin typeface="Barlow" panose="00000500000000000000" pitchFamily="2" charset="0"/>
                <a:ea typeface="Patrick Hand"/>
                <a:cs typeface="Patrick Hand"/>
                <a:sym typeface="Patrick Hand"/>
              </a:rPr>
              <a:t>864 configurations testées</a:t>
            </a:r>
            <a:r>
              <a:rPr lang="en-US" sz="1250" b="0" i="0" u="none" strike="noStrike" cap="none">
                <a:solidFill>
                  <a:schemeClr val="tx1"/>
                </a:solidFill>
                <a:latin typeface="Barlow" panose="00000500000000000000" pitchFamily="2" charset="0"/>
                <a:ea typeface="Patrick Hand"/>
                <a:cs typeface="Patrick Hand"/>
                <a:sym typeface="Patrick Hand"/>
              </a:rPr>
              <a:t> · 750 exploitables · 50 questions annotées manuellement</a:t>
            </a:r>
            <a:endParaRPr sz="1250" b="0" i="0" u="none" strike="noStrike" cap="none">
              <a:solidFill>
                <a:schemeClr val="tx1"/>
              </a:solidFill>
              <a:latin typeface="Barlow" panose="00000500000000000000" pitchFamily="2" charset="0"/>
              <a:ea typeface="Calibri"/>
              <a:cs typeface="Calibri"/>
              <a:sym typeface="Calibri"/>
            </a:endParaRPr>
          </a:p>
        </p:txBody>
      </p:sp>
      <p:sp>
        <p:nvSpPr>
          <p:cNvPr id="635" name="Google Shape;635;p59"/>
          <p:cNvSpPr/>
          <p:nvPr/>
        </p:nvSpPr>
        <p:spPr>
          <a:xfrm>
            <a:off x="5681736" y="1177826"/>
            <a:ext cx="6168060" cy="4977762"/>
          </a:xfrm>
          <a:prstGeom prst="roundRect">
            <a:avLst>
              <a:gd name="adj" fmla="val 2684"/>
            </a:avLst>
          </a:pr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3" name="Espace réservé du texte 2">
            <a:extLst>
              <a:ext uri="{FF2B5EF4-FFF2-40B4-BE49-F238E27FC236}">
                <a16:creationId xmlns:a16="http://schemas.microsoft.com/office/drawing/2014/main" id="{BD8B661D-91DA-73AA-BB00-3BB5ABA9D145}"/>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pic>
        <p:nvPicPr>
          <p:cNvPr id="4" name="Image 3">
            <a:extLst>
              <a:ext uri="{FF2B5EF4-FFF2-40B4-BE49-F238E27FC236}">
                <a16:creationId xmlns:a16="http://schemas.microsoft.com/office/drawing/2014/main" id="{23B4EAD4-F021-2384-7528-F9394855C070}"/>
              </a:ext>
            </a:extLst>
          </p:cNvPr>
          <p:cNvPicPr>
            <a:picLocks noChangeAspect="1"/>
          </p:cNvPicPr>
          <p:nvPr/>
        </p:nvPicPr>
        <p:blipFill>
          <a:blip r:embed="rId5"/>
          <a:stretch>
            <a:fillRect/>
          </a:stretch>
        </p:blipFill>
        <p:spPr>
          <a:xfrm>
            <a:off x="5770109" y="1279423"/>
            <a:ext cx="5991314" cy="47711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5" name="Google Shape;645;p60"/>
          <p:cNvSpPr/>
          <p:nvPr/>
        </p:nvSpPr>
        <p:spPr>
          <a:xfrm>
            <a:off x="600000" y="741607"/>
            <a:ext cx="11592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800" b="1" dirty="0">
                <a:solidFill>
                  <a:schemeClr val="tx1"/>
                </a:solidFill>
                <a:latin typeface="Avenir"/>
                <a:sym typeface="Patrick Hand"/>
              </a:rPr>
              <a:t>Dimension 2/5 : </a:t>
            </a:r>
            <a:r>
              <a:rPr lang="en-US" sz="2800" b="1" dirty="0" err="1">
                <a:solidFill>
                  <a:schemeClr val="tx1"/>
                </a:solidFill>
                <a:latin typeface="Avenir"/>
                <a:sym typeface="Patrick Hand"/>
              </a:rPr>
              <a:t>Fidélité</a:t>
            </a:r>
            <a:r>
              <a:rPr lang="en-US" sz="2800" b="1" dirty="0">
                <a:solidFill>
                  <a:schemeClr val="tx1"/>
                </a:solidFill>
                <a:latin typeface="Avenir"/>
                <a:sym typeface="Patrick Hand"/>
              </a:rPr>
              <a:t> aux sources</a:t>
            </a:r>
            <a:endParaRPr sz="2800" b="1" dirty="0">
              <a:solidFill>
                <a:schemeClr val="tx1"/>
              </a:solidFill>
              <a:latin typeface="Avenir"/>
              <a:sym typeface="Calibri"/>
            </a:endParaRPr>
          </a:p>
        </p:txBody>
      </p:sp>
      <p:sp>
        <p:nvSpPr>
          <p:cNvPr id="646" name="Google Shape;646;p60"/>
          <p:cNvSpPr/>
          <p:nvPr/>
        </p:nvSpPr>
        <p:spPr>
          <a:xfrm>
            <a:off x="664254" y="1399703"/>
            <a:ext cx="4484396" cy="4795151"/>
          </a:xfrm>
          <a:prstGeom prst="roundRect">
            <a:avLst>
              <a:gd name="adj" fmla="val 3669"/>
            </a:avLst>
          </a:pr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649" name="Google Shape;649;p60"/>
          <p:cNvSpPr/>
          <p:nvPr/>
        </p:nvSpPr>
        <p:spPr>
          <a:xfrm>
            <a:off x="6145257" y="1643856"/>
            <a:ext cx="5052291" cy="244376"/>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383838"/>
              </a:buClr>
              <a:buSzPts val="1500"/>
              <a:buFont typeface="Patrick Hand"/>
              <a:buNone/>
            </a:pPr>
            <a:r>
              <a:rPr lang="en-US" sz="1500" b="0" i="0" u="none" strike="noStrike" cap="none">
                <a:solidFill>
                  <a:schemeClr val="tx1"/>
                </a:solidFill>
                <a:latin typeface="Barlow" panose="00000500000000000000" pitchFamily="2" charset="0"/>
                <a:ea typeface="Patrick Hand"/>
                <a:cs typeface="Patrick Hand"/>
                <a:sym typeface="Patrick Hand"/>
              </a:rPr>
              <a:t>Sous-métriques RAGAS</a:t>
            </a:r>
            <a:endParaRPr sz="1500" b="0" i="0" u="none" strike="noStrike" cap="none">
              <a:solidFill>
                <a:schemeClr val="tx1"/>
              </a:solidFill>
              <a:latin typeface="Barlow" panose="00000500000000000000" pitchFamily="2" charset="0"/>
              <a:ea typeface="Calibri"/>
              <a:cs typeface="Calibri"/>
              <a:sym typeface="Calibri"/>
            </a:endParaRPr>
          </a:p>
        </p:txBody>
      </p:sp>
      <p:sp>
        <p:nvSpPr>
          <p:cNvPr id="650" name="Google Shape;650;p60"/>
          <p:cNvSpPr/>
          <p:nvPr/>
        </p:nvSpPr>
        <p:spPr>
          <a:xfrm>
            <a:off x="6145257" y="2054423"/>
            <a:ext cx="5052291" cy="1910953"/>
          </a:xfrm>
          <a:prstGeom prst="rect">
            <a:avLst/>
          </a:prstGeom>
          <a:noFill/>
          <a:ln>
            <a:noFill/>
          </a:ln>
        </p:spPr>
        <p:txBody>
          <a:bodyPr spcFirstLastPara="1" wrap="square" lIns="0" tIns="0" rIns="0" bIns="0" anchor="t" anchorCtr="0">
            <a:noAutofit/>
          </a:bodyPr>
          <a:lstStyle/>
          <a:p>
            <a:pPr marL="304800" marR="0" lvl="0" indent="-304800" algn="l" rtl="0">
              <a:lnSpc>
                <a:spcPct val="123000"/>
              </a:lnSpc>
              <a:spcBef>
                <a:spcPts val="0"/>
              </a:spcBef>
              <a:spcAft>
                <a:spcPts val="0"/>
              </a:spcAft>
              <a:buClr>
                <a:srgbClr val="383838"/>
              </a:buClr>
              <a:buSzPts val="1500"/>
              <a:buFont typeface="Patrick Hand"/>
              <a:buChar char="•"/>
            </a:pPr>
            <a:r>
              <a:rPr lang="en-US" sz="1500" b="1" i="0" u="none" strike="noStrike" cap="none">
                <a:solidFill>
                  <a:schemeClr val="tx1"/>
                </a:solidFill>
                <a:latin typeface="Barlow" panose="00000500000000000000" pitchFamily="2" charset="0"/>
                <a:ea typeface="Patrick Hand"/>
                <a:cs typeface="Patrick Hand"/>
                <a:sym typeface="Patrick Hand"/>
              </a:rPr>
              <a:t>Faithfulness</a:t>
            </a:r>
            <a:r>
              <a:rPr lang="en-US" sz="1500" b="0" i="0" u="none" strike="noStrike" cap="none">
                <a:solidFill>
                  <a:schemeClr val="tx1"/>
                </a:solidFill>
                <a:latin typeface="Barlow" panose="00000500000000000000" pitchFamily="2" charset="0"/>
                <a:ea typeface="Patrick Hand"/>
                <a:cs typeface="Patrick Hand"/>
                <a:sym typeface="Patrick Hand"/>
              </a:rPr>
              <a:t> — Adéquation de la réponse aux contextes cités</a:t>
            </a:r>
            <a:endParaRPr sz="1500" b="0" i="0" u="none" strike="noStrike" cap="none">
              <a:solidFill>
                <a:schemeClr val="tx1"/>
              </a:solidFill>
              <a:latin typeface="Barlow" panose="00000500000000000000" pitchFamily="2" charset="0"/>
              <a:ea typeface="Calibri"/>
              <a:cs typeface="Calibri"/>
              <a:sym typeface="Calibri"/>
            </a:endParaRPr>
          </a:p>
          <a:p>
            <a:pPr marL="304800" marR="0" lvl="0" indent="-304800" algn="l" rtl="0">
              <a:lnSpc>
                <a:spcPct val="123000"/>
              </a:lnSpc>
              <a:spcBef>
                <a:spcPts val="0"/>
              </a:spcBef>
              <a:spcAft>
                <a:spcPts val="0"/>
              </a:spcAft>
              <a:buClr>
                <a:srgbClr val="383838"/>
              </a:buClr>
              <a:buSzPts val="1500"/>
              <a:buFont typeface="Patrick Hand"/>
              <a:buChar char="•"/>
            </a:pPr>
            <a:r>
              <a:rPr lang="en-US" sz="1500" b="1" i="0" u="none" strike="noStrike" cap="none">
                <a:solidFill>
                  <a:schemeClr val="tx1"/>
                </a:solidFill>
                <a:latin typeface="Barlow" panose="00000500000000000000" pitchFamily="2" charset="0"/>
                <a:ea typeface="Patrick Hand"/>
                <a:cs typeface="Patrick Hand"/>
                <a:sym typeface="Patrick Hand"/>
              </a:rPr>
              <a:t>Answer relevancy</a:t>
            </a:r>
            <a:r>
              <a:rPr lang="en-US" sz="1500" b="0" i="0" u="none" strike="noStrike" cap="none">
                <a:solidFill>
                  <a:schemeClr val="tx1"/>
                </a:solidFill>
                <a:latin typeface="Barlow" panose="00000500000000000000" pitchFamily="2" charset="0"/>
                <a:ea typeface="Patrick Hand"/>
                <a:cs typeface="Patrick Hand"/>
                <a:sym typeface="Patrick Hand"/>
              </a:rPr>
              <a:t> — Pertinence de la réponse à la question posée</a:t>
            </a:r>
            <a:endParaRPr sz="1500" b="0" i="0" u="none" strike="noStrike" cap="none">
              <a:solidFill>
                <a:schemeClr val="tx1"/>
              </a:solidFill>
              <a:latin typeface="Barlow" panose="00000500000000000000" pitchFamily="2" charset="0"/>
              <a:ea typeface="Calibri"/>
              <a:cs typeface="Calibri"/>
              <a:sym typeface="Calibri"/>
            </a:endParaRPr>
          </a:p>
          <a:p>
            <a:pPr marL="304800" marR="0" lvl="0" indent="-304800" algn="l" rtl="0">
              <a:lnSpc>
                <a:spcPct val="123000"/>
              </a:lnSpc>
              <a:spcBef>
                <a:spcPts val="0"/>
              </a:spcBef>
              <a:spcAft>
                <a:spcPts val="0"/>
              </a:spcAft>
              <a:buClr>
                <a:srgbClr val="383838"/>
              </a:buClr>
              <a:buSzPts val="1500"/>
              <a:buFont typeface="Patrick Hand"/>
              <a:buChar char="•"/>
            </a:pPr>
            <a:r>
              <a:rPr lang="en-US" sz="1500" b="1" i="0" u="none" strike="noStrike" cap="none">
                <a:solidFill>
                  <a:schemeClr val="tx1"/>
                </a:solidFill>
                <a:latin typeface="Barlow" panose="00000500000000000000" pitchFamily="2" charset="0"/>
                <a:ea typeface="Patrick Hand"/>
                <a:cs typeface="Patrick Hand"/>
                <a:sym typeface="Patrick Hand"/>
              </a:rPr>
              <a:t>Context precision</a:t>
            </a:r>
            <a:r>
              <a:rPr lang="en-US" sz="1500" b="0" i="0" u="none" strike="noStrike" cap="none">
                <a:solidFill>
                  <a:schemeClr val="tx1"/>
                </a:solidFill>
                <a:latin typeface="Barlow" panose="00000500000000000000" pitchFamily="2" charset="0"/>
                <a:ea typeface="Patrick Hand"/>
                <a:cs typeface="Patrick Hand"/>
                <a:sym typeface="Patrick Hand"/>
              </a:rPr>
              <a:t> — Densité d'information utile dans les chunks retenus</a:t>
            </a:r>
            <a:endParaRPr sz="1500" b="0" i="0" u="none" strike="noStrike" cap="none">
              <a:solidFill>
                <a:schemeClr val="tx1"/>
              </a:solidFill>
              <a:latin typeface="Barlow" panose="00000500000000000000" pitchFamily="2" charset="0"/>
              <a:ea typeface="Calibri"/>
              <a:cs typeface="Calibri"/>
              <a:sym typeface="Calibri"/>
            </a:endParaRPr>
          </a:p>
          <a:p>
            <a:pPr marL="304800" marR="0" lvl="0" indent="-304800" algn="l" rtl="0">
              <a:lnSpc>
                <a:spcPct val="123000"/>
              </a:lnSpc>
              <a:spcBef>
                <a:spcPts val="0"/>
              </a:spcBef>
              <a:spcAft>
                <a:spcPts val="0"/>
              </a:spcAft>
              <a:buClr>
                <a:srgbClr val="383838"/>
              </a:buClr>
              <a:buSzPts val="1500"/>
              <a:buFont typeface="Patrick Hand"/>
              <a:buChar char="•"/>
            </a:pPr>
            <a:r>
              <a:rPr lang="en-US" sz="1500" b="1" i="0" u="none" strike="noStrike" cap="none">
                <a:solidFill>
                  <a:schemeClr val="tx1"/>
                </a:solidFill>
                <a:latin typeface="Barlow" panose="00000500000000000000" pitchFamily="2" charset="0"/>
                <a:ea typeface="Patrick Hand"/>
                <a:cs typeface="Patrick Hand"/>
                <a:sym typeface="Patrick Hand"/>
              </a:rPr>
              <a:t>Context recall</a:t>
            </a:r>
            <a:r>
              <a:rPr lang="en-US" sz="1500" b="0" i="0" u="none" strike="noStrike" cap="none">
                <a:solidFill>
                  <a:schemeClr val="tx1"/>
                </a:solidFill>
                <a:latin typeface="Barlow" panose="00000500000000000000" pitchFamily="2" charset="0"/>
                <a:ea typeface="Patrick Hand"/>
                <a:cs typeface="Patrick Hand"/>
                <a:sym typeface="Patrick Hand"/>
              </a:rPr>
              <a:t> — Couverture des informations pertinentes dans le contexte</a:t>
            </a:r>
            <a:endParaRPr sz="1500" b="0" i="0" u="none" strike="noStrike" cap="none">
              <a:solidFill>
                <a:schemeClr val="tx1"/>
              </a:solidFill>
              <a:latin typeface="Barlow" panose="00000500000000000000" pitchFamily="2" charset="0"/>
              <a:ea typeface="Calibri"/>
              <a:cs typeface="Calibri"/>
              <a:sym typeface="Calibri"/>
            </a:endParaRPr>
          </a:p>
        </p:txBody>
      </p:sp>
      <p:sp>
        <p:nvSpPr>
          <p:cNvPr id="651" name="Google Shape;651;p60"/>
          <p:cNvSpPr/>
          <p:nvPr/>
        </p:nvSpPr>
        <p:spPr>
          <a:xfrm>
            <a:off x="6340713" y="4735909"/>
            <a:ext cx="5052291" cy="975519"/>
          </a:xfrm>
          <a:prstGeom prst="roundRect">
            <a:avLst>
              <a:gd name="adj" fmla="val 8418"/>
            </a:avLst>
          </a:prstGeom>
          <a:solidFill>
            <a:srgbClr val="B6FCB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pic>
        <p:nvPicPr>
          <p:cNvPr id="652" name="Google Shape;652;p60" descr="preencoded.png"/>
          <p:cNvPicPr preferRelativeResize="0"/>
          <p:nvPr/>
        </p:nvPicPr>
        <p:blipFill rotWithShape="1">
          <a:blip r:embed="rId3">
            <a:alphaModFix/>
          </a:blip>
          <a:srcRect/>
          <a:stretch/>
        </p:blipFill>
        <p:spPr>
          <a:xfrm>
            <a:off x="6536169" y="5018683"/>
            <a:ext cx="244370" cy="195461"/>
          </a:xfrm>
          <a:prstGeom prst="rect">
            <a:avLst/>
          </a:prstGeom>
          <a:noFill/>
          <a:ln>
            <a:noFill/>
          </a:ln>
        </p:spPr>
      </p:pic>
      <p:sp>
        <p:nvSpPr>
          <p:cNvPr id="653" name="Google Shape;653;p60"/>
          <p:cNvSpPr/>
          <p:nvPr/>
        </p:nvSpPr>
        <p:spPr>
          <a:xfrm>
            <a:off x="6975995" y="4934248"/>
            <a:ext cx="4221553" cy="578842"/>
          </a:xfrm>
          <a:prstGeom prst="rect">
            <a:avLst/>
          </a:prstGeom>
          <a:noFill/>
          <a:ln>
            <a:noFill/>
          </a:ln>
        </p:spPr>
        <p:txBody>
          <a:bodyPr spcFirstLastPara="1" wrap="square" lIns="0" tIns="0" rIns="0" bIns="0" anchor="t" anchorCtr="0">
            <a:noAutofit/>
          </a:bodyPr>
          <a:lstStyle/>
          <a:p>
            <a:pPr marL="0" marR="0" lvl="0" indent="0" algn="l" rtl="0">
              <a:lnSpc>
                <a:spcPct val="123000"/>
              </a:lnSpc>
              <a:spcBef>
                <a:spcPts val="0"/>
              </a:spcBef>
              <a:spcAft>
                <a:spcPts val="0"/>
              </a:spcAft>
              <a:buClr>
                <a:srgbClr val="000000"/>
              </a:buClr>
              <a:buSzPts val="1500"/>
              <a:buFont typeface="Patrick Hand"/>
              <a:buNone/>
            </a:pPr>
            <a:r>
              <a:rPr lang="en-US" sz="1500" b="1" i="0" u="none" strike="noStrike" cap="none">
                <a:solidFill>
                  <a:schemeClr val="tx1"/>
                </a:solidFill>
                <a:latin typeface="Barlow" panose="00000500000000000000" pitchFamily="2" charset="0"/>
                <a:ea typeface="Patrick Hand"/>
                <a:cs typeface="Patrick Hand"/>
                <a:sym typeface="Patrick Hand"/>
              </a:rPr>
              <a:t>Hybrid‑k5 + GPT‑3.5</a:t>
            </a:r>
            <a:r>
              <a:rPr lang="en-US" sz="1500" b="0" i="0" u="none" strike="noStrike" cap="none">
                <a:solidFill>
                  <a:schemeClr val="tx1"/>
                </a:solidFill>
                <a:latin typeface="Barlow" panose="00000500000000000000" pitchFamily="2" charset="0"/>
                <a:ea typeface="Patrick Hand"/>
                <a:cs typeface="Patrick Hand"/>
                <a:sym typeface="Patrick Hand"/>
              </a:rPr>
              <a:t> : meilleur profil global sur l'ensemble des dimensions RAGAS.</a:t>
            </a:r>
            <a:endParaRPr sz="1500" b="0" i="0" u="none" strike="noStrike" cap="none">
              <a:solidFill>
                <a:schemeClr val="tx1"/>
              </a:solidFill>
              <a:latin typeface="Barlow" panose="00000500000000000000" pitchFamily="2" charset="0"/>
              <a:ea typeface="Calibri"/>
              <a:cs typeface="Calibri"/>
              <a:sym typeface="Calibri"/>
            </a:endParaRPr>
          </a:p>
        </p:txBody>
      </p:sp>
      <p:sp>
        <p:nvSpPr>
          <p:cNvPr id="3" name="Espace réservé du texte 2">
            <a:extLst>
              <a:ext uri="{FF2B5EF4-FFF2-40B4-BE49-F238E27FC236}">
                <a16:creationId xmlns:a16="http://schemas.microsoft.com/office/drawing/2014/main" id="{B1A3C9CF-DFB9-4471-29D8-8C791C681103}"/>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pic>
        <p:nvPicPr>
          <p:cNvPr id="4" name="Image 3">
            <a:extLst>
              <a:ext uri="{FF2B5EF4-FFF2-40B4-BE49-F238E27FC236}">
                <a16:creationId xmlns:a16="http://schemas.microsoft.com/office/drawing/2014/main" id="{CA3F327E-617F-5C09-E994-90E81965F3E9}"/>
              </a:ext>
            </a:extLst>
          </p:cNvPr>
          <p:cNvPicPr>
            <a:picLocks noChangeAspect="1"/>
          </p:cNvPicPr>
          <p:nvPr/>
        </p:nvPicPr>
        <p:blipFill>
          <a:blip r:embed="rId4"/>
          <a:stretch>
            <a:fillRect/>
          </a:stretch>
        </p:blipFill>
        <p:spPr>
          <a:xfrm>
            <a:off x="825785" y="1547951"/>
            <a:ext cx="4161334" cy="449865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61" name="Google Shape;661;p61"/>
          <p:cNvSpPr/>
          <p:nvPr/>
        </p:nvSpPr>
        <p:spPr>
          <a:xfrm>
            <a:off x="695325" y="744492"/>
            <a:ext cx="11520000" cy="396000"/>
          </a:xfrm>
          <a:prstGeom prst="rect">
            <a:avLst/>
          </a:prstGeom>
          <a:noFill/>
          <a:ln>
            <a:noFill/>
          </a:ln>
        </p:spPr>
        <p:txBody>
          <a:bodyPr spcFirstLastPara="1" wrap="square" lIns="0" tIns="0" rIns="0" bIns="0" anchor="t" anchorCtr="0">
            <a:noAutofit/>
          </a:bodyPr>
          <a:lstStyle/>
          <a:p>
            <a:pPr lvl="0">
              <a:buClr>
                <a:schemeClr val="dk1"/>
              </a:buClr>
              <a:buSzPts val="3800"/>
            </a:pPr>
            <a:r>
              <a:rPr lang="en-US" sz="2800" b="1" dirty="0">
                <a:solidFill>
                  <a:schemeClr val="tx1"/>
                </a:solidFill>
                <a:latin typeface="Avenir"/>
                <a:sym typeface="Patrick Hand"/>
              </a:rPr>
              <a:t>Dimension 3/5 : </a:t>
            </a:r>
            <a:r>
              <a:rPr lang="en-US" sz="2800" b="1" dirty="0">
                <a:solidFill>
                  <a:schemeClr val="tx1"/>
                </a:solidFill>
                <a:latin typeface="Avenir"/>
                <a:sym typeface="Inter"/>
              </a:rPr>
              <a:t>Pertinence de la </a:t>
            </a:r>
            <a:r>
              <a:rPr lang="en-US" sz="2800" b="1" dirty="0" err="1">
                <a:solidFill>
                  <a:schemeClr val="tx1"/>
                </a:solidFill>
                <a:latin typeface="Avenir"/>
                <a:sym typeface="Inter"/>
              </a:rPr>
              <a:t>réponse</a:t>
            </a:r>
            <a:endParaRPr sz="2800" b="1" dirty="0">
              <a:solidFill>
                <a:schemeClr val="tx1"/>
              </a:solidFill>
              <a:latin typeface="Avenir"/>
              <a:sym typeface="Calibri"/>
            </a:endParaRPr>
          </a:p>
        </p:txBody>
      </p:sp>
      <p:sp>
        <p:nvSpPr>
          <p:cNvPr id="663" name="Google Shape;663;p61"/>
          <p:cNvSpPr/>
          <p:nvPr/>
        </p:nvSpPr>
        <p:spPr>
          <a:xfrm>
            <a:off x="8002189" y="1929209"/>
            <a:ext cx="3534300" cy="5313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650"/>
              <a:buFont typeface="Inter"/>
              <a:buNone/>
            </a:pPr>
            <a:r>
              <a:rPr lang="en-US" sz="1650" b="1" i="0" u="none" strike="noStrike" cap="none">
                <a:solidFill>
                  <a:schemeClr val="tx1"/>
                </a:solidFill>
                <a:latin typeface="Barlow" panose="00000500000000000000" pitchFamily="2" charset="0"/>
                <a:ea typeface="Inter"/>
                <a:cs typeface="Inter"/>
                <a:sym typeface="Inter"/>
              </a:rPr>
              <a:t>Score RAGAS par type de question</a:t>
            </a:r>
            <a:endParaRPr sz="1650" b="0" i="0" u="none" strike="noStrike" cap="none">
              <a:solidFill>
                <a:schemeClr val="tx1"/>
              </a:solidFill>
              <a:latin typeface="Barlow" panose="00000500000000000000" pitchFamily="2" charset="0"/>
              <a:ea typeface="Calibri"/>
              <a:cs typeface="Calibri"/>
              <a:sym typeface="Calibri"/>
            </a:endParaRPr>
          </a:p>
        </p:txBody>
      </p:sp>
      <p:sp>
        <p:nvSpPr>
          <p:cNvPr id="664" name="Google Shape;664;p61"/>
          <p:cNvSpPr/>
          <p:nvPr/>
        </p:nvSpPr>
        <p:spPr>
          <a:xfrm>
            <a:off x="8002189" y="2613720"/>
            <a:ext cx="3534300" cy="1292700"/>
          </a:xfrm>
          <a:prstGeom prst="rect">
            <a:avLst/>
          </a:prstGeom>
          <a:noFill/>
          <a:ln>
            <a:noFill/>
          </a:ln>
        </p:spPr>
        <p:txBody>
          <a:bodyPr spcFirstLastPara="1" wrap="square" lIns="0" tIns="0" rIns="0" bIns="0" anchor="t" anchorCtr="0">
            <a:noAutofit/>
          </a:bodyPr>
          <a:lstStyle/>
          <a:p>
            <a:pPr marL="0" marR="0" lvl="0" indent="0" algn="l" rtl="0">
              <a:lnSpc>
                <a:spcPct val="127000"/>
              </a:lnSpc>
              <a:spcBef>
                <a:spcPts val="0"/>
              </a:spcBef>
              <a:spcAft>
                <a:spcPts val="0"/>
              </a:spcAft>
              <a:buClr>
                <a:srgbClr val="272525"/>
              </a:buClr>
              <a:buSzPts val="1300"/>
              <a:buFont typeface="Inter"/>
              <a:buNone/>
            </a:pPr>
            <a:r>
              <a:rPr lang="en-US" sz="1300" b="0" i="0" u="none" strike="noStrike" cap="none">
                <a:solidFill>
                  <a:schemeClr val="tx1"/>
                </a:solidFill>
                <a:latin typeface="Barlow" panose="00000500000000000000" pitchFamily="2" charset="0"/>
                <a:ea typeface="Inter"/>
                <a:cs typeface="Inter"/>
                <a:sym typeface="Inter"/>
              </a:rPr>
              <a:t>Les questions procédurales obtiennent les meilleurs scores (contexte structuré). Les requêtes transversales révèlent un écart significatif lié à la fragmentation des sources.</a:t>
            </a:r>
            <a:endParaRPr sz="1300" b="0" i="0" u="none" strike="noStrike" cap="none">
              <a:solidFill>
                <a:schemeClr val="tx1"/>
              </a:solidFill>
              <a:latin typeface="Barlow" panose="00000500000000000000" pitchFamily="2" charset="0"/>
              <a:ea typeface="Calibri"/>
              <a:cs typeface="Calibri"/>
              <a:sym typeface="Calibri"/>
            </a:endParaRPr>
          </a:p>
        </p:txBody>
      </p:sp>
      <p:sp>
        <p:nvSpPr>
          <p:cNvPr id="3" name="Espace réservé du texte 2">
            <a:extLst>
              <a:ext uri="{FF2B5EF4-FFF2-40B4-BE49-F238E27FC236}">
                <a16:creationId xmlns:a16="http://schemas.microsoft.com/office/drawing/2014/main" id="{6A3112DD-CB0B-016C-E62F-932E3C7676F8}"/>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pic>
        <p:nvPicPr>
          <p:cNvPr id="4" name="Image 3">
            <a:extLst>
              <a:ext uri="{FF2B5EF4-FFF2-40B4-BE49-F238E27FC236}">
                <a16:creationId xmlns:a16="http://schemas.microsoft.com/office/drawing/2014/main" id="{78EF6584-0D68-37CB-E08A-1D23085AB4BA}"/>
              </a:ext>
            </a:extLst>
          </p:cNvPr>
          <p:cNvPicPr>
            <a:picLocks noChangeAspect="1"/>
          </p:cNvPicPr>
          <p:nvPr/>
        </p:nvPicPr>
        <p:blipFill>
          <a:blip r:embed="rId3"/>
          <a:stretch>
            <a:fillRect/>
          </a:stretch>
        </p:blipFill>
        <p:spPr>
          <a:xfrm>
            <a:off x="465596" y="1663569"/>
            <a:ext cx="7096740" cy="403289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5" name="Google Shape;675;p62"/>
          <p:cNvSpPr/>
          <p:nvPr/>
        </p:nvSpPr>
        <p:spPr>
          <a:xfrm>
            <a:off x="695325" y="740653"/>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800" b="1" dirty="0">
                <a:solidFill>
                  <a:schemeClr val="tx1"/>
                </a:solidFill>
                <a:latin typeface="Avenir"/>
                <a:sym typeface="Patrick Hand"/>
              </a:rPr>
              <a:t>Dimension 4/5 : </a:t>
            </a:r>
            <a:r>
              <a:rPr lang="en-US" sz="2800" b="1" dirty="0" err="1">
                <a:solidFill>
                  <a:schemeClr val="tx1"/>
                </a:solidFill>
                <a:latin typeface="Avenir"/>
                <a:sym typeface="Inter"/>
              </a:rPr>
              <a:t>Stabilité</a:t>
            </a:r>
            <a:endParaRPr sz="2800" b="1" dirty="0">
              <a:solidFill>
                <a:schemeClr val="tx1"/>
              </a:solidFill>
              <a:latin typeface="Avenir"/>
              <a:sym typeface="Calibri"/>
            </a:endParaRPr>
          </a:p>
        </p:txBody>
      </p:sp>
      <p:sp>
        <p:nvSpPr>
          <p:cNvPr id="677" name="Google Shape;677;p62"/>
          <p:cNvSpPr/>
          <p:nvPr/>
        </p:nvSpPr>
        <p:spPr>
          <a:xfrm>
            <a:off x="7942163" y="2101751"/>
            <a:ext cx="3594300" cy="2067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300"/>
              <a:buFont typeface="Inter"/>
              <a:buNone/>
            </a:pPr>
            <a:r>
              <a:rPr lang="en-US" sz="1300" b="1" i="0" u="none" strike="noStrike" cap="none">
                <a:solidFill>
                  <a:schemeClr val="tx1"/>
                </a:solidFill>
                <a:latin typeface="Barlow" panose="00000500000000000000" pitchFamily="2" charset="0"/>
                <a:ea typeface="Inter"/>
                <a:cs typeface="Inter"/>
                <a:sym typeface="Inter"/>
              </a:rPr>
              <a:t>Dispersion des 4 indicateurs de stabilité</a:t>
            </a:r>
            <a:endParaRPr sz="1300" b="0" i="0" u="none" strike="noStrike" cap="none">
              <a:solidFill>
                <a:schemeClr val="tx1"/>
              </a:solidFill>
              <a:latin typeface="Barlow" panose="00000500000000000000" pitchFamily="2" charset="0"/>
              <a:ea typeface="Calibri"/>
              <a:cs typeface="Calibri"/>
              <a:sym typeface="Calibri"/>
            </a:endParaRPr>
          </a:p>
        </p:txBody>
      </p:sp>
      <p:sp>
        <p:nvSpPr>
          <p:cNvPr id="678" name="Google Shape;678;p62"/>
          <p:cNvSpPr/>
          <p:nvPr/>
        </p:nvSpPr>
        <p:spPr>
          <a:xfrm>
            <a:off x="7942163" y="2400995"/>
            <a:ext cx="3594300" cy="540000"/>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272525"/>
              </a:buClr>
              <a:buSzPts val="1000"/>
              <a:buFont typeface="Inter"/>
              <a:buNone/>
            </a:pPr>
            <a:r>
              <a:rPr lang="en-US" sz="1000" b="0" i="0" u="none" strike="noStrike" cap="none">
                <a:solidFill>
                  <a:schemeClr val="tx1"/>
                </a:solidFill>
                <a:latin typeface="Barlow" panose="00000500000000000000" pitchFamily="2" charset="0"/>
                <a:ea typeface="Inter"/>
                <a:cs typeface="Inter"/>
                <a:sym typeface="Inter"/>
              </a:rPr>
              <a:t>La faible variance inter-runs confirme la reproductibilité du pipeline. La robustesse aux paraphrases constitue le principal levier d'amélioration.</a:t>
            </a:r>
            <a:endParaRPr sz="1000" b="0" i="0" u="none" strike="noStrike" cap="none">
              <a:solidFill>
                <a:schemeClr val="tx1"/>
              </a:solidFill>
              <a:latin typeface="Barlow" panose="00000500000000000000" pitchFamily="2" charset="0"/>
              <a:ea typeface="Calibri"/>
              <a:cs typeface="Calibri"/>
              <a:sym typeface="Calibri"/>
            </a:endParaRPr>
          </a:p>
        </p:txBody>
      </p:sp>
      <p:sp>
        <p:nvSpPr>
          <p:cNvPr id="682" name="Google Shape;682;p62"/>
          <p:cNvSpPr/>
          <p:nvPr/>
        </p:nvSpPr>
        <p:spPr>
          <a:xfrm>
            <a:off x="1467905" y="4622006"/>
            <a:ext cx="3763500" cy="436800"/>
          </a:xfrm>
          <a:prstGeom prst="rect">
            <a:avLst/>
          </a:prstGeom>
          <a:noFill/>
          <a:ln>
            <a:noFill/>
          </a:ln>
        </p:spPr>
        <p:txBody>
          <a:bodyPr spcFirstLastPara="1" wrap="square" lIns="0" tIns="0" rIns="0" bIns="0" anchor="t" anchorCtr="0">
            <a:noAutofit/>
          </a:bodyPr>
          <a:lstStyle/>
          <a:p>
            <a:pPr marL="0" marR="0" lvl="0" indent="0" algn="ctr" rtl="0">
              <a:lnSpc>
                <a:spcPct val="83000"/>
              </a:lnSpc>
              <a:spcBef>
                <a:spcPts val="0"/>
              </a:spcBef>
              <a:spcAft>
                <a:spcPts val="0"/>
              </a:spcAft>
              <a:buClr>
                <a:srgbClr val="272525"/>
              </a:buClr>
              <a:buSzPts val="3400"/>
              <a:buFont typeface="Inter"/>
              <a:buNone/>
            </a:pPr>
            <a:r>
              <a:rPr lang="en-US" sz="3400" b="1" i="0" u="none" strike="noStrike" cap="none">
                <a:solidFill>
                  <a:schemeClr val="tx1"/>
                </a:solidFill>
                <a:latin typeface="Barlow" panose="00000500000000000000" pitchFamily="2" charset="0"/>
                <a:ea typeface="Inter"/>
                <a:cs typeface="Inter"/>
                <a:sym typeface="Inter"/>
              </a:rPr>
              <a:t>0,94</a:t>
            </a:r>
            <a:endParaRPr sz="3400" b="0" i="0" u="none" strike="noStrike" cap="none">
              <a:solidFill>
                <a:schemeClr val="tx1"/>
              </a:solidFill>
              <a:latin typeface="Barlow" panose="00000500000000000000" pitchFamily="2" charset="0"/>
              <a:ea typeface="Calibri"/>
              <a:cs typeface="Calibri"/>
              <a:sym typeface="Calibri"/>
            </a:endParaRPr>
          </a:p>
        </p:txBody>
      </p:sp>
      <p:sp>
        <p:nvSpPr>
          <p:cNvPr id="683" name="Google Shape;683;p62"/>
          <p:cNvSpPr/>
          <p:nvPr/>
        </p:nvSpPr>
        <p:spPr>
          <a:xfrm>
            <a:off x="661475" y="5194201"/>
            <a:ext cx="5376600" cy="2067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272525"/>
              </a:buClr>
              <a:buSzPts val="1300"/>
              <a:buFont typeface="Inter"/>
              <a:buNone/>
            </a:pPr>
            <a:r>
              <a:rPr lang="en-US" sz="1300" b="1" i="0" u="none" strike="noStrike" cap="none">
                <a:solidFill>
                  <a:schemeClr val="tx1"/>
                </a:solidFill>
                <a:latin typeface="Barlow" panose="00000500000000000000" pitchFamily="2" charset="0"/>
                <a:ea typeface="Inter"/>
                <a:cs typeface="Inter"/>
                <a:sym typeface="Inter"/>
              </a:rPr>
              <a:t>Stabilité inter-runs</a:t>
            </a:r>
            <a:endParaRPr sz="1300" b="0" i="0" u="none" strike="noStrike" cap="none">
              <a:solidFill>
                <a:schemeClr val="tx1"/>
              </a:solidFill>
              <a:latin typeface="Barlow" panose="00000500000000000000" pitchFamily="2" charset="0"/>
              <a:ea typeface="Calibri"/>
              <a:cs typeface="Calibri"/>
              <a:sym typeface="Calibri"/>
            </a:endParaRPr>
          </a:p>
        </p:txBody>
      </p:sp>
      <p:sp>
        <p:nvSpPr>
          <p:cNvPr id="684" name="Google Shape;684;p62"/>
          <p:cNvSpPr/>
          <p:nvPr/>
        </p:nvSpPr>
        <p:spPr>
          <a:xfrm>
            <a:off x="661475" y="5456436"/>
            <a:ext cx="5376600" cy="180000"/>
          </a:xfrm>
          <a:prstGeom prst="rect">
            <a:avLst/>
          </a:prstGeom>
          <a:noFill/>
          <a:ln>
            <a:noFill/>
          </a:ln>
        </p:spPr>
        <p:txBody>
          <a:bodyPr spcFirstLastPara="1" wrap="square" lIns="0" tIns="0" rIns="0" bIns="0" anchor="t" anchorCtr="0">
            <a:noAutofit/>
          </a:bodyPr>
          <a:lstStyle/>
          <a:p>
            <a:pPr marL="0" marR="0" lvl="0" indent="0" algn="ctr" rtl="0">
              <a:lnSpc>
                <a:spcPct val="113000"/>
              </a:lnSpc>
              <a:spcBef>
                <a:spcPts val="0"/>
              </a:spcBef>
              <a:spcAft>
                <a:spcPts val="0"/>
              </a:spcAft>
              <a:buClr>
                <a:srgbClr val="272525"/>
              </a:buClr>
              <a:buSzPts val="1000"/>
              <a:buFont typeface="Inter"/>
              <a:buNone/>
            </a:pPr>
            <a:r>
              <a:rPr lang="en-US" sz="1000" b="0" i="0" u="none" strike="noStrike" cap="none">
                <a:solidFill>
                  <a:schemeClr val="tx1"/>
                </a:solidFill>
                <a:latin typeface="Barlow" panose="00000500000000000000" pitchFamily="2" charset="0"/>
                <a:ea typeface="Inter"/>
                <a:cs typeface="Inter"/>
                <a:sym typeface="Inter"/>
              </a:rPr>
              <a:t>Reproductibilité entre exécutions</a:t>
            </a:r>
            <a:endParaRPr sz="1000" b="0" i="0" u="none" strike="noStrike" cap="none">
              <a:solidFill>
                <a:schemeClr val="tx1"/>
              </a:solidFill>
              <a:latin typeface="Barlow" panose="00000500000000000000" pitchFamily="2" charset="0"/>
              <a:ea typeface="Calibri"/>
              <a:cs typeface="Calibri"/>
              <a:sym typeface="Calibri"/>
            </a:endParaRPr>
          </a:p>
        </p:txBody>
      </p:sp>
      <p:sp>
        <p:nvSpPr>
          <p:cNvPr id="685" name="Google Shape;685;p62"/>
          <p:cNvSpPr/>
          <p:nvPr/>
        </p:nvSpPr>
        <p:spPr>
          <a:xfrm>
            <a:off x="6960120" y="4622006"/>
            <a:ext cx="3763500" cy="436800"/>
          </a:xfrm>
          <a:prstGeom prst="rect">
            <a:avLst/>
          </a:prstGeom>
          <a:noFill/>
          <a:ln>
            <a:noFill/>
          </a:ln>
        </p:spPr>
        <p:txBody>
          <a:bodyPr spcFirstLastPara="1" wrap="square" lIns="0" tIns="0" rIns="0" bIns="0" anchor="t" anchorCtr="0">
            <a:noAutofit/>
          </a:bodyPr>
          <a:lstStyle/>
          <a:p>
            <a:pPr marL="0" marR="0" lvl="0" indent="0" algn="ctr" rtl="0">
              <a:lnSpc>
                <a:spcPct val="83000"/>
              </a:lnSpc>
              <a:spcBef>
                <a:spcPts val="0"/>
              </a:spcBef>
              <a:spcAft>
                <a:spcPts val="0"/>
              </a:spcAft>
              <a:buClr>
                <a:srgbClr val="272525"/>
              </a:buClr>
              <a:buSzPts val="3400"/>
              <a:buFont typeface="Inter"/>
              <a:buNone/>
            </a:pPr>
            <a:r>
              <a:rPr lang="en-US" sz="3400" b="1" i="0" u="none" strike="noStrike" cap="none">
                <a:solidFill>
                  <a:schemeClr val="tx1"/>
                </a:solidFill>
                <a:latin typeface="Barlow" panose="00000500000000000000" pitchFamily="2" charset="0"/>
                <a:ea typeface="Inter"/>
                <a:cs typeface="Inter"/>
                <a:sym typeface="Inter"/>
              </a:rPr>
              <a:t>0,77</a:t>
            </a:r>
            <a:endParaRPr sz="3400" b="0" i="0" u="none" strike="noStrike" cap="none">
              <a:solidFill>
                <a:schemeClr val="tx1"/>
              </a:solidFill>
              <a:latin typeface="Barlow" panose="00000500000000000000" pitchFamily="2" charset="0"/>
              <a:ea typeface="Calibri"/>
              <a:cs typeface="Calibri"/>
              <a:sym typeface="Calibri"/>
            </a:endParaRPr>
          </a:p>
        </p:txBody>
      </p:sp>
      <p:sp>
        <p:nvSpPr>
          <p:cNvPr id="686" name="Google Shape;686;p62"/>
          <p:cNvSpPr/>
          <p:nvPr/>
        </p:nvSpPr>
        <p:spPr>
          <a:xfrm>
            <a:off x="6153691" y="5194201"/>
            <a:ext cx="5376600" cy="206700"/>
          </a:xfrm>
          <a:prstGeom prst="rect">
            <a:avLst/>
          </a:prstGeom>
          <a:noFill/>
          <a:ln>
            <a:noFill/>
          </a:ln>
        </p:spPr>
        <p:txBody>
          <a:bodyPr spcFirstLastPara="1" wrap="square" lIns="0" tIns="0" rIns="0" bIns="0" anchor="t" anchorCtr="0">
            <a:noAutofit/>
          </a:bodyPr>
          <a:lstStyle/>
          <a:p>
            <a:pPr marL="0" marR="0" lvl="0" indent="0" algn="ctr" rtl="0">
              <a:lnSpc>
                <a:spcPct val="104000"/>
              </a:lnSpc>
              <a:spcBef>
                <a:spcPts val="0"/>
              </a:spcBef>
              <a:spcAft>
                <a:spcPts val="0"/>
              </a:spcAft>
              <a:buClr>
                <a:srgbClr val="272525"/>
              </a:buClr>
              <a:buSzPts val="1300"/>
              <a:buFont typeface="Inter"/>
              <a:buNone/>
            </a:pPr>
            <a:r>
              <a:rPr lang="en-US" sz="1300" b="1" i="0" u="none" strike="noStrike" cap="none">
                <a:solidFill>
                  <a:schemeClr val="tx1"/>
                </a:solidFill>
                <a:latin typeface="Barlow" panose="00000500000000000000" pitchFamily="2" charset="0"/>
                <a:ea typeface="Inter"/>
                <a:cs typeface="Inter"/>
                <a:sym typeface="Inter"/>
              </a:rPr>
              <a:t>Robustesse paraphrases</a:t>
            </a:r>
            <a:endParaRPr sz="1300" b="0" i="0" u="none" strike="noStrike" cap="none">
              <a:solidFill>
                <a:schemeClr val="tx1"/>
              </a:solidFill>
              <a:latin typeface="Barlow" panose="00000500000000000000" pitchFamily="2" charset="0"/>
              <a:ea typeface="Calibri"/>
              <a:cs typeface="Calibri"/>
              <a:sym typeface="Calibri"/>
            </a:endParaRPr>
          </a:p>
        </p:txBody>
      </p:sp>
      <p:sp>
        <p:nvSpPr>
          <p:cNvPr id="687" name="Google Shape;687;p62"/>
          <p:cNvSpPr/>
          <p:nvPr/>
        </p:nvSpPr>
        <p:spPr>
          <a:xfrm>
            <a:off x="6153691" y="5456436"/>
            <a:ext cx="5376600" cy="180000"/>
          </a:xfrm>
          <a:prstGeom prst="rect">
            <a:avLst/>
          </a:prstGeom>
          <a:noFill/>
          <a:ln>
            <a:noFill/>
          </a:ln>
        </p:spPr>
        <p:txBody>
          <a:bodyPr spcFirstLastPara="1" wrap="square" lIns="0" tIns="0" rIns="0" bIns="0" anchor="t" anchorCtr="0">
            <a:noAutofit/>
          </a:bodyPr>
          <a:lstStyle/>
          <a:p>
            <a:pPr marL="0" marR="0" lvl="0" indent="0" algn="ctr" rtl="0">
              <a:lnSpc>
                <a:spcPct val="113000"/>
              </a:lnSpc>
              <a:spcBef>
                <a:spcPts val="0"/>
              </a:spcBef>
              <a:spcAft>
                <a:spcPts val="0"/>
              </a:spcAft>
              <a:buClr>
                <a:srgbClr val="272525"/>
              </a:buClr>
              <a:buSzPts val="1000"/>
              <a:buFont typeface="Inter"/>
              <a:buNone/>
            </a:pPr>
            <a:r>
              <a:rPr lang="en-US" sz="1000" b="0" i="0" u="none" strike="noStrike" cap="none">
                <a:solidFill>
                  <a:schemeClr val="tx1"/>
                </a:solidFill>
                <a:latin typeface="Barlow" panose="00000500000000000000" pitchFamily="2" charset="0"/>
                <a:ea typeface="Inter"/>
                <a:cs typeface="Inter"/>
                <a:sym typeface="Inter"/>
              </a:rPr>
              <a:t>Score le plus faible — levier prioritaire</a:t>
            </a:r>
            <a:endParaRPr sz="1000" b="0" i="0" u="none" strike="noStrike" cap="none">
              <a:solidFill>
                <a:schemeClr val="tx1"/>
              </a:solidFill>
              <a:latin typeface="Barlow" panose="00000500000000000000" pitchFamily="2" charset="0"/>
              <a:ea typeface="Calibri"/>
              <a:cs typeface="Calibri"/>
              <a:sym typeface="Calibri"/>
            </a:endParaRPr>
          </a:p>
        </p:txBody>
      </p:sp>
      <p:sp>
        <p:nvSpPr>
          <p:cNvPr id="688" name="Google Shape;688;p62"/>
          <p:cNvSpPr/>
          <p:nvPr/>
        </p:nvSpPr>
        <p:spPr>
          <a:xfrm>
            <a:off x="661475" y="5740598"/>
            <a:ext cx="10868700" cy="422100"/>
          </a:xfrm>
          <a:prstGeom prst="roundRect">
            <a:avLst>
              <a:gd name="adj" fmla="val 13169"/>
            </a:avLst>
          </a:prstGeom>
          <a:solidFill>
            <a:srgbClr val="FCF2B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pic>
        <p:nvPicPr>
          <p:cNvPr id="689" name="Google Shape;689;p62" descr="preencoded.png"/>
          <p:cNvPicPr preferRelativeResize="0"/>
          <p:nvPr/>
        </p:nvPicPr>
        <p:blipFill rotWithShape="1">
          <a:blip r:embed="rId3">
            <a:alphaModFix/>
          </a:blip>
          <a:srcRect/>
          <a:stretch/>
        </p:blipFill>
        <p:spPr>
          <a:xfrm>
            <a:off x="793730" y="5917109"/>
            <a:ext cx="165294" cy="132259"/>
          </a:xfrm>
          <a:prstGeom prst="rect">
            <a:avLst/>
          </a:prstGeom>
          <a:noFill/>
          <a:ln>
            <a:noFill/>
          </a:ln>
        </p:spPr>
      </p:pic>
      <p:sp>
        <p:nvSpPr>
          <p:cNvPr id="690" name="Google Shape;690;p62"/>
          <p:cNvSpPr/>
          <p:nvPr/>
        </p:nvSpPr>
        <p:spPr>
          <a:xfrm>
            <a:off x="1091280" y="5866209"/>
            <a:ext cx="10916400" cy="180000"/>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000000"/>
              </a:buClr>
              <a:buSzPts val="1000"/>
              <a:buFont typeface="Inter"/>
              <a:buNone/>
            </a:pPr>
            <a:r>
              <a:rPr lang="en-US" sz="1000" b="0" i="0" u="none" strike="noStrike" cap="none">
                <a:solidFill>
                  <a:schemeClr val="tx1"/>
                </a:solidFill>
                <a:latin typeface="Barlow" panose="00000500000000000000" pitchFamily="2" charset="0"/>
                <a:ea typeface="Inter"/>
                <a:cs typeface="Inter"/>
                <a:sym typeface="Inter"/>
              </a:rPr>
              <a:t>Priorité : renforcer la robustesse aux paraphrases avant déploiement en production.</a:t>
            </a:r>
            <a:endParaRPr sz="1000" b="0" i="0" u="none" strike="noStrike" cap="none">
              <a:solidFill>
                <a:schemeClr val="tx1"/>
              </a:solidFill>
              <a:latin typeface="Barlow" panose="00000500000000000000" pitchFamily="2" charset="0"/>
              <a:ea typeface="Calibri"/>
              <a:cs typeface="Calibri"/>
              <a:sym typeface="Calibri"/>
            </a:endParaRPr>
          </a:p>
        </p:txBody>
      </p:sp>
      <p:sp>
        <p:nvSpPr>
          <p:cNvPr id="3" name="Espace réservé du texte 2">
            <a:extLst>
              <a:ext uri="{FF2B5EF4-FFF2-40B4-BE49-F238E27FC236}">
                <a16:creationId xmlns:a16="http://schemas.microsoft.com/office/drawing/2014/main" id="{FC077FFF-1594-EA93-7209-FF969AD4FF4A}"/>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pic>
        <p:nvPicPr>
          <p:cNvPr id="4" name="Image 3">
            <a:extLst>
              <a:ext uri="{FF2B5EF4-FFF2-40B4-BE49-F238E27FC236}">
                <a16:creationId xmlns:a16="http://schemas.microsoft.com/office/drawing/2014/main" id="{4708BF47-0673-C6AD-B273-158EF047B4CD}"/>
              </a:ext>
            </a:extLst>
          </p:cNvPr>
          <p:cNvPicPr>
            <a:picLocks noChangeAspect="1"/>
          </p:cNvPicPr>
          <p:nvPr/>
        </p:nvPicPr>
        <p:blipFill>
          <a:blip r:embed="rId4"/>
          <a:stretch>
            <a:fillRect/>
          </a:stretch>
        </p:blipFill>
        <p:spPr>
          <a:xfrm>
            <a:off x="1100631" y="1412637"/>
            <a:ext cx="5053060" cy="3157693"/>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8" name="Google Shape;698;p63"/>
          <p:cNvSpPr/>
          <p:nvPr/>
        </p:nvSpPr>
        <p:spPr>
          <a:xfrm>
            <a:off x="661475" y="742750"/>
            <a:ext cx="11520000" cy="396000"/>
          </a:xfrm>
          <a:prstGeom prst="rect">
            <a:avLst/>
          </a:prstGeom>
          <a:noFill/>
          <a:ln>
            <a:noFill/>
          </a:ln>
        </p:spPr>
        <p:txBody>
          <a:bodyPr spcFirstLastPara="1" wrap="square" lIns="0" tIns="0" rIns="0" bIns="0" anchor="t" anchorCtr="0">
            <a:noAutofit/>
          </a:bodyPr>
          <a:lstStyle/>
          <a:p>
            <a:pPr lvl="0">
              <a:buClr>
                <a:schemeClr val="dk1"/>
              </a:buClr>
              <a:buSzPts val="3800"/>
            </a:pPr>
            <a:r>
              <a:rPr lang="en-US" sz="2800" b="1" dirty="0">
                <a:solidFill>
                  <a:schemeClr val="tx1"/>
                </a:solidFill>
                <a:latin typeface="Avenir"/>
                <a:sym typeface="Patrick Hand"/>
              </a:rPr>
              <a:t>Dimension 5/5 : </a:t>
            </a:r>
            <a:r>
              <a:rPr lang="en-US" sz="2800" b="1" dirty="0" err="1">
                <a:solidFill>
                  <a:schemeClr val="tx1"/>
                </a:solidFill>
                <a:latin typeface="Avenir"/>
                <a:sym typeface="Inter"/>
              </a:rPr>
              <a:t>Traçabilité</a:t>
            </a:r>
            <a:endParaRPr sz="2800" b="1" dirty="0">
              <a:solidFill>
                <a:schemeClr val="tx1"/>
              </a:solidFill>
              <a:latin typeface="Avenir"/>
              <a:sym typeface="Calibri"/>
            </a:endParaRPr>
          </a:p>
        </p:txBody>
      </p:sp>
      <p:sp>
        <p:nvSpPr>
          <p:cNvPr id="701" name="Google Shape;701;p63"/>
          <p:cNvSpPr/>
          <p:nvPr/>
        </p:nvSpPr>
        <p:spPr>
          <a:xfrm>
            <a:off x="7987207" y="2686348"/>
            <a:ext cx="3549300" cy="951000"/>
          </a:xfrm>
          <a:prstGeom prst="rect">
            <a:avLst/>
          </a:prstGeom>
          <a:noFill/>
          <a:ln>
            <a:noFill/>
          </a:ln>
        </p:spPr>
        <p:txBody>
          <a:bodyPr spcFirstLastPara="1" wrap="square" lIns="0" tIns="0" rIns="0" bIns="0" anchor="t" anchorCtr="0">
            <a:noAutofit/>
          </a:bodyPr>
          <a:lstStyle/>
          <a:p>
            <a:pPr marL="0" marR="0" lvl="0" indent="0" algn="l" rtl="0">
              <a:lnSpc>
                <a:spcPct val="123000"/>
              </a:lnSpc>
              <a:spcBef>
                <a:spcPts val="0"/>
              </a:spcBef>
              <a:spcAft>
                <a:spcPts val="0"/>
              </a:spcAft>
              <a:buClr>
                <a:srgbClr val="272525"/>
              </a:buClr>
              <a:buSzPts val="1250"/>
              <a:buFont typeface="Inter"/>
              <a:buNone/>
            </a:pPr>
            <a:r>
              <a:rPr lang="en-US" sz="1250" b="0" i="0" u="none" strike="noStrike" cap="none">
                <a:solidFill>
                  <a:schemeClr val="tx1"/>
                </a:solidFill>
                <a:latin typeface="Barlow" panose="00000500000000000000" pitchFamily="2" charset="0"/>
                <a:ea typeface="Inter"/>
                <a:cs typeface="Inter"/>
                <a:sym typeface="Inter"/>
              </a:rPr>
              <a:t>Chaque réponse est accompagnée d'un journal d'audit complet : sources citées, scores de confiance, horodatage et chaîne de raisonnement.</a:t>
            </a:r>
            <a:endParaRPr sz="1250" b="0" i="0" u="none" strike="noStrike" cap="none">
              <a:solidFill>
                <a:schemeClr val="tx1"/>
              </a:solidFill>
              <a:latin typeface="Barlow" panose="00000500000000000000" pitchFamily="2" charset="0"/>
              <a:ea typeface="Calibri"/>
              <a:cs typeface="Calibri"/>
              <a:sym typeface="Calibri"/>
            </a:endParaRPr>
          </a:p>
        </p:txBody>
      </p:sp>
      <p:sp>
        <p:nvSpPr>
          <p:cNvPr id="705" name="Google Shape;705;p63"/>
          <p:cNvSpPr/>
          <p:nvPr/>
        </p:nvSpPr>
        <p:spPr>
          <a:xfrm>
            <a:off x="661475" y="5713520"/>
            <a:ext cx="10868700" cy="396000"/>
          </a:xfrm>
          <a:prstGeom prst="roundRect">
            <a:avLst>
              <a:gd name="adj" fmla="val 8280"/>
            </a:avLst>
          </a:prstGeom>
          <a:solidFill>
            <a:srgbClr val="B6D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pic>
        <p:nvPicPr>
          <p:cNvPr id="706" name="Google Shape;706;p63" descr="preencoded.png"/>
          <p:cNvPicPr preferRelativeResize="0"/>
          <p:nvPr/>
        </p:nvPicPr>
        <p:blipFill rotWithShape="1">
          <a:blip r:embed="rId3">
            <a:alphaModFix/>
          </a:blip>
          <a:srcRect/>
          <a:stretch/>
        </p:blipFill>
        <p:spPr>
          <a:xfrm>
            <a:off x="822106" y="5826497"/>
            <a:ext cx="200814" cy="160635"/>
          </a:xfrm>
          <a:prstGeom prst="rect">
            <a:avLst/>
          </a:prstGeom>
          <a:noFill/>
          <a:ln>
            <a:noFill/>
          </a:ln>
        </p:spPr>
      </p:pic>
      <p:sp>
        <p:nvSpPr>
          <p:cNvPr id="707" name="Google Shape;707;p63"/>
          <p:cNvSpPr/>
          <p:nvPr/>
        </p:nvSpPr>
        <p:spPr>
          <a:xfrm>
            <a:off x="1183994" y="5791891"/>
            <a:ext cx="10185900" cy="266750"/>
          </a:xfrm>
          <a:prstGeom prst="rect">
            <a:avLst/>
          </a:prstGeom>
          <a:noFill/>
          <a:ln>
            <a:noFill/>
          </a:ln>
        </p:spPr>
        <p:txBody>
          <a:bodyPr spcFirstLastPara="1" wrap="square" lIns="0" tIns="0" rIns="0" bIns="0" anchor="t" anchorCtr="0">
            <a:noAutofit/>
          </a:bodyPr>
          <a:lstStyle/>
          <a:p>
            <a:pPr marL="0" marR="0" lvl="0" indent="0" algn="l" rtl="0">
              <a:lnSpc>
                <a:spcPct val="123000"/>
              </a:lnSpc>
              <a:spcBef>
                <a:spcPts val="0"/>
              </a:spcBef>
              <a:spcAft>
                <a:spcPts val="0"/>
              </a:spcAft>
              <a:buClr>
                <a:srgbClr val="000000"/>
              </a:buClr>
              <a:buSzPts val="1250"/>
              <a:buFont typeface="Inter"/>
              <a:buNone/>
            </a:pPr>
            <a:r>
              <a:rPr lang="en-US" sz="1250" b="0" i="0" u="none" strike="noStrike" cap="none" dirty="0" err="1">
                <a:solidFill>
                  <a:schemeClr val="tx1"/>
                </a:solidFill>
                <a:latin typeface="Barlow" panose="00000500000000000000" pitchFamily="2" charset="0"/>
                <a:ea typeface="Inter"/>
                <a:cs typeface="Inter"/>
                <a:sym typeface="Inter"/>
              </a:rPr>
              <a:t>Conformité</a:t>
            </a:r>
            <a:r>
              <a:rPr lang="en-US" sz="1250" b="0" i="0" u="none" strike="noStrike" cap="none" dirty="0">
                <a:solidFill>
                  <a:schemeClr val="tx1"/>
                </a:solidFill>
                <a:latin typeface="Barlow" panose="00000500000000000000" pitchFamily="2" charset="0"/>
                <a:ea typeface="Inter"/>
                <a:cs typeface="Inter"/>
                <a:sym typeface="Inter"/>
              </a:rPr>
              <a:t> </a:t>
            </a:r>
            <a:r>
              <a:rPr lang="en-US" sz="1250" b="1" i="0" u="none" strike="noStrike" cap="none" dirty="0">
                <a:solidFill>
                  <a:schemeClr val="tx1"/>
                </a:solidFill>
                <a:latin typeface="Barlow" panose="00000500000000000000" pitchFamily="2" charset="0"/>
                <a:ea typeface="Inter"/>
                <a:cs typeface="Inter"/>
                <a:sym typeface="Inter"/>
              </a:rPr>
              <a:t>AI Act (UE, 2024)</a:t>
            </a:r>
            <a:r>
              <a:rPr lang="en-US" sz="1250" b="0" i="0" u="none" strike="noStrike" cap="none" dirty="0">
                <a:solidFill>
                  <a:schemeClr val="tx1"/>
                </a:solidFill>
                <a:latin typeface="Barlow" panose="00000500000000000000" pitchFamily="2" charset="0"/>
                <a:ea typeface="Inter"/>
                <a:cs typeface="Inter"/>
                <a:sym typeface="Inter"/>
              </a:rPr>
              <a:t> : R</a:t>
            </a:r>
            <a:r>
              <a:rPr lang="fr-FR" sz="1250" b="0" i="0" u="none" strike="noStrike" cap="none" dirty="0" err="1">
                <a:solidFill>
                  <a:schemeClr val="tx1"/>
                </a:solidFill>
                <a:latin typeface="Barlow" panose="00000500000000000000" pitchFamily="2" charset="0"/>
                <a:ea typeface="Inter"/>
                <a:cs typeface="Inter"/>
                <a:sym typeface="Inter"/>
              </a:rPr>
              <a:t>épond</a:t>
            </a:r>
            <a:r>
              <a:rPr lang="fr-FR" sz="1250" b="0" i="0" u="none" strike="noStrike" cap="none" dirty="0">
                <a:solidFill>
                  <a:schemeClr val="tx1"/>
                </a:solidFill>
                <a:latin typeface="Barlow" panose="00000500000000000000" pitchFamily="2" charset="0"/>
                <a:ea typeface="Inter"/>
                <a:cs typeface="Inter"/>
                <a:sym typeface="Inter"/>
              </a:rPr>
              <a:t> aux exigences de transparence pour l'IA à haut risque en contexte réglementé.</a:t>
            </a:r>
            <a:endParaRPr sz="1250" b="0" i="0" u="none" strike="noStrike" cap="none" dirty="0">
              <a:solidFill>
                <a:schemeClr val="tx1"/>
              </a:solidFill>
              <a:latin typeface="Barlow" panose="00000500000000000000" pitchFamily="2" charset="0"/>
              <a:ea typeface="Calibri"/>
              <a:cs typeface="Calibri"/>
              <a:sym typeface="Calibri"/>
            </a:endParaRPr>
          </a:p>
        </p:txBody>
      </p:sp>
      <p:sp>
        <p:nvSpPr>
          <p:cNvPr id="3" name="Espace réservé du texte 2">
            <a:extLst>
              <a:ext uri="{FF2B5EF4-FFF2-40B4-BE49-F238E27FC236}">
                <a16:creationId xmlns:a16="http://schemas.microsoft.com/office/drawing/2014/main" id="{18D42E0F-32A4-CFA9-EB40-41D5D123DCAE}"/>
              </a:ext>
            </a:extLst>
          </p:cNvPr>
          <p:cNvSpPr>
            <a:spLocks noGrp="1"/>
          </p:cNvSpPr>
          <p:nvPr>
            <p:ph type="body" idx="1"/>
          </p:nvPr>
        </p:nvSpPr>
        <p:spPr/>
        <p:txBody>
          <a:bodyPr/>
          <a:lstStyle/>
          <a:p>
            <a:endParaRPr lang="fr-FR" dirty="0">
              <a:solidFill>
                <a:schemeClr val="tx1"/>
              </a:solidFill>
              <a:latin typeface="Barlow" panose="00000500000000000000" pitchFamily="2" charset="0"/>
            </a:endParaRPr>
          </a:p>
        </p:txBody>
      </p:sp>
      <p:pic>
        <p:nvPicPr>
          <p:cNvPr id="6" name="Picture 5">
            <a:extLst>
              <a:ext uri="{FF2B5EF4-FFF2-40B4-BE49-F238E27FC236}">
                <a16:creationId xmlns:a16="http://schemas.microsoft.com/office/drawing/2014/main" id="{0A4A1C8A-A6DD-C623-8B5F-EC57B71BBF6A}"/>
              </a:ext>
            </a:extLst>
          </p:cNvPr>
          <p:cNvPicPr>
            <a:picLocks noChangeAspect="1"/>
          </p:cNvPicPr>
          <p:nvPr/>
        </p:nvPicPr>
        <p:blipFill>
          <a:blip r:embed="rId4"/>
          <a:stretch>
            <a:fillRect/>
          </a:stretch>
        </p:blipFill>
        <p:spPr>
          <a:xfrm>
            <a:off x="846128" y="1426756"/>
            <a:ext cx="6575108" cy="41522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12"/>
        <p:cNvGrpSpPr/>
        <p:nvPr/>
      </p:nvGrpSpPr>
      <p:grpSpPr>
        <a:xfrm>
          <a:off x="0" y="0"/>
          <a:ext cx="0" cy="0"/>
          <a:chOff x="0" y="0"/>
          <a:chExt cx="0" cy="0"/>
        </a:xfrm>
      </p:grpSpPr>
      <p:sp>
        <p:nvSpPr>
          <p:cNvPr id="713" name="Google Shape;713;p64"/>
          <p:cNvSpPr/>
          <p:nvPr/>
        </p:nvSpPr>
        <p:spPr>
          <a:xfrm>
            <a:off x="661475" y="743766"/>
            <a:ext cx="11520000" cy="396000"/>
          </a:xfrm>
          <a:prstGeom prst="rect">
            <a:avLst/>
          </a:prstGeom>
          <a:noFill/>
          <a:ln>
            <a:noFill/>
          </a:ln>
        </p:spPr>
        <p:txBody>
          <a:bodyPr spcFirstLastPara="1" wrap="square" lIns="0" tIns="0" rIns="0" bIns="0" anchor="t" anchorCtr="0">
            <a:noAutofit/>
          </a:bodyPr>
          <a:lstStyle/>
          <a:p>
            <a:pPr>
              <a:buClr>
                <a:schemeClr val="dk1"/>
              </a:buClr>
              <a:buSzPts val="3800"/>
            </a:pPr>
            <a:r>
              <a:rPr lang="en-US" sz="2800" b="1" dirty="0" err="1">
                <a:solidFill>
                  <a:schemeClr val="tx1"/>
                </a:solidFill>
                <a:latin typeface="Avenir"/>
                <a:sym typeface="Inter"/>
              </a:rPr>
              <a:t>Analyse</a:t>
            </a:r>
            <a:r>
              <a:rPr lang="en-US" sz="2800" b="1" dirty="0">
                <a:solidFill>
                  <a:schemeClr val="tx1"/>
                </a:solidFill>
                <a:latin typeface="Avenir"/>
                <a:sym typeface="Inter"/>
              </a:rPr>
              <a:t> des </a:t>
            </a:r>
            <a:r>
              <a:rPr lang="en-US" sz="2800" b="1" dirty="0" err="1">
                <a:solidFill>
                  <a:schemeClr val="tx1"/>
                </a:solidFill>
                <a:latin typeface="Avenir"/>
                <a:sym typeface="Inter"/>
              </a:rPr>
              <a:t>Erreurs</a:t>
            </a:r>
            <a:endParaRPr sz="2800" b="1" dirty="0">
              <a:solidFill>
                <a:schemeClr val="tx1"/>
              </a:solidFill>
              <a:latin typeface="Avenir"/>
              <a:sym typeface="Calibri"/>
            </a:endParaRPr>
          </a:p>
        </p:txBody>
      </p:sp>
      <p:sp>
        <p:nvSpPr>
          <p:cNvPr id="3" name="Espace réservé du texte 2">
            <a:extLst>
              <a:ext uri="{FF2B5EF4-FFF2-40B4-BE49-F238E27FC236}">
                <a16:creationId xmlns:a16="http://schemas.microsoft.com/office/drawing/2014/main" id="{DA2C74A2-B8CC-989F-22DA-9ED40A620616}"/>
              </a:ext>
            </a:extLst>
          </p:cNvPr>
          <p:cNvSpPr>
            <a:spLocks noGrp="1"/>
          </p:cNvSpPr>
          <p:nvPr>
            <p:ph type="body" idx="1"/>
          </p:nvPr>
        </p:nvSpPr>
        <p:spPr/>
        <p:txBody>
          <a:bodyPr/>
          <a:lstStyle/>
          <a:p>
            <a:endParaRPr lang="fr-FR">
              <a:solidFill>
                <a:schemeClr val="tx1"/>
              </a:solidFill>
              <a:latin typeface="Barlow" panose="00000500000000000000" pitchFamily="2" charset="0"/>
            </a:endParaRPr>
          </a:p>
        </p:txBody>
      </p:sp>
      <p:pic>
        <p:nvPicPr>
          <p:cNvPr id="4" name="Image 3">
            <a:extLst>
              <a:ext uri="{FF2B5EF4-FFF2-40B4-BE49-F238E27FC236}">
                <a16:creationId xmlns:a16="http://schemas.microsoft.com/office/drawing/2014/main" id="{30E49CA3-4A7F-E487-3B9E-EE95397B8259}"/>
              </a:ext>
            </a:extLst>
          </p:cNvPr>
          <p:cNvPicPr>
            <a:picLocks noChangeAspect="1"/>
          </p:cNvPicPr>
          <p:nvPr/>
        </p:nvPicPr>
        <p:blipFill>
          <a:blip r:embed="rId3"/>
          <a:stretch>
            <a:fillRect/>
          </a:stretch>
        </p:blipFill>
        <p:spPr>
          <a:xfrm>
            <a:off x="22528" y="1812773"/>
            <a:ext cx="6535425" cy="3892708"/>
          </a:xfrm>
          <a:prstGeom prst="rect">
            <a:avLst/>
          </a:prstGeom>
        </p:spPr>
      </p:pic>
      <p:sp>
        <p:nvSpPr>
          <p:cNvPr id="2" name="Google Shape;632;p59">
            <a:extLst>
              <a:ext uri="{FF2B5EF4-FFF2-40B4-BE49-F238E27FC236}">
                <a16:creationId xmlns:a16="http://schemas.microsoft.com/office/drawing/2014/main" id="{85FBC24D-7E9C-37E7-BF83-70EDC955BC1C}"/>
              </a:ext>
            </a:extLst>
          </p:cNvPr>
          <p:cNvSpPr/>
          <p:nvPr/>
        </p:nvSpPr>
        <p:spPr>
          <a:xfrm>
            <a:off x="6819487" y="5393112"/>
            <a:ext cx="4736777" cy="721122"/>
          </a:xfrm>
          <a:prstGeom prst="roundRect">
            <a:avLst>
              <a:gd name="adj" fmla="val 9378"/>
            </a:avLst>
          </a:pr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pic>
        <p:nvPicPr>
          <p:cNvPr id="5" name="Google Shape;633;p59" descr="preencoded.png">
            <a:extLst>
              <a:ext uri="{FF2B5EF4-FFF2-40B4-BE49-F238E27FC236}">
                <a16:creationId xmlns:a16="http://schemas.microsoft.com/office/drawing/2014/main" id="{705DBA61-355A-AD97-F6F6-F9AE584E0B5E}"/>
              </a:ext>
            </a:extLst>
          </p:cNvPr>
          <p:cNvPicPr preferRelativeResize="0"/>
          <p:nvPr/>
        </p:nvPicPr>
        <p:blipFill rotWithShape="1">
          <a:blip r:embed="rId4">
            <a:alphaModFix/>
          </a:blip>
          <a:srcRect/>
          <a:stretch/>
        </p:blipFill>
        <p:spPr>
          <a:xfrm>
            <a:off x="6980416" y="5618438"/>
            <a:ext cx="201211" cy="160933"/>
          </a:xfrm>
          <a:prstGeom prst="rect">
            <a:avLst/>
          </a:prstGeom>
          <a:noFill/>
          <a:ln>
            <a:noFill/>
          </a:ln>
        </p:spPr>
      </p:pic>
      <p:sp>
        <p:nvSpPr>
          <p:cNvPr id="6" name="Google Shape;634;p59">
            <a:extLst>
              <a:ext uri="{FF2B5EF4-FFF2-40B4-BE49-F238E27FC236}">
                <a16:creationId xmlns:a16="http://schemas.microsoft.com/office/drawing/2014/main" id="{B37A43D3-F7AA-4ACE-14D6-6AD21548261C}"/>
              </a:ext>
            </a:extLst>
          </p:cNvPr>
          <p:cNvSpPr/>
          <p:nvPr/>
        </p:nvSpPr>
        <p:spPr>
          <a:xfrm>
            <a:off x="7342555" y="5534698"/>
            <a:ext cx="4410461" cy="437952"/>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000000"/>
              </a:buClr>
              <a:buSzPts val="1250"/>
              <a:buFont typeface="Patrick Hand"/>
              <a:buNone/>
            </a:pPr>
            <a:r>
              <a:rPr lang="fr-FR" sz="1250" b="1" i="0" u="none" strike="noStrike" cap="none" dirty="0">
                <a:solidFill>
                  <a:schemeClr val="tx1"/>
                </a:solidFill>
                <a:latin typeface="Barlow" panose="00000500000000000000" pitchFamily="2" charset="0"/>
                <a:ea typeface="Patrick Hand"/>
                <a:cs typeface="Patrick Hand"/>
                <a:sym typeface="Patrick Hand"/>
              </a:rPr>
              <a:t>Stabilité (D</a:t>
            </a:r>
            <a:r>
              <a:rPr lang="fr-FR" sz="1250" b="1" i="0" strike="noStrike" cap="none" dirty="0">
                <a:solidFill>
                  <a:schemeClr val="tx1"/>
                </a:solidFill>
                <a:latin typeface="Barlow" panose="00000500000000000000" pitchFamily="2" charset="0"/>
                <a:ea typeface="Patrick Hand"/>
                <a:cs typeface="Patrick Hand"/>
                <a:sym typeface="Patrick Hand"/>
              </a:rPr>
              <a:t>im 4)</a:t>
            </a:r>
            <a:r>
              <a:rPr lang="fr-FR" sz="1250" b="1" i="0" u="none" strike="noStrike" cap="none" dirty="0">
                <a:solidFill>
                  <a:schemeClr val="tx1"/>
                </a:solidFill>
                <a:latin typeface="Barlow" panose="00000500000000000000" pitchFamily="2" charset="0"/>
                <a:ea typeface="Patrick Hand"/>
                <a:cs typeface="Patrick Hand"/>
                <a:sym typeface="Patrick Hand"/>
              </a:rPr>
              <a:t>  : </a:t>
            </a:r>
            <a:r>
              <a:rPr lang="fr-FR" sz="1250" b="0" i="0" u="none" strike="noStrike" cap="none" dirty="0">
                <a:solidFill>
                  <a:schemeClr val="tx1"/>
                </a:solidFill>
                <a:latin typeface="Barlow" panose="00000500000000000000" pitchFamily="2" charset="0"/>
                <a:ea typeface="Patrick Hand"/>
                <a:cs typeface="Patrick Hand"/>
                <a:sym typeface="Patrick Hand"/>
              </a:rPr>
              <a:t>non classifiable par question, déjà abordée en slide 9</a:t>
            </a:r>
            <a:endParaRPr sz="1250" b="0" i="0" u="none" strike="noStrike" cap="none" dirty="0">
              <a:solidFill>
                <a:schemeClr val="tx1"/>
              </a:solidFill>
              <a:latin typeface="Barlow" panose="00000500000000000000" pitchFamily="2" charset="0"/>
              <a:ea typeface="Calibri"/>
              <a:cs typeface="Calibri"/>
              <a:sym typeface="Calibri"/>
            </a:endParaRPr>
          </a:p>
        </p:txBody>
      </p:sp>
      <p:graphicFrame>
        <p:nvGraphicFramePr>
          <p:cNvPr id="7" name="Tableau 6">
            <a:extLst>
              <a:ext uri="{FF2B5EF4-FFF2-40B4-BE49-F238E27FC236}">
                <a16:creationId xmlns:a16="http://schemas.microsoft.com/office/drawing/2014/main" id="{054A2E7F-5E21-82D9-A036-DC4F2473AB16}"/>
              </a:ext>
            </a:extLst>
          </p:cNvPr>
          <p:cNvGraphicFramePr>
            <a:graphicFrameLocks noGrp="1"/>
          </p:cNvGraphicFramePr>
          <p:nvPr>
            <p:extLst>
              <p:ext uri="{D42A27DB-BD31-4B8C-83A1-F6EECF244321}">
                <p14:modId xmlns:p14="http://schemas.microsoft.com/office/powerpoint/2010/main" val="1935718290"/>
              </p:ext>
            </p:extLst>
          </p:nvPr>
        </p:nvGraphicFramePr>
        <p:xfrm>
          <a:off x="6594932" y="1365092"/>
          <a:ext cx="5241823" cy="3423920"/>
        </p:xfrm>
        <a:graphic>
          <a:graphicData uri="http://schemas.openxmlformats.org/drawingml/2006/table">
            <a:tbl>
              <a:tblPr firstRow="1" bandRow="1">
                <a:tableStyleId>{7DF18680-E054-41AD-8BC1-D1AEF772440D}</a:tableStyleId>
              </a:tblPr>
              <a:tblGrid>
                <a:gridCol w="1930399">
                  <a:extLst>
                    <a:ext uri="{9D8B030D-6E8A-4147-A177-3AD203B41FA5}">
                      <a16:colId xmlns:a16="http://schemas.microsoft.com/office/drawing/2014/main" val="355291052"/>
                    </a:ext>
                  </a:extLst>
                </a:gridCol>
                <a:gridCol w="1181100">
                  <a:extLst>
                    <a:ext uri="{9D8B030D-6E8A-4147-A177-3AD203B41FA5}">
                      <a16:colId xmlns:a16="http://schemas.microsoft.com/office/drawing/2014/main" val="2855920952"/>
                    </a:ext>
                  </a:extLst>
                </a:gridCol>
                <a:gridCol w="2130324">
                  <a:extLst>
                    <a:ext uri="{9D8B030D-6E8A-4147-A177-3AD203B41FA5}">
                      <a16:colId xmlns:a16="http://schemas.microsoft.com/office/drawing/2014/main" val="899449052"/>
                    </a:ext>
                  </a:extLst>
                </a:gridCol>
              </a:tblGrid>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err="1">
                          <a:solidFill>
                            <a:schemeClr val="tx1"/>
                          </a:solidFill>
                          <a:effectLst/>
                          <a:sym typeface="Inter"/>
                        </a:rPr>
                        <a:t>Catégorie</a:t>
                      </a:r>
                      <a:endParaRPr lang="en-US" sz="1200" b="0" i="0" u="none" strike="noStrike" cap="none" dirty="0">
                        <a:solidFill>
                          <a:schemeClr val="tx1"/>
                        </a:solidFill>
                        <a:effectLst/>
                        <a:latin typeface="Barlow" panose="00000500000000000000" pitchFamily="2" charset="0"/>
                        <a:ea typeface="Calibri"/>
                        <a:cs typeface="Calibri"/>
                        <a:sym typeface="Calibri"/>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effectLst/>
                          <a:sym typeface="Inter"/>
                        </a:rPr>
                        <a:t>Dimension mise </a:t>
                      </a:r>
                      <a:r>
                        <a:rPr lang="en-US" sz="1200" b="0" i="0" u="none" strike="noStrike" cap="none" dirty="0" err="1">
                          <a:solidFill>
                            <a:schemeClr val="tx1"/>
                          </a:solidFill>
                          <a:effectLst/>
                          <a:sym typeface="Inter"/>
                        </a:rPr>
                        <a:t>en</a:t>
                      </a:r>
                      <a:r>
                        <a:rPr lang="en-US" sz="1200" b="0" i="0" u="none" strike="noStrike" cap="none" dirty="0">
                          <a:solidFill>
                            <a:schemeClr val="tx1"/>
                          </a:solidFill>
                          <a:effectLst/>
                          <a:sym typeface="Inter"/>
                        </a:rPr>
                        <a:t> cause</a:t>
                      </a:r>
                      <a:endParaRPr lang="en-US" sz="1200" b="0" i="0" u="none" strike="noStrike" cap="none" dirty="0">
                        <a:solidFill>
                          <a:schemeClr val="tx1"/>
                        </a:solidFill>
                        <a:effectLst/>
                        <a:latin typeface="Barlow" panose="00000500000000000000" pitchFamily="2" charset="0"/>
                        <a:ea typeface="Calibri"/>
                        <a:cs typeface="Calibri"/>
                        <a:sym typeface="Calibri"/>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effectLst/>
                          <a:sym typeface="Inter"/>
                        </a:rPr>
                        <a:t>Action </a:t>
                      </a:r>
                      <a:r>
                        <a:rPr lang="en-US" sz="1200" b="0" i="0" u="none" strike="noStrike" cap="none" dirty="0" err="1">
                          <a:solidFill>
                            <a:schemeClr val="tx1"/>
                          </a:solidFill>
                          <a:effectLst/>
                          <a:sym typeface="Inter"/>
                        </a:rPr>
                        <a:t>correctrice</a:t>
                      </a:r>
                      <a:endParaRPr lang="en-US" sz="1200" b="0" i="0" u="none" strike="noStrike" cap="none" dirty="0">
                        <a:solidFill>
                          <a:schemeClr val="tx1"/>
                        </a:solidFill>
                        <a:effectLst/>
                        <a:latin typeface="Barlow" panose="00000500000000000000" pitchFamily="2" charset="0"/>
                        <a:ea typeface="Calibri"/>
                        <a:cs typeface="Calibri"/>
                        <a:sym typeface="Calibri"/>
                      </a:endParaRPr>
                    </a:p>
                  </a:txBody>
                  <a:tcPr anchor="ctr"/>
                </a:tc>
                <a:extLst>
                  <a:ext uri="{0D108BD9-81ED-4DB2-BD59-A6C34878D82A}">
                    <a16:rowId xmlns:a16="http://schemas.microsoft.com/office/drawing/2014/main" val="1796703395"/>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167" b="0" i="0" u="none" strike="noStrike" cap="none" dirty="0">
                          <a:solidFill>
                            <a:schemeClr val="dk1"/>
                          </a:solidFill>
                          <a:effectLst/>
                          <a:sym typeface="Arial"/>
                        </a:rPr>
                        <a:t>échec récupération</a:t>
                      </a:r>
                      <a:endParaRPr lang="fr-FR" b="0" i="0" u="none"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effectLst/>
                          <a:sym typeface="Inter"/>
                        </a:rPr>
                        <a:t>1</a:t>
                      </a:r>
                      <a:endParaRPr lang="en-US" sz="1200" b="0" i="0" u="none" strike="noStrike" cap="none" dirty="0">
                        <a:solidFill>
                          <a:schemeClr val="tx1"/>
                        </a:solidFill>
                        <a:effectLst/>
                        <a:latin typeface="Barlow" panose="00000500000000000000" pitchFamily="2" charset="0"/>
                        <a:ea typeface="Calibri"/>
                        <a:cs typeface="Calibri"/>
                        <a:sym typeface="Calibri"/>
                      </a:endParaRPr>
                    </a:p>
                  </a:txBody>
                  <a:tcPr anchor="ctr"/>
                </a:tc>
                <a:tc>
                  <a:txBody>
                    <a:bodyPr/>
                    <a:lstStyle/>
                    <a:p>
                      <a:pPr algn="l">
                        <a:lnSpc>
                          <a:spcPct val="100000"/>
                        </a:lnSpc>
                        <a:buNone/>
                      </a:pPr>
                      <a:r>
                        <a:rPr lang="fr-FR" b="0" i="0" u="none" dirty="0" err="1">
                          <a:effectLst/>
                        </a:rPr>
                        <a:t>reranking</a:t>
                      </a:r>
                      <a:r>
                        <a:rPr lang="fr-FR" b="0" i="0" u="none" dirty="0">
                          <a:effectLst/>
                        </a:rPr>
                        <a:t> / </a:t>
                      </a:r>
                      <a:r>
                        <a:rPr lang="fr-FR" b="0" i="0" u="none" dirty="0" err="1">
                          <a:effectLst/>
                        </a:rPr>
                        <a:t>query</a:t>
                      </a:r>
                      <a:r>
                        <a:rPr lang="fr-FR" b="0" i="0" u="none" dirty="0">
                          <a:effectLst/>
                        </a:rPr>
                        <a:t> rewriting</a:t>
                      </a:r>
                    </a:p>
                  </a:txBody>
                  <a:tcPr marL="57150" marR="57150" marT="38100" marB="38100" anchor="ctr"/>
                </a:tc>
                <a:extLst>
                  <a:ext uri="{0D108BD9-81ED-4DB2-BD59-A6C34878D82A}">
                    <a16:rowId xmlns:a16="http://schemas.microsoft.com/office/drawing/2014/main" val="668033300"/>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167" b="0" i="0" u="none" strike="noStrike" cap="none" dirty="0">
                          <a:solidFill>
                            <a:schemeClr val="dk1"/>
                          </a:solidFill>
                          <a:effectLst/>
                          <a:sym typeface="Arial"/>
                        </a:rPr>
                        <a:t>bruit récupération</a:t>
                      </a:r>
                      <a:endParaRPr lang="fr-FR" b="0" i="0" u="none" dirty="0">
                        <a:effectLst/>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effectLst/>
                          <a:sym typeface="Inter"/>
                        </a:rPr>
                        <a:t>1</a:t>
                      </a:r>
                      <a:endParaRPr lang="en-US" sz="1200" b="0" i="0" u="none" strike="noStrike" cap="none" dirty="0">
                        <a:solidFill>
                          <a:schemeClr val="tx1"/>
                        </a:solidFill>
                        <a:effectLst/>
                        <a:latin typeface="Barlow" panose="00000500000000000000" pitchFamily="2" charset="0"/>
                        <a:ea typeface="Calibri"/>
                        <a:cs typeface="Calibri"/>
                        <a:sym typeface="Calibri"/>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fr-FR" sz="1167" b="0" i="0" u="none" strike="noStrike" cap="none" dirty="0">
                          <a:solidFill>
                            <a:schemeClr val="dk1"/>
                          </a:solidFill>
                          <a:effectLst/>
                          <a:sym typeface="Arial"/>
                        </a:rPr>
                        <a:t>cross-encoder</a:t>
                      </a:r>
                      <a:endParaRPr lang="fr-FR" b="0" i="0" u="none" dirty="0">
                        <a:effectLst/>
                      </a:endParaRPr>
                    </a:p>
                  </a:txBody>
                  <a:tcPr anchor="ctr"/>
                </a:tc>
                <a:extLst>
                  <a:ext uri="{0D108BD9-81ED-4DB2-BD59-A6C34878D82A}">
                    <a16:rowId xmlns:a16="http://schemas.microsoft.com/office/drawing/2014/main" val="789608873"/>
                  </a:ext>
                </a:extLst>
              </a:tr>
              <a:tr h="370840">
                <a:tc>
                  <a:txBody>
                    <a:bodyPr/>
                    <a:lstStyle/>
                    <a:p>
                      <a:pPr algn="l">
                        <a:lnSpc>
                          <a:spcPct val="100000"/>
                        </a:lnSpc>
                      </a:pPr>
                      <a:r>
                        <a:rPr lang="fr-FR" sz="1167" b="0" i="0" u="none" strike="noStrike" cap="none" dirty="0">
                          <a:solidFill>
                            <a:schemeClr val="dk1"/>
                          </a:solidFill>
                          <a:effectLst/>
                          <a:sym typeface="Arial"/>
                        </a:rPr>
                        <a:t>hallucination factuelle</a:t>
                      </a:r>
                      <a:endParaRPr lang="fr-FR" b="0" i="0" u="none" dirty="0">
                        <a:effectLst/>
                      </a:endParaRPr>
                    </a:p>
                  </a:txBody>
                  <a:tcPr anchor="ctr"/>
                </a:tc>
                <a:tc>
                  <a:txBody>
                    <a:bodyPr/>
                    <a:lstStyle/>
                    <a:p>
                      <a:pPr algn="l">
                        <a:lnSpc>
                          <a:spcPct val="100000"/>
                        </a:lnSpc>
                      </a:pPr>
                      <a:r>
                        <a:rPr lang="fr-FR" b="0" i="0" u="none" dirty="0">
                          <a:effectLst/>
                        </a:rPr>
                        <a:t>2</a:t>
                      </a:r>
                    </a:p>
                  </a:txBody>
                  <a:tcPr anchor="ctr"/>
                </a:tc>
                <a:tc>
                  <a:txBody>
                    <a:bodyPr/>
                    <a:lstStyle/>
                    <a:p>
                      <a:pPr algn="l">
                        <a:lnSpc>
                          <a:spcPct val="100000"/>
                        </a:lnSpc>
                      </a:pPr>
                      <a:r>
                        <a:rPr lang="fr-FR" sz="1167" b="0" i="0" u="none" strike="noStrike" cap="none" dirty="0">
                          <a:solidFill>
                            <a:schemeClr val="dk1"/>
                          </a:solidFill>
                          <a:effectLst/>
                          <a:sym typeface="Arial"/>
                        </a:rPr>
                        <a:t>prompt + refus contrôlé</a:t>
                      </a:r>
                      <a:endParaRPr lang="fr-FR" b="0" i="0" u="none" dirty="0">
                        <a:effectLst/>
                      </a:endParaRPr>
                    </a:p>
                  </a:txBody>
                  <a:tcPr anchor="ctr"/>
                </a:tc>
                <a:extLst>
                  <a:ext uri="{0D108BD9-81ED-4DB2-BD59-A6C34878D82A}">
                    <a16:rowId xmlns:a16="http://schemas.microsoft.com/office/drawing/2014/main" val="3448385821"/>
                  </a:ext>
                </a:extLst>
              </a:tr>
              <a:tr h="370840">
                <a:tc>
                  <a:txBody>
                    <a:bodyPr/>
                    <a:lstStyle/>
                    <a:p>
                      <a:pPr algn="l">
                        <a:lnSpc>
                          <a:spcPct val="100000"/>
                        </a:lnSpc>
                      </a:pPr>
                      <a:r>
                        <a:rPr lang="fr-FR" sz="1167" b="0" i="0" u="none" strike="noStrike" cap="none" dirty="0">
                          <a:solidFill>
                            <a:schemeClr val="dk1"/>
                          </a:solidFill>
                          <a:effectLst/>
                          <a:sym typeface="Arial"/>
                        </a:rPr>
                        <a:t>omission d'exception</a:t>
                      </a:r>
                      <a:endParaRPr lang="fr-FR" b="0" i="0" u="none" dirty="0">
                        <a:effectLst/>
                      </a:endParaRPr>
                    </a:p>
                  </a:txBody>
                  <a:tcPr anchor="ctr"/>
                </a:tc>
                <a:tc>
                  <a:txBody>
                    <a:bodyPr/>
                    <a:lstStyle/>
                    <a:p>
                      <a:pPr algn="l">
                        <a:lnSpc>
                          <a:spcPct val="100000"/>
                        </a:lnSpc>
                      </a:pPr>
                      <a:r>
                        <a:rPr lang="fr-FR" b="0" i="0" u="none" dirty="0">
                          <a:effectLst/>
                        </a:rPr>
                        <a:t>3</a:t>
                      </a:r>
                    </a:p>
                  </a:txBody>
                  <a:tcPr anchor="ctr"/>
                </a:tc>
                <a:tc>
                  <a:txBody>
                    <a:bodyPr/>
                    <a:lstStyle/>
                    <a:p>
                      <a:pPr algn="l">
                        <a:lnSpc>
                          <a:spcPct val="100000"/>
                        </a:lnSpc>
                      </a:pPr>
                      <a:r>
                        <a:rPr lang="fr-FR" sz="1167" b="0" i="0" u="none" strike="noStrike" cap="none" dirty="0">
                          <a:solidFill>
                            <a:schemeClr val="dk1"/>
                          </a:solidFill>
                          <a:effectLst/>
                          <a:sym typeface="Arial"/>
                        </a:rPr>
                        <a:t>parent-document </a:t>
                      </a:r>
                      <a:r>
                        <a:rPr lang="fr-FR" sz="1167" b="0" i="0" u="none" strike="noStrike" cap="none" dirty="0" err="1">
                          <a:solidFill>
                            <a:schemeClr val="dk1"/>
                          </a:solidFill>
                          <a:effectLst/>
                          <a:sym typeface="Arial"/>
                        </a:rPr>
                        <a:t>retrieval</a:t>
                      </a:r>
                      <a:endParaRPr lang="fr-FR" b="0" i="0" u="none" dirty="0">
                        <a:effectLst/>
                      </a:endParaRPr>
                    </a:p>
                  </a:txBody>
                  <a:tcPr anchor="ctr"/>
                </a:tc>
                <a:extLst>
                  <a:ext uri="{0D108BD9-81ED-4DB2-BD59-A6C34878D82A}">
                    <a16:rowId xmlns:a16="http://schemas.microsoft.com/office/drawing/2014/main" val="589861253"/>
                  </a:ext>
                </a:extLst>
              </a:tr>
              <a:tr h="370840">
                <a:tc>
                  <a:txBody>
                    <a:bodyPr/>
                    <a:lstStyle/>
                    <a:p>
                      <a:pPr algn="l">
                        <a:lnSpc>
                          <a:spcPct val="100000"/>
                        </a:lnSpc>
                      </a:pPr>
                      <a:r>
                        <a:rPr lang="fr-FR" sz="1167" b="0" i="0" u="none" strike="noStrike" cap="none" dirty="0">
                          <a:solidFill>
                            <a:schemeClr val="dk1"/>
                          </a:solidFill>
                          <a:effectLst/>
                          <a:sym typeface="Arial"/>
                        </a:rPr>
                        <a:t>contradiction silencieuse</a:t>
                      </a:r>
                      <a:endParaRPr lang="fr-FR" b="0" i="0" u="none" dirty="0">
                        <a:effectLst/>
                      </a:endParaRPr>
                    </a:p>
                  </a:txBody>
                  <a:tcPr anchor="ctr"/>
                </a:tc>
                <a:tc>
                  <a:txBody>
                    <a:bodyPr/>
                    <a:lstStyle/>
                    <a:p>
                      <a:pPr algn="l">
                        <a:lnSpc>
                          <a:spcPct val="100000"/>
                        </a:lnSpc>
                      </a:pPr>
                      <a:r>
                        <a:rPr lang="fr-FR" b="0" i="0" u="none" dirty="0">
                          <a:effectLst/>
                        </a:rPr>
                        <a:t>2</a:t>
                      </a:r>
                    </a:p>
                  </a:txBody>
                  <a:tcPr anchor="ctr"/>
                </a:tc>
                <a:tc>
                  <a:txBody>
                    <a:bodyPr/>
                    <a:lstStyle/>
                    <a:p>
                      <a:pPr algn="l">
                        <a:lnSpc>
                          <a:spcPct val="100000"/>
                        </a:lnSpc>
                        <a:buNone/>
                      </a:pPr>
                      <a:r>
                        <a:rPr lang="fr-FR" b="0" i="0" u="none" dirty="0">
                          <a:effectLst/>
                        </a:rPr>
                        <a:t>garde-fou applicatif</a:t>
                      </a:r>
                    </a:p>
                  </a:txBody>
                  <a:tcPr marL="57150" marR="57150" marT="38100" marB="38100" anchor="ctr"/>
                </a:tc>
                <a:extLst>
                  <a:ext uri="{0D108BD9-81ED-4DB2-BD59-A6C34878D82A}">
                    <a16:rowId xmlns:a16="http://schemas.microsoft.com/office/drawing/2014/main" val="1510160553"/>
                  </a:ext>
                </a:extLst>
              </a:tr>
              <a:tr h="370840">
                <a:tc>
                  <a:txBody>
                    <a:bodyPr/>
                    <a:lstStyle/>
                    <a:p>
                      <a:pPr algn="l">
                        <a:lnSpc>
                          <a:spcPct val="100000"/>
                        </a:lnSpc>
                      </a:pPr>
                      <a:r>
                        <a:rPr lang="fr-FR" sz="1167" b="0" i="0" u="none" strike="noStrike" cap="none" dirty="0">
                          <a:solidFill>
                            <a:schemeClr val="dk1"/>
                          </a:solidFill>
                          <a:effectLst/>
                          <a:sym typeface="Arial"/>
                        </a:rPr>
                        <a:t>refus à tort</a:t>
                      </a:r>
                      <a:endParaRPr lang="fr-FR" b="0" i="0" u="none" dirty="0">
                        <a:effectLst/>
                      </a:endParaRPr>
                    </a:p>
                  </a:txBody>
                  <a:tcPr anchor="ctr"/>
                </a:tc>
                <a:tc>
                  <a:txBody>
                    <a:bodyPr/>
                    <a:lstStyle/>
                    <a:p>
                      <a:pPr algn="l">
                        <a:lnSpc>
                          <a:spcPct val="100000"/>
                        </a:lnSpc>
                      </a:pPr>
                      <a:r>
                        <a:rPr lang="fr-FR" b="0" i="0" u="none" dirty="0">
                          <a:effectLst/>
                        </a:rPr>
                        <a:t>5</a:t>
                      </a:r>
                    </a:p>
                  </a:txBody>
                  <a:tcPr anchor="ctr"/>
                </a:tc>
                <a:tc>
                  <a:txBody>
                    <a:bodyPr/>
                    <a:lstStyle/>
                    <a:p>
                      <a:pPr algn="l">
                        <a:lnSpc>
                          <a:spcPct val="100000"/>
                        </a:lnSpc>
                        <a:buNone/>
                      </a:pPr>
                      <a:r>
                        <a:rPr lang="fr-FR" b="0" i="0" u="none" dirty="0">
                          <a:effectLst/>
                        </a:rPr>
                        <a:t>calibration seuil</a:t>
                      </a:r>
                    </a:p>
                  </a:txBody>
                  <a:tcPr marL="57150" marR="57150" marT="38100" marB="38100" anchor="ctr"/>
                </a:tc>
                <a:extLst>
                  <a:ext uri="{0D108BD9-81ED-4DB2-BD59-A6C34878D82A}">
                    <a16:rowId xmlns:a16="http://schemas.microsoft.com/office/drawing/2014/main" val="1016985464"/>
                  </a:ext>
                </a:extLst>
              </a:tr>
              <a:tr h="370840">
                <a:tc>
                  <a:txBody>
                    <a:bodyPr/>
                    <a:lstStyle/>
                    <a:p>
                      <a:pPr algn="l">
                        <a:lnSpc>
                          <a:spcPct val="100000"/>
                        </a:lnSpc>
                      </a:pPr>
                      <a:r>
                        <a:rPr lang="fr-FR" sz="1167" b="0" i="0" u="none" strike="noStrike" cap="none" dirty="0">
                          <a:solidFill>
                            <a:schemeClr val="dk1"/>
                          </a:solidFill>
                          <a:effectLst/>
                          <a:sym typeface="Arial"/>
                        </a:rPr>
                        <a:t>hors-périmètre accepté</a:t>
                      </a:r>
                      <a:endParaRPr lang="fr-FR" b="0" i="0" u="none" dirty="0">
                        <a:effectLst/>
                      </a:endParaRPr>
                    </a:p>
                  </a:txBody>
                  <a:tcPr anchor="ctr"/>
                </a:tc>
                <a:tc>
                  <a:txBody>
                    <a:bodyPr/>
                    <a:lstStyle/>
                    <a:p>
                      <a:pPr algn="l">
                        <a:lnSpc>
                          <a:spcPct val="100000"/>
                        </a:lnSpc>
                      </a:pPr>
                      <a:r>
                        <a:rPr lang="fr-FR" b="0" i="0" u="none" dirty="0">
                          <a:effectLst/>
                        </a:rPr>
                        <a:t>5</a:t>
                      </a:r>
                    </a:p>
                  </a:txBody>
                  <a:tcPr anchor="ctr"/>
                </a:tc>
                <a:tc>
                  <a:txBody>
                    <a:bodyPr/>
                    <a:lstStyle/>
                    <a:p>
                      <a:pPr algn="l">
                        <a:lnSpc>
                          <a:spcPct val="100000"/>
                        </a:lnSpc>
                      </a:pPr>
                      <a:r>
                        <a:rPr lang="fr-FR" sz="1167" b="0" i="0" u="none" strike="noStrike" cap="none" dirty="0">
                          <a:solidFill>
                            <a:schemeClr val="dk1"/>
                          </a:solidFill>
                          <a:effectLst/>
                          <a:sym typeface="Arial"/>
                        </a:rPr>
                        <a:t>refus contrôlé explicite</a:t>
                      </a:r>
                      <a:endParaRPr lang="fr-FR" b="0" i="0" u="none" dirty="0">
                        <a:effectLst/>
                      </a:endParaRPr>
                    </a:p>
                  </a:txBody>
                  <a:tcPr anchor="ctr"/>
                </a:tc>
                <a:extLst>
                  <a:ext uri="{0D108BD9-81ED-4DB2-BD59-A6C34878D82A}">
                    <a16:rowId xmlns:a16="http://schemas.microsoft.com/office/drawing/2014/main" val="252228618"/>
                  </a:ext>
                </a:extLst>
              </a:tr>
              <a:tr h="370840">
                <a:tc>
                  <a:txBody>
                    <a:bodyPr/>
                    <a:lstStyle/>
                    <a:p>
                      <a:pPr algn="l">
                        <a:lnSpc>
                          <a:spcPct val="100000"/>
                        </a:lnSpc>
                      </a:pPr>
                      <a:r>
                        <a:rPr lang="fr-FR" sz="1167" b="0" i="0" u="none" strike="noStrike" cap="none" dirty="0">
                          <a:solidFill>
                            <a:schemeClr val="dk1"/>
                          </a:solidFill>
                          <a:effectLst/>
                          <a:sym typeface="Arial"/>
                        </a:rPr>
                        <a:t>inversion modalité</a:t>
                      </a:r>
                      <a:endParaRPr lang="fr-FR" b="0" i="0" u="none" dirty="0">
                        <a:effectLst/>
                      </a:endParaRPr>
                    </a:p>
                  </a:txBody>
                  <a:tcPr anchor="ctr"/>
                </a:tc>
                <a:tc>
                  <a:txBody>
                    <a:bodyPr/>
                    <a:lstStyle/>
                    <a:p>
                      <a:pPr algn="l">
                        <a:lnSpc>
                          <a:spcPct val="100000"/>
                        </a:lnSpc>
                      </a:pPr>
                      <a:r>
                        <a:rPr lang="fr-FR" b="0" i="0" u="none" dirty="0">
                          <a:effectLst/>
                        </a:rPr>
                        <a:t>3</a:t>
                      </a:r>
                    </a:p>
                  </a:txBody>
                  <a:tcPr anchor="ctr"/>
                </a:tc>
                <a:tc>
                  <a:txBody>
                    <a:bodyPr/>
                    <a:lstStyle/>
                    <a:p>
                      <a:pPr algn="l">
                        <a:lnSpc>
                          <a:spcPct val="100000"/>
                        </a:lnSpc>
                        <a:buNone/>
                      </a:pPr>
                      <a:r>
                        <a:rPr lang="fr-FR" b="0" i="0" u="none" dirty="0">
                          <a:effectLst/>
                        </a:rPr>
                        <a:t>prompt structuré + vérification</a:t>
                      </a:r>
                    </a:p>
                  </a:txBody>
                  <a:tcPr marL="57150" marR="57150" marT="38100" marB="38100" anchor="ctr"/>
                </a:tc>
                <a:extLst>
                  <a:ext uri="{0D108BD9-81ED-4DB2-BD59-A6C34878D82A}">
                    <a16:rowId xmlns:a16="http://schemas.microsoft.com/office/drawing/2014/main" val="1358489092"/>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65"/>
          <p:cNvSpPr/>
          <p:nvPr/>
        </p:nvSpPr>
        <p:spPr>
          <a:xfrm>
            <a:off x="661475" y="746903"/>
            <a:ext cx="11520000" cy="396000"/>
          </a:xfrm>
          <a:prstGeom prst="rect">
            <a:avLst/>
          </a:prstGeom>
          <a:noFill/>
          <a:ln>
            <a:noFill/>
          </a:ln>
        </p:spPr>
        <p:txBody>
          <a:bodyPr spcFirstLastPara="1" wrap="square" lIns="0" tIns="0" rIns="0" bIns="0" anchor="t" anchorCtr="0">
            <a:noAutofit/>
          </a:bodyPr>
          <a:lstStyle/>
          <a:p>
            <a:pPr marL="0" lvl="0" indent="0">
              <a:buClr>
                <a:schemeClr val="dk1"/>
              </a:buClr>
              <a:buSzPts val="3800"/>
              <a:buFont typeface="Arial"/>
              <a:buNone/>
            </a:pPr>
            <a:r>
              <a:rPr lang="en-US" sz="2800" b="1" dirty="0" err="1">
                <a:solidFill>
                  <a:schemeClr val="tx1"/>
                </a:solidFill>
                <a:latin typeface="Avenir"/>
                <a:sym typeface="Inter"/>
              </a:rPr>
              <a:t>Trajectoire</a:t>
            </a:r>
            <a:r>
              <a:rPr lang="en-US" sz="2800" b="1" dirty="0">
                <a:solidFill>
                  <a:schemeClr val="tx1"/>
                </a:solidFill>
                <a:latin typeface="Avenir"/>
                <a:sym typeface="Inter"/>
              </a:rPr>
              <a:t> </a:t>
            </a:r>
            <a:r>
              <a:rPr lang="en-US" sz="2800" b="1" dirty="0" err="1">
                <a:solidFill>
                  <a:schemeClr val="tx1"/>
                </a:solidFill>
                <a:latin typeface="Avenir"/>
                <a:sym typeface="Inter"/>
              </a:rPr>
              <a:t>d'Industrialisation</a:t>
            </a:r>
            <a:endParaRPr sz="2800" b="1" dirty="0">
              <a:solidFill>
                <a:schemeClr val="tx1"/>
              </a:solidFill>
              <a:latin typeface="Avenir"/>
              <a:sym typeface="Calibri"/>
            </a:endParaRPr>
          </a:p>
        </p:txBody>
      </p:sp>
      <p:sp>
        <p:nvSpPr>
          <p:cNvPr id="753" name="Google Shape;753;p65"/>
          <p:cNvSpPr/>
          <p:nvPr/>
        </p:nvSpPr>
        <p:spPr>
          <a:xfrm>
            <a:off x="6083148" y="1584722"/>
            <a:ext cx="25500" cy="3688500"/>
          </a:xfrm>
          <a:prstGeom prst="roundRect">
            <a:avLst>
              <a:gd name="adj" fmla="val 312562"/>
            </a:avLst>
          </a:prstGeom>
          <a:solidFill>
            <a:srgbClr val="C0C1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754" name="Google Shape;754;p65"/>
          <p:cNvSpPr/>
          <p:nvPr/>
        </p:nvSpPr>
        <p:spPr>
          <a:xfrm>
            <a:off x="5341605" y="1784648"/>
            <a:ext cx="567000" cy="25500"/>
          </a:xfrm>
          <a:prstGeom prst="roundRect">
            <a:avLst>
              <a:gd name="adj" fmla="val 312550"/>
            </a:avLst>
          </a:prstGeom>
          <a:solidFill>
            <a:srgbClr val="C0C1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755" name="Google Shape;755;p65"/>
          <p:cNvSpPr/>
          <p:nvPr/>
        </p:nvSpPr>
        <p:spPr>
          <a:xfrm>
            <a:off x="5883227" y="1584722"/>
            <a:ext cx="425100" cy="425400"/>
          </a:xfrm>
          <a:prstGeom prst="roundRect">
            <a:avLst>
              <a:gd name="adj" fmla="val 18669"/>
            </a:avLst>
          </a:prstGeom>
          <a:solidFill>
            <a:srgbClr val="DADBF1"/>
          </a:solidFill>
          <a:ln w="9525" cap="flat" cmpd="sng">
            <a:solidFill>
              <a:srgbClr val="C0C1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756" name="Google Shape;756;p65"/>
          <p:cNvSpPr/>
          <p:nvPr/>
        </p:nvSpPr>
        <p:spPr>
          <a:xfrm>
            <a:off x="5954117" y="1620143"/>
            <a:ext cx="283500" cy="354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2525"/>
              </a:buClr>
              <a:buSzPts val="2200"/>
              <a:buFont typeface="Inter"/>
              <a:buNone/>
            </a:pPr>
            <a:r>
              <a:rPr lang="en-US" sz="2200" b="1" i="0" u="none" strike="noStrike" cap="none">
                <a:solidFill>
                  <a:schemeClr val="tx1"/>
                </a:solidFill>
                <a:latin typeface="Inter"/>
                <a:ea typeface="Inter"/>
                <a:cs typeface="Inter"/>
                <a:sym typeface="Inter"/>
              </a:rPr>
              <a:t>1</a:t>
            </a:r>
            <a:endParaRPr sz="2200" b="0" i="0" u="none" strike="noStrike" cap="none">
              <a:solidFill>
                <a:schemeClr val="tx1"/>
              </a:solidFill>
              <a:latin typeface="Calibri"/>
              <a:ea typeface="Calibri"/>
              <a:cs typeface="Calibri"/>
              <a:sym typeface="Calibri"/>
            </a:endParaRPr>
          </a:p>
        </p:txBody>
      </p:sp>
      <p:sp>
        <p:nvSpPr>
          <p:cNvPr id="757" name="Google Shape;757;p65"/>
          <p:cNvSpPr/>
          <p:nvPr/>
        </p:nvSpPr>
        <p:spPr>
          <a:xfrm>
            <a:off x="661475" y="1649611"/>
            <a:ext cx="4489200" cy="295200"/>
          </a:xfrm>
          <a:prstGeom prst="rect">
            <a:avLst/>
          </a:prstGeom>
          <a:noFill/>
          <a:ln>
            <a:noFill/>
          </a:ln>
        </p:spPr>
        <p:txBody>
          <a:bodyPr spcFirstLastPara="1" wrap="square" lIns="0" tIns="0" rIns="0" bIns="0" anchor="t" anchorCtr="0">
            <a:noAutofit/>
          </a:bodyPr>
          <a:lstStyle/>
          <a:p>
            <a:pPr marL="0" marR="0" lvl="0" indent="0" algn="r" rtl="0">
              <a:lnSpc>
                <a:spcPct val="104000"/>
              </a:lnSpc>
              <a:spcBef>
                <a:spcPts val="0"/>
              </a:spcBef>
              <a:spcAft>
                <a:spcPts val="0"/>
              </a:spcAft>
              <a:buClr>
                <a:srgbClr val="272525"/>
              </a:buClr>
              <a:buSzPts val="1850"/>
              <a:buFont typeface="Inter"/>
              <a:buNone/>
            </a:pPr>
            <a:r>
              <a:rPr lang="en-US" sz="1850" b="1" i="0" u="none" strike="noStrike" cap="none">
                <a:solidFill>
                  <a:schemeClr val="tx1"/>
                </a:solidFill>
                <a:latin typeface="Inter"/>
                <a:ea typeface="Inter"/>
                <a:cs typeface="Inter"/>
                <a:sym typeface="Inter"/>
              </a:rPr>
              <a:t>POC — 2024–2025</a:t>
            </a:r>
            <a:endParaRPr sz="1850" b="0" i="0" u="none" strike="noStrike" cap="none">
              <a:solidFill>
                <a:schemeClr val="tx1"/>
              </a:solidFill>
              <a:latin typeface="Calibri"/>
              <a:ea typeface="Calibri"/>
              <a:cs typeface="Calibri"/>
              <a:sym typeface="Calibri"/>
            </a:endParaRPr>
          </a:p>
        </p:txBody>
      </p:sp>
      <p:sp>
        <p:nvSpPr>
          <p:cNvPr id="758" name="Google Shape;758;p65"/>
          <p:cNvSpPr/>
          <p:nvPr/>
        </p:nvSpPr>
        <p:spPr>
          <a:xfrm>
            <a:off x="661475" y="2058293"/>
            <a:ext cx="4489200" cy="907200"/>
          </a:xfrm>
          <a:prstGeom prst="rect">
            <a:avLst/>
          </a:prstGeom>
          <a:noFill/>
          <a:ln>
            <a:noFill/>
          </a:ln>
        </p:spPr>
        <p:txBody>
          <a:bodyPr spcFirstLastPara="1" wrap="square" lIns="0" tIns="0" rIns="0" bIns="0" anchor="t" anchorCtr="0">
            <a:noAutofit/>
          </a:bodyPr>
          <a:lstStyle/>
          <a:p>
            <a:pPr marL="0" marR="0" lvl="0" indent="0" algn="r" rtl="0">
              <a:lnSpc>
                <a:spcPct val="133000"/>
              </a:lnSpc>
              <a:spcBef>
                <a:spcPts val="0"/>
              </a:spcBef>
              <a:spcAft>
                <a:spcPts val="0"/>
              </a:spcAft>
              <a:buClr>
                <a:srgbClr val="272525"/>
              </a:buClr>
              <a:buSzPts val="1450"/>
              <a:buFont typeface="Inter"/>
              <a:buNone/>
            </a:pPr>
            <a:r>
              <a:rPr lang="en-US" sz="1450" b="0" i="0" u="none" strike="noStrike" cap="none">
                <a:solidFill>
                  <a:schemeClr val="tx1"/>
                </a:solidFill>
                <a:latin typeface="Inter"/>
                <a:ea typeface="Inter"/>
                <a:cs typeface="Inter"/>
                <a:sym typeface="Inter"/>
              </a:rPr>
              <a:t>Validation du cadre d'évaluation et des 5 dimensions sur ScribBERT en environnement contrôlé. Résultats mesurés et documentés.</a:t>
            </a:r>
            <a:endParaRPr sz="1450" b="0" i="0" u="none" strike="noStrike" cap="none">
              <a:solidFill>
                <a:schemeClr val="tx1"/>
              </a:solidFill>
              <a:latin typeface="Calibri"/>
              <a:ea typeface="Calibri"/>
              <a:cs typeface="Calibri"/>
              <a:sym typeface="Calibri"/>
            </a:endParaRPr>
          </a:p>
        </p:txBody>
      </p:sp>
      <p:sp>
        <p:nvSpPr>
          <p:cNvPr id="759" name="Google Shape;759;p65"/>
          <p:cNvSpPr/>
          <p:nvPr/>
        </p:nvSpPr>
        <p:spPr>
          <a:xfrm>
            <a:off x="6283069" y="2918718"/>
            <a:ext cx="567000" cy="25500"/>
          </a:xfrm>
          <a:prstGeom prst="roundRect">
            <a:avLst>
              <a:gd name="adj" fmla="val 312550"/>
            </a:avLst>
          </a:prstGeom>
          <a:solidFill>
            <a:srgbClr val="C0C1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760" name="Google Shape;760;p65"/>
          <p:cNvSpPr/>
          <p:nvPr/>
        </p:nvSpPr>
        <p:spPr>
          <a:xfrm>
            <a:off x="5883227" y="2718792"/>
            <a:ext cx="425100" cy="425400"/>
          </a:xfrm>
          <a:prstGeom prst="roundRect">
            <a:avLst>
              <a:gd name="adj" fmla="val 18669"/>
            </a:avLst>
          </a:prstGeom>
          <a:solidFill>
            <a:srgbClr val="DADBF1"/>
          </a:solidFill>
          <a:ln w="9525" cap="flat" cmpd="sng">
            <a:solidFill>
              <a:srgbClr val="C0C1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761" name="Google Shape;761;p65"/>
          <p:cNvSpPr/>
          <p:nvPr/>
        </p:nvSpPr>
        <p:spPr>
          <a:xfrm>
            <a:off x="5954117" y="2754213"/>
            <a:ext cx="283500" cy="354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2525"/>
              </a:buClr>
              <a:buSzPts val="2200"/>
              <a:buFont typeface="Inter"/>
              <a:buNone/>
            </a:pPr>
            <a:r>
              <a:rPr lang="en-US" sz="2200" b="1" i="0" u="none" strike="noStrike" cap="none" dirty="0">
                <a:solidFill>
                  <a:schemeClr val="tx1"/>
                </a:solidFill>
                <a:latin typeface="Inter"/>
                <a:ea typeface="Inter"/>
                <a:cs typeface="Inter"/>
                <a:sym typeface="Inter"/>
              </a:rPr>
              <a:t>2</a:t>
            </a:r>
            <a:endParaRPr sz="2200" b="0" i="0" u="none" strike="noStrike" cap="none" dirty="0">
              <a:solidFill>
                <a:schemeClr val="tx1"/>
              </a:solidFill>
              <a:latin typeface="Calibri"/>
              <a:ea typeface="Calibri"/>
              <a:cs typeface="Calibri"/>
              <a:sym typeface="Calibri"/>
            </a:endParaRPr>
          </a:p>
        </p:txBody>
      </p:sp>
      <p:sp>
        <p:nvSpPr>
          <p:cNvPr id="762" name="Google Shape;762;p65"/>
          <p:cNvSpPr/>
          <p:nvPr/>
        </p:nvSpPr>
        <p:spPr>
          <a:xfrm>
            <a:off x="7040882" y="2783681"/>
            <a:ext cx="4489200" cy="2952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272525"/>
              </a:buClr>
              <a:buSzPts val="1850"/>
              <a:buFont typeface="Inter"/>
              <a:buNone/>
            </a:pPr>
            <a:r>
              <a:rPr lang="en-US" sz="1850" b="1" i="0" u="none" strike="noStrike" cap="none">
                <a:solidFill>
                  <a:schemeClr val="tx1"/>
                </a:solidFill>
                <a:latin typeface="Inter"/>
                <a:ea typeface="Inter"/>
                <a:cs typeface="Inter"/>
                <a:sym typeface="Inter"/>
              </a:rPr>
              <a:t>Configuration Cible — 2026</a:t>
            </a:r>
            <a:endParaRPr sz="1850" b="0" i="0" u="none" strike="noStrike" cap="none">
              <a:solidFill>
                <a:schemeClr val="tx1"/>
              </a:solidFill>
              <a:latin typeface="Calibri"/>
              <a:ea typeface="Calibri"/>
              <a:cs typeface="Calibri"/>
              <a:sym typeface="Calibri"/>
            </a:endParaRPr>
          </a:p>
        </p:txBody>
      </p:sp>
      <p:sp>
        <p:nvSpPr>
          <p:cNvPr id="763" name="Google Shape;763;p65"/>
          <p:cNvSpPr/>
          <p:nvPr/>
        </p:nvSpPr>
        <p:spPr>
          <a:xfrm>
            <a:off x="7040882" y="3192363"/>
            <a:ext cx="4489200" cy="9072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272525"/>
              </a:buClr>
              <a:buSzPts val="1450"/>
              <a:buFont typeface="Inter"/>
              <a:buNone/>
            </a:pPr>
            <a:r>
              <a:rPr lang="en-US" sz="1450" b="0" i="0" u="none" strike="noStrike" cap="none">
                <a:solidFill>
                  <a:schemeClr val="tx1"/>
                </a:solidFill>
                <a:latin typeface="Inter"/>
                <a:ea typeface="Inter"/>
                <a:cs typeface="Inter"/>
                <a:sym typeface="Inter"/>
              </a:rPr>
              <a:t>Déploiement de la configuration cible avec intégration des correctifs issus de l'analyse d'erreurs et renforcement de la robustesse.</a:t>
            </a:r>
            <a:endParaRPr sz="1450" b="0" i="0" u="none" strike="noStrike" cap="none">
              <a:solidFill>
                <a:schemeClr val="tx1"/>
              </a:solidFill>
              <a:latin typeface="Calibri"/>
              <a:ea typeface="Calibri"/>
              <a:cs typeface="Calibri"/>
              <a:sym typeface="Calibri"/>
            </a:endParaRPr>
          </a:p>
        </p:txBody>
      </p:sp>
      <p:sp>
        <p:nvSpPr>
          <p:cNvPr id="764" name="Google Shape;764;p65"/>
          <p:cNvSpPr/>
          <p:nvPr/>
        </p:nvSpPr>
        <p:spPr>
          <a:xfrm>
            <a:off x="5341605" y="3896221"/>
            <a:ext cx="567000" cy="25500"/>
          </a:xfrm>
          <a:prstGeom prst="roundRect">
            <a:avLst>
              <a:gd name="adj" fmla="val 312550"/>
            </a:avLst>
          </a:prstGeom>
          <a:solidFill>
            <a:srgbClr val="C0C1D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765" name="Google Shape;765;p65"/>
          <p:cNvSpPr/>
          <p:nvPr/>
        </p:nvSpPr>
        <p:spPr>
          <a:xfrm>
            <a:off x="5883227" y="3696295"/>
            <a:ext cx="425100" cy="425400"/>
          </a:xfrm>
          <a:prstGeom prst="roundRect">
            <a:avLst>
              <a:gd name="adj" fmla="val 18669"/>
            </a:avLst>
          </a:prstGeom>
          <a:solidFill>
            <a:srgbClr val="DADBF1"/>
          </a:solidFill>
          <a:ln w="9525" cap="flat" cmpd="sng">
            <a:solidFill>
              <a:srgbClr val="C0C1D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sp>
        <p:nvSpPr>
          <p:cNvPr id="766" name="Google Shape;766;p65"/>
          <p:cNvSpPr/>
          <p:nvPr/>
        </p:nvSpPr>
        <p:spPr>
          <a:xfrm>
            <a:off x="5954117" y="3731716"/>
            <a:ext cx="283500" cy="3543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72525"/>
              </a:buClr>
              <a:buSzPts val="2200"/>
              <a:buFont typeface="Inter"/>
              <a:buNone/>
            </a:pPr>
            <a:r>
              <a:rPr lang="en-US" sz="2200" b="1" i="0" u="none" strike="noStrike" cap="none">
                <a:solidFill>
                  <a:schemeClr val="tx1"/>
                </a:solidFill>
                <a:latin typeface="Inter"/>
                <a:ea typeface="Inter"/>
                <a:cs typeface="Inter"/>
                <a:sym typeface="Inter"/>
              </a:rPr>
              <a:t>3</a:t>
            </a:r>
            <a:endParaRPr sz="2200" b="0" i="0" u="none" strike="noStrike" cap="none">
              <a:solidFill>
                <a:schemeClr val="tx1"/>
              </a:solidFill>
              <a:latin typeface="Calibri"/>
              <a:ea typeface="Calibri"/>
              <a:cs typeface="Calibri"/>
              <a:sym typeface="Calibri"/>
            </a:endParaRPr>
          </a:p>
        </p:txBody>
      </p:sp>
      <p:sp>
        <p:nvSpPr>
          <p:cNvPr id="767" name="Google Shape;767;p65"/>
          <p:cNvSpPr/>
          <p:nvPr/>
        </p:nvSpPr>
        <p:spPr>
          <a:xfrm>
            <a:off x="661475" y="3761184"/>
            <a:ext cx="4489200" cy="295200"/>
          </a:xfrm>
          <a:prstGeom prst="rect">
            <a:avLst/>
          </a:prstGeom>
          <a:noFill/>
          <a:ln>
            <a:noFill/>
          </a:ln>
        </p:spPr>
        <p:txBody>
          <a:bodyPr spcFirstLastPara="1" wrap="square" lIns="0" tIns="0" rIns="0" bIns="0" anchor="t" anchorCtr="0">
            <a:noAutofit/>
          </a:bodyPr>
          <a:lstStyle/>
          <a:p>
            <a:pPr marL="0" marR="0" lvl="0" indent="0" algn="r" rtl="0">
              <a:lnSpc>
                <a:spcPct val="104000"/>
              </a:lnSpc>
              <a:spcBef>
                <a:spcPts val="0"/>
              </a:spcBef>
              <a:spcAft>
                <a:spcPts val="0"/>
              </a:spcAft>
              <a:buClr>
                <a:srgbClr val="272525"/>
              </a:buClr>
              <a:buSzPts val="1850"/>
              <a:buFont typeface="Inter"/>
              <a:buNone/>
            </a:pPr>
            <a:r>
              <a:rPr lang="en-US" sz="1850" b="1" i="0" u="none" strike="noStrike" cap="none" dirty="0" err="1">
                <a:solidFill>
                  <a:schemeClr val="tx1"/>
                </a:solidFill>
                <a:latin typeface="Inter"/>
                <a:ea typeface="Inter"/>
                <a:cs typeface="Inter"/>
                <a:sym typeface="Inter"/>
              </a:rPr>
              <a:t>Industrialisation</a:t>
            </a:r>
            <a:r>
              <a:rPr lang="en-US" sz="1850" b="1" i="0" u="none" strike="noStrike" cap="none" dirty="0">
                <a:solidFill>
                  <a:schemeClr val="tx1"/>
                </a:solidFill>
                <a:latin typeface="Inter"/>
                <a:ea typeface="Inter"/>
                <a:cs typeface="Inter"/>
                <a:sym typeface="Inter"/>
              </a:rPr>
              <a:t> Groupe — 2026–2027</a:t>
            </a:r>
            <a:endParaRPr sz="1850" b="0" i="0" u="none" strike="noStrike" cap="none" dirty="0">
              <a:solidFill>
                <a:schemeClr val="tx1"/>
              </a:solidFill>
              <a:latin typeface="Calibri"/>
              <a:ea typeface="Calibri"/>
              <a:cs typeface="Calibri"/>
              <a:sym typeface="Calibri"/>
            </a:endParaRPr>
          </a:p>
        </p:txBody>
      </p:sp>
      <p:sp>
        <p:nvSpPr>
          <p:cNvPr id="768" name="Google Shape;768;p65"/>
          <p:cNvSpPr/>
          <p:nvPr/>
        </p:nvSpPr>
        <p:spPr>
          <a:xfrm>
            <a:off x="661475" y="4169866"/>
            <a:ext cx="4489200" cy="907200"/>
          </a:xfrm>
          <a:prstGeom prst="rect">
            <a:avLst/>
          </a:prstGeom>
          <a:noFill/>
          <a:ln>
            <a:noFill/>
          </a:ln>
        </p:spPr>
        <p:txBody>
          <a:bodyPr spcFirstLastPara="1" wrap="square" lIns="0" tIns="0" rIns="0" bIns="0" anchor="t" anchorCtr="0">
            <a:noAutofit/>
          </a:bodyPr>
          <a:lstStyle/>
          <a:p>
            <a:pPr marL="0" marR="0" lvl="0" indent="0" algn="r" rtl="0">
              <a:lnSpc>
                <a:spcPct val="133000"/>
              </a:lnSpc>
              <a:spcBef>
                <a:spcPts val="0"/>
              </a:spcBef>
              <a:spcAft>
                <a:spcPts val="0"/>
              </a:spcAft>
              <a:buClr>
                <a:srgbClr val="272525"/>
              </a:buClr>
              <a:buSzPts val="1450"/>
              <a:buFont typeface="Inter"/>
              <a:buNone/>
            </a:pPr>
            <a:r>
              <a:rPr lang="en-US" sz="1450" b="0" i="0" u="none" strike="noStrike" cap="none">
                <a:solidFill>
                  <a:schemeClr val="tx1"/>
                </a:solidFill>
                <a:latin typeface="Inter"/>
                <a:ea typeface="Inter"/>
                <a:cs typeface="Inter"/>
                <a:sym typeface="Inter"/>
              </a:rPr>
              <a:t>Généralisation à l'ensemble du groupe avec gouvernance IA formalisée, monitoring continu et conformité AI Act maintenue.</a:t>
            </a:r>
            <a:endParaRPr sz="1450" b="0" i="0" u="none" strike="noStrike" cap="none">
              <a:solidFill>
                <a:schemeClr val="tx1"/>
              </a:solidFill>
              <a:latin typeface="Calibri"/>
              <a:ea typeface="Calibri"/>
              <a:cs typeface="Calibri"/>
              <a:sym typeface="Calibri"/>
            </a:endParaRPr>
          </a:p>
        </p:txBody>
      </p:sp>
      <p:sp>
        <p:nvSpPr>
          <p:cNvPr id="769" name="Google Shape;769;p65"/>
          <p:cNvSpPr/>
          <p:nvPr/>
        </p:nvSpPr>
        <p:spPr>
          <a:xfrm>
            <a:off x="661475" y="5485904"/>
            <a:ext cx="10868700" cy="756000"/>
          </a:xfrm>
          <a:prstGeom prst="roundRect">
            <a:avLst>
              <a:gd name="adj" fmla="val 10502"/>
            </a:avLst>
          </a:prstGeom>
          <a:solidFill>
            <a:srgbClr val="DADB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pic>
        <p:nvPicPr>
          <p:cNvPr id="770" name="Google Shape;770;p65" descr="preencoded.png"/>
          <p:cNvPicPr preferRelativeResize="0"/>
          <p:nvPr/>
        </p:nvPicPr>
        <p:blipFill rotWithShape="1">
          <a:blip r:embed="rId3">
            <a:alphaModFix/>
          </a:blip>
          <a:srcRect/>
          <a:stretch/>
        </p:blipFill>
        <p:spPr>
          <a:xfrm>
            <a:off x="850482" y="5753596"/>
            <a:ext cx="236234" cy="189012"/>
          </a:xfrm>
          <a:prstGeom prst="rect">
            <a:avLst/>
          </a:prstGeom>
          <a:noFill/>
          <a:ln>
            <a:noFill/>
          </a:ln>
        </p:spPr>
      </p:pic>
      <p:sp>
        <p:nvSpPr>
          <p:cNvPr id="771" name="Google Shape;771;p65"/>
          <p:cNvSpPr/>
          <p:nvPr/>
        </p:nvSpPr>
        <p:spPr>
          <a:xfrm>
            <a:off x="1275723" y="5722144"/>
            <a:ext cx="10675200" cy="3024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00000"/>
              </a:buClr>
              <a:buSzPts val="1450"/>
              <a:buFont typeface="Inter"/>
              <a:buNone/>
            </a:pPr>
            <a:r>
              <a:rPr lang="en-US" sz="1450" b="0" i="0" u="none" strike="noStrike" cap="none">
                <a:solidFill>
                  <a:schemeClr val="tx1"/>
                </a:solidFill>
                <a:latin typeface="Inter"/>
                <a:ea typeface="Inter"/>
                <a:cs typeface="Inter"/>
                <a:sym typeface="Inter"/>
              </a:rPr>
              <a:t>Passage en industrialisation groupe validé — </a:t>
            </a:r>
            <a:r>
              <a:rPr lang="en-US" sz="1450" b="1" i="0" u="none" strike="noStrike" cap="none">
                <a:solidFill>
                  <a:schemeClr val="tx1"/>
                </a:solidFill>
                <a:latin typeface="Inter"/>
                <a:ea typeface="Inter"/>
                <a:cs typeface="Inter"/>
                <a:sym typeface="Inter"/>
              </a:rPr>
              <a:t>juillet 2026</a:t>
            </a:r>
            <a:endParaRPr sz="1450" b="0" i="0" u="none" strike="noStrike" cap="none">
              <a:solidFill>
                <a:schemeClr val="tx1"/>
              </a:solidFill>
              <a:latin typeface="Calibri"/>
              <a:ea typeface="Calibri"/>
              <a:cs typeface="Calibri"/>
              <a:sym typeface="Calibri"/>
            </a:endParaRPr>
          </a:p>
        </p:txBody>
      </p:sp>
      <p:sp>
        <p:nvSpPr>
          <p:cNvPr id="3" name="Espace réservé du texte 2">
            <a:extLst>
              <a:ext uri="{FF2B5EF4-FFF2-40B4-BE49-F238E27FC236}">
                <a16:creationId xmlns:a16="http://schemas.microsoft.com/office/drawing/2014/main" id="{CAD00740-A698-2B00-6C8C-09E7DFB67504}"/>
              </a:ext>
            </a:extLst>
          </p:cNvPr>
          <p:cNvSpPr>
            <a:spLocks noGrp="1"/>
          </p:cNvSpPr>
          <p:nvPr>
            <p:ph type="body" idx="1"/>
          </p:nvPr>
        </p:nvSpPr>
        <p:spPr/>
        <p:txBody>
          <a:bodyPr/>
          <a:lstStyle/>
          <a:p>
            <a:endParaRPr lang="fr-FR">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76"/>
        <p:cNvGrpSpPr/>
        <p:nvPr/>
      </p:nvGrpSpPr>
      <p:grpSpPr>
        <a:xfrm>
          <a:off x="0" y="0"/>
          <a:ext cx="0" cy="0"/>
          <a:chOff x="0" y="0"/>
          <a:chExt cx="0" cy="0"/>
        </a:xfrm>
      </p:grpSpPr>
      <p:sp>
        <p:nvSpPr>
          <p:cNvPr id="777" name="Google Shape;777;p66"/>
          <p:cNvSpPr/>
          <p:nvPr/>
        </p:nvSpPr>
        <p:spPr>
          <a:xfrm>
            <a:off x="661475" y="743395"/>
            <a:ext cx="11520000" cy="396000"/>
          </a:xfrm>
          <a:prstGeom prst="rect">
            <a:avLst/>
          </a:prstGeom>
          <a:noFill/>
          <a:ln>
            <a:noFill/>
          </a:ln>
        </p:spPr>
        <p:txBody>
          <a:bodyPr spcFirstLastPara="1" wrap="square" lIns="0" tIns="0" rIns="0" bIns="0" anchor="t" anchorCtr="0">
            <a:spAutoFit/>
          </a:bodyPr>
          <a:lstStyle/>
          <a:p>
            <a:pPr>
              <a:buClr>
                <a:schemeClr val="dk1"/>
              </a:buClr>
              <a:buSzPts val="3800"/>
            </a:pPr>
            <a:r>
              <a:rPr lang="en-US" sz="2800" b="1" dirty="0" err="1">
                <a:solidFill>
                  <a:schemeClr val="tx1"/>
                </a:solidFill>
                <a:latin typeface="Avenir"/>
                <a:sym typeface="Inter"/>
              </a:rPr>
              <a:t>Limites</a:t>
            </a:r>
            <a:r>
              <a:rPr lang="en-US" sz="2800" b="1" dirty="0">
                <a:solidFill>
                  <a:schemeClr val="tx1"/>
                </a:solidFill>
                <a:latin typeface="Avenir"/>
                <a:sym typeface="Inter"/>
              </a:rPr>
              <a:t> &amp; Perspectives</a:t>
            </a:r>
            <a:endParaRPr sz="2800" b="1" dirty="0">
              <a:solidFill>
                <a:schemeClr val="tx1"/>
              </a:solidFill>
              <a:latin typeface="Avenir"/>
              <a:sym typeface="Calibri"/>
            </a:endParaRPr>
          </a:p>
        </p:txBody>
      </p:sp>
      <p:sp>
        <p:nvSpPr>
          <p:cNvPr id="778" name="Google Shape;778;p66"/>
          <p:cNvSpPr/>
          <p:nvPr/>
        </p:nvSpPr>
        <p:spPr>
          <a:xfrm>
            <a:off x="661475" y="1741091"/>
            <a:ext cx="5203800" cy="2952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850"/>
              <a:buFont typeface="Inter"/>
              <a:buNone/>
            </a:pPr>
            <a:r>
              <a:rPr lang="en-US" sz="1850" b="1" i="0" u="none" strike="noStrike" cap="none">
                <a:solidFill>
                  <a:schemeClr val="tx1"/>
                </a:solidFill>
                <a:latin typeface="Inter"/>
                <a:ea typeface="Inter"/>
                <a:cs typeface="Inter"/>
                <a:sym typeface="Inter"/>
              </a:rPr>
              <a:t>Limites identifiées</a:t>
            </a:r>
            <a:endParaRPr sz="1850" b="0" i="0" u="none" strike="noStrike" cap="none">
              <a:solidFill>
                <a:schemeClr val="tx1"/>
              </a:solidFill>
              <a:latin typeface="Calibri"/>
              <a:ea typeface="Calibri"/>
              <a:cs typeface="Calibri"/>
              <a:sym typeface="Calibri"/>
            </a:endParaRPr>
          </a:p>
        </p:txBody>
      </p:sp>
      <p:sp>
        <p:nvSpPr>
          <p:cNvPr id="779" name="Google Shape;779;p66"/>
          <p:cNvSpPr/>
          <p:nvPr/>
        </p:nvSpPr>
        <p:spPr>
          <a:xfrm>
            <a:off x="661475" y="2225377"/>
            <a:ext cx="5203800" cy="2617500"/>
          </a:xfrm>
          <a:prstGeom prst="rect">
            <a:avLst/>
          </a:prstGeom>
          <a:noFill/>
          <a:ln>
            <a:noFill/>
          </a:ln>
        </p:spPr>
        <p:txBody>
          <a:bodyPr spcFirstLastPara="1" wrap="square" lIns="0" tIns="0" rIns="0" bIns="0" anchor="t" anchorCtr="0">
            <a:noAutofit/>
          </a:bodyPr>
          <a:lstStyle/>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chemeClr val="tx1"/>
                </a:solidFill>
                <a:latin typeface="Inter"/>
                <a:ea typeface="Inter"/>
                <a:cs typeface="Inter"/>
                <a:sym typeface="Inter"/>
              </a:rPr>
              <a:t>Couverture du corpus limitée aux documents structurés disponibles</a:t>
            </a:r>
            <a:endParaRPr sz="1450" b="0" i="0" u="none" strike="noStrike" cap="none">
              <a:solidFill>
                <a:schemeClr val="tx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chemeClr val="tx1"/>
                </a:solidFill>
                <a:latin typeface="Inter"/>
                <a:ea typeface="Inter"/>
                <a:cs typeface="Inter"/>
                <a:sym typeface="Inter"/>
              </a:rPr>
              <a:t>Évaluation manuelle partielle pour les cas limites non automatisables</a:t>
            </a:r>
            <a:endParaRPr sz="1450" b="0" i="0" u="none" strike="noStrike" cap="none">
              <a:solidFill>
                <a:schemeClr val="tx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chemeClr val="tx1"/>
                </a:solidFill>
                <a:latin typeface="Inter"/>
                <a:ea typeface="Inter"/>
                <a:cs typeface="Inter"/>
                <a:sym typeface="Inter"/>
              </a:rPr>
              <a:t>Biais potentiels liés à la granularité du chunking vectoriel</a:t>
            </a:r>
            <a:endParaRPr sz="1450" b="0" i="0" u="none" strike="noStrike" cap="none">
              <a:solidFill>
                <a:schemeClr val="tx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chemeClr val="tx1"/>
                </a:solidFill>
                <a:latin typeface="Inter"/>
                <a:ea typeface="Inter"/>
                <a:cs typeface="Inter"/>
                <a:sym typeface="Inter"/>
              </a:rPr>
              <a:t>Généralisation hors domaine non encore validée empiriquement</a:t>
            </a:r>
            <a:endParaRPr sz="1450" b="0" i="0" u="none" strike="noStrike" cap="none">
              <a:solidFill>
                <a:schemeClr val="tx1"/>
              </a:solidFill>
              <a:latin typeface="Calibri"/>
              <a:ea typeface="Calibri"/>
              <a:cs typeface="Calibri"/>
              <a:sym typeface="Calibri"/>
            </a:endParaRPr>
          </a:p>
        </p:txBody>
      </p:sp>
      <p:sp>
        <p:nvSpPr>
          <p:cNvPr id="780" name="Google Shape;780;p66"/>
          <p:cNvSpPr/>
          <p:nvPr/>
        </p:nvSpPr>
        <p:spPr>
          <a:xfrm>
            <a:off x="6332776" y="1741091"/>
            <a:ext cx="5203800" cy="2952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1850"/>
              <a:buFont typeface="Inter"/>
              <a:buNone/>
            </a:pPr>
            <a:r>
              <a:rPr lang="en-US" sz="1850" b="1" i="0" u="none" strike="noStrike" cap="none">
                <a:solidFill>
                  <a:schemeClr val="tx1"/>
                </a:solidFill>
                <a:latin typeface="Inter"/>
                <a:ea typeface="Inter"/>
                <a:cs typeface="Inter"/>
                <a:sym typeface="Inter"/>
              </a:rPr>
              <a:t>Perspectives de recherche</a:t>
            </a:r>
            <a:endParaRPr sz="1850" b="0" i="0" u="none" strike="noStrike" cap="none">
              <a:solidFill>
                <a:schemeClr val="tx1"/>
              </a:solidFill>
              <a:latin typeface="Calibri"/>
              <a:ea typeface="Calibri"/>
              <a:cs typeface="Calibri"/>
              <a:sym typeface="Calibri"/>
            </a:endParaRPr>
          </a:p>
        </p:txBody>
      </p:sp>
      <p:sp>
        <p:nvSpPr>
          <p:cNvPr id="781" name="Google Shape;781;p66"/>
          <p:cNvSpPr/>
          <p:nvPr/>
        </p:nvSpPr>
        <p:spPr>
          <a:xfrm>
            <a:off x="6332776" y="2225377"/>
            <a:ext cx="5203800" cy="2617500"/>
          </a:xfrm>
          <a:prstGeom prst="rect">
            <a:avLst/>
          </a:prstGeom>
          <a:noFill/>
          <a:ln>
            <a:noFill/>
          </a:ln>
        </p:spPr>
        <p:txBody>
          <a:bodyPr spcFirstLastPara="1" wrap="square" lIns="0" tIns="0" rIns="0" bIns="0" anchor="t" anchorCtr="0">
            <a:noAutofit/>
          </a:bodyPr>
          <a:lstStyle/>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chemeClr val="tx1"/>
                </a:solidFill>
                <a:latin typeface="Inter"/>
                <a:ea typeface="Inter"/>
                <a:cs typeface="Inter"/>
                <a:sym typeface="Inter"/>
              </a:rPr>
              <a:t>Extension du cadre d'évaluation à d'autres systèmes RAG industriels</a:t>
            </a:r>
            <a:endParaRPr sz="1450" b="0" i="0" u="none" strike="noStrike" cap="none">
              <a:solidFill>
                <a:schemeClr val="tx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chemeClr val="tx1"/>
                </a:solidFill>
                <a:latin typeface="Inter"/>
                <a:ea typeface="Inter"/>
                <a:cs typeface="Inter"/>
                <a:sym typeface="Inter"/>
              </a:rPr>
              <a:t>Automatisation complète du pipeline via agents d'évaluation autonomes</a:t>
            </a:r>
            <a:endParaRPr sz="1450" b="0" i="0" u="none" strike="noStrike" cap="none">
              <a:solidFill>
                <a:schemeClr val="tx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chemeClr val="tx1"/>
                </a:solidFill>
                <a:latin typeface="Inter"/>
                <a:ea typeface="Inter"/>
                <a:cs typeface="Inter"/>
                <a:sym typeface="Inter"/>
              </a:rPr>
              <a:t>Intégration de métriques de fairness et de détection de biais</a:t>
            </a:r>
            <a:endParaRPr sz="1450" b="0" i="0" u="none" strike="noStrike" cap="none">
              <a:solidFill>
                <a:schemeClr val="tx1"/>
              </a:solidFill>
              <a:latin typeface="Calibri"/>
              <a:ea typeface="Calibri"/>
              <a:cs typeface="Calibri"/>
              <a:sym typeface="Calibri"/>
            </a:endParaRPr>
          </a:p>
          <a:p>
            <a:pPr marL="294640" marR="0" lvl="0" indent="-294640" algn="l" rtl="0">
              <a:lnSpc>
                <a:spcPct val="133000"/>
              </a:lnSpc>
              <a:spcBef>
                <a:spcPts val="0"/>
              </a:spcBef>
              <a:spcAft>
                <a:spcPts val="0"/>
              </a:spcAft>
              <a:buClr>
                <a:srgbClr val="272525"/>
              </a:buClr>
              <a:buSzPts val="1450"/>
              <a:buFont typeface="Inter"/>
              <a:buChar char="•"/>
            </a:pPr>
            <a:r>
              <a:rPr lang="en-US" sz="1450" b="0" i="0" u="none" strike="noStrike" cap="none">
                <a:solidFill>
                  <a:schemeClr val="tx1"/>
                </a:solidFill>
                <a:latin typeface="Inter"/>
                <a:ea typeface="Inter"/>
                <a:cs typeface="Inter"/>
                <a:sym typeface="Inter"/>
              </a:rPr>
              <a:t>Adaptation du cadre aux exigences sectorielles (finance, santé, énergie)</a:t>
            </a:r>
            <a:endParaRPr sz="1450" b="0" i="0" u="none" strike="noStrike" cap="none">
              <a:solidFill>
                <a:schemeClr val="tx1"/>
              </a:solidFill>
              <a:latin typeface="Calibri"/>
              <a:ea typeface="Calibri"/>
              <a:cs typeface="Calibri"/>
              <a:sym typeface="Calibri"/>
            </a:endParaRPr>
          </a:p>
        </p:txBody>
      </p:sp>
      <p:sp>
        <p:nvSpPr>
          <p:cNvPr id="782" name="Google Shape;782;p66"/>
          <p:cNvSpPr/>
          <p:nvPr/>
        </p:nvSpPr>
        <p:spPr>
          <a:xfrm>
            <a:off x="661475" y="5121672"/>
            <a:ext cx="10868700" cy="1058400"/>
          </a:xfrm>
          <a:prstGeom prst="roundRect">
            <a:avLst>
              <a:gd name="adj" fmla="val 7501"/>
            </a:avLst>
          </a:prstGeom>
          <a:solidFill>
            <a:srgbClr val="DADBF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endParaRPr>
          </a:p>
        </p:txBody>
      </p:sp>
      <p:pic>
        <p:nvPicPr>
          <p:cNvPr id="783" name="Google Shape;783;p66" descr="preencoded.png"/>
          <p:cNvPicPr preferRelativeResize="0"/>
          <p:nvPr/>
        </p:nvPicPr>
        <p:blipFill rotWithShape="1">
          <a:blip r:embed="rId3">
            <a:alphaModFix/>
          </a:blip>
          <a:srcRect/>
          <a:stretch/>
        </p:blipFill>
        <p:spPr>
          <a:xfrm>
            <a:off x="850482" y="5389364"/>
            <a:ext cx="236234" cy="189012"/>
          </a:xfrm>
          <a:prstGeom prst="rect">
            <a:avLst/>
          </a:prstGeom>
          <a:noFill/>
          <a:ln>
            <a:noFill/>
          </a:ln>
        </p:spPr>
      </p:pic>
      <p:sp>
        <p:nvSpPr>
          <p:cNvPr id="784" name="Google Shape;784;p66"/>
          <p:cNvSpPr/>
          <p:nvPr/>
        </p:nvSpPr>
        <p:spPr>
          <a:xfrm>
            <a:off x="1275723" y="5357912"/>
            <a:ext cx="10065600" cy="6048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00000"/>
              </a:buClr>
              <a:buSzPts val="1450"/>
              <a:buFont typeface="Inter"/>
              <a:buNone/>
            </a:pPr>
            <a:r>
              <a:rPr lang="en-US" sz="1450" b="0" i="0" u="none" strike="noStrike" cap="none">
                <a:solidFill>
                  <a:schemeClr val="tx1"/>
                </a:solidFill>
                <a:latin typeface="Inter"/>
                <a:ea typeface="Inter"/>
                <a:cs typeface="Inter"/>
                <a:sym typeface="Inter"/>
              </a:rPr>
              <a:t>Cadre méthodologique transférable à d'autres contextes industriels critiques sous réserve d'adaptation des seuils de référence.</a:t>
            </a:r>
            <a:endParaRPr sz="1450" b="0" i="0" u="none" strike="noStrike" cap="none">
              <a:solidFill>
                <a:schemeClr val="tx1"/>
              </a:solidFill>
              <a:latin typeface="Calibri"/>
              <a:ea typeface="Calibri"/>
              <a:cs typeface="Calibri"/>
              <a:sym typeface="Calibri"/>
            </a:endParaRPr>
          </a:p>
        </p:txBody>
      </p:sp>
      <p:sp>
        <p:nvSpPr>
          <p:cNvPr id="3" name="Espace réservé du texte 2">
            <a:extLst>
              <a:ext uri="{FF2B5EF4-FFF2-40B4-BE49-F238E27FC236}">
                <a16:creationId xmlns:a16="http://schemas.microsoft.com/office/drawing/2014/main" id="{9708273F-FEEE-D7EE-F6E3-3592AEFA7BA2}"/>
              </a:ext>
            </a:extLst>
          </p:cNvPr>
          <p:cNvSpPr>
            <a:spLocks noGrp="1"/>
          </p:cNvSpPr>
          <p:nvPr>
            <p:ph type="body" idx="1"/>
          </p:nvPr>
        </p:nvSpPr>
        <p:spPr/>
        <p:txBody>
          <a:bodyPr/>
          <a:lstStyle/>
          <a:p>
            <a:endParaRPr lang="fr-FR">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1" name="Google Shape;791;p67"/>
          <p:cNvSpPr/>
          <p:nvPr/>
        </p:nvSpPr>
        <p:spPr>
          <a:xfrm>
            <a:off x="661475" y="2414588"/>
            <a:ext cx="25500" cy="1332600"/>
          </a:xfrm>
          <a:prstGeom prst="roundRect">
            <a:avLst>
              <a:gd name="adj" fmla="val 60001"/>
            </a:avLst>
          </a:prstGeom>
          <a:solidFill>
            <a:srgbClr val="4950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792" name="Google Shape;792;p67"/>
          <p:cNvSpPr/>
          <p:nvPr/>
        </p:nvSpPr>
        <p:spPr>
          <a:xfrm>
            <a:off x="944936" y="2627213"/>
            <a:ext cx="10585200" cy="9072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272525"/>
              </a:buClr>
              <a:buSzPts val="1450"/>
              <a:buFont typeface="Inter"/>
              <a:buNone/>
            </a:pPr>
            <a:r>
              <a:rPr lang="en-US" sz="1450" b="0" i="0" u="none" strike="noStrike" cap="none" dirty="0">
                <a:solidFill>
                  <a:schemeClr val="tx1"/>
                </a:solidFill>
                <a:latin typeface="Barlow" panose="00000500000000000000" pitchFamily="2" charset="0"/>
                <a:ea typeface="Inter"/>
                <a:cs typeface="Inter"/>
                <a:sym typeface="Inter"/>
              </a:rPr>
              <a:t>ScribBERT </a:t>
            </a:r>
            <a:r>
              <a:rPr lang="en-US" sz="1450" b="0" i="0" u="none" strike="noStrike" cap="none" dirty="0" err="1">
                <a:solidFill>
                  <a:schemeClr val="tx1"/>
                </a:solidFill>
                <a:latin typeface="Barlow" panose="00000500000000000000" pitchFamily="2" charset="0"/>
                <a:ea typeface="Inter"/>
                <a:cs typeface="Inter"/>
                <a:sym typeface="Inter"/>
              </a:rPr>
              <a:t>démontre</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qu'un</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système</a:t>
            </a:r>
            <a:r>
              <a:rPr lang="en-US" sz="1450" b="0" i="0" u="none" strike="noStrike" cap="none" dirty="0">
                <a:solidFill>
                  <a:schemeClr val="tx1"/>
                </a:solidFill>
                <a:latin typeface="Barlow" panose="00000500000000000000" pitchFamily="2" charset="0"/>
                <a:ea typeface="Inter"/>
                <a:cs typeface="Inter"/>
                <a:sym typeface="Inter"/>
              </a:rPr>
              <a:t> RAG </a:t>
            </a:r>
            <a:r>
              <a:rPr lang="en-US" sz="1450" b="0" i="0" u="none" strike="noStrike" cap="none" dirty="0" err="1">
                <a:solidFill>
                  <a:schemeClr val="tx1"/>
                </a:solidFill>
                <a:latin typeface="Barlow" panose="00000500000000000000" pitchFamily="2" charset="0"/>
                <a:ea typeface="Inter"/>
                <a:cs typeface="Inter"/>
                <a:sym typeface="Inter"/>
              </a:rPr>
              <a:t>peut</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atteindre</a:t>
            </a:r>
            <a:r>
              <a:rPr lang="en-US" sz="1450" b="0" i="0" u="none" strike="noStrike" cap="none" dirty="0">
                <a:solidFill>
                  <a:schemeClr val="tx1"/>
                </a:solidFill>
                <a:latin typeface="Barlow" panose="00000500000000000000" pitchFamily="2" charset="0"/>
                <a:ea typeface="Inter"/>
                <a:cs typeface="Inter"/>
                <a:sym typeface="Inter"/>
              </a:rPr>
              <a:t> un </a:t>
            </a:r>
            <a:r>
              <a:rPr lang="en-US" sz="1450" b="0" i="0" u="none" strike="noStrike" cap="none" dirty="0" err="1">
                <a:solidFill>
                  <a:schemeClr val="tx1"/>
                </a:solidFill>
                <a:latin typeface="Barlow" panose="00000500000000000000" pitchFamily="2" charset="0"/>
                <a:ea typeface="Inter"/>
                <a:cs typeface="Inter"/>
                <a:sym typeface="Inter"/>
              </a:rPr>
              <a:t>niveau</a:t>
            </a:r>
            <a:r>
              <a:rPr lang="en-US" sz="1450" b="0" i="0" u="none" strike="noStrike" cap="none" dirty="0">
                <a:solidFill>
                  <a:schemeClr val="tx1"/>
                </a:solidFill>
                <a:latin typeface="Barlow" panose="00000500000000000000" pitchFamily="2" charset="0"/>
                <a:ea typeface="Inter"/>
                <a:cs typeface="Inter"/>
                <a:sym typeface="Inter"/>
              </a:rPr>
              <a:t> de </a:t>
            </a:r>
            <a:r>
              <a:rPr lang="en-US" sz="1450" b="0" i="0" u="none" strike="noStrike" cap="none" dirty="0" err="1">
                <a:solidFill>
                  <a:schemeClr val="tx1"/>
                </a:solidFill>
                <a:latin typeface="Barlow" panose="00000500000000000000" pitchFamily="2" charset="0"/>
                <a:ea typeface="Inter"/>
                <a:cs typeface="Inter"/>
                <a:sym typeface="Inter"/>
              </a:rPr>
              <a:t>fiabilité</a:t>
            </a:r>
            <a:r>
              <a:rPr lang="en-US" sz="1450" b="0" i="0" u="none" strike="noStrike" cap="none" dirty="0">
                <a:solidFill>
                  <a:schemeClr val="tx1"/>
                </a:solidFill>
                <a:latin typeface="Barlow" panose="00000500000000000000" pitchFamily="2" charset="0"/>
                <a:ea typeface="Inter"/>
                <a:cs typeface="Inter"/>
                <a:sym typeface="Inter"/>
              </a:rPr>
              <a:t>, de </a:t>
            </a:r>
            <a:r>
              <a:rPr lang="en-US" sz="1450" b="0" i="0" u="none" strike="noStrike" cap="none" dirty="0" err="1">
                <a:solidFill>
                  <a:schemeClr val="tx1"/>
                </a:solidFill>
                <a:latin typeface="Barlow" panose="00000500000000000000" pitchFamily="2" charset="0"/>
                <a:ea typeface="Inter"/>
                <a:cs typeface="Inter"/>
                <a:sym typeface="Inter"/>
              </a:rPr>
              <a:t>stabilité</a:t>
            </a:r>
            <a:r>
              <a:rPr lang="en-US" sz="1450" b="0" i="0" u="none" strike="noStrike" cap="none" dirty="0">
                <a:solidFill>
                  <a:schemeClr val="tx1"/>
                </a:solidFill>
                <a:latin typeface="Barlow" panose="00000500000000000000" pitchFamily="2" charset="0"/>
                <a:ea typeface="Inter"/>
                <a:cs typeface="Inter"/>
                <a:sym typeface="Inter"/>
              </a:rPr>
              <a:t> et de </a:t>
            </a:r>
            <a:r>
              <a:rPr lang="en-US" sz="1450" b="0" i="0" u="none" strike="noStrike" cap="none" dirty="0" err="1">
                <a:solidFill>
                  <a:schemeClr val="tx1"/>
                </a:solidFill>
                <a:latin typeface="Barlow" panose="00000500000000000000" pitchFamily="2" charset="0"/>
                <a:ea typeface="Inter"/>
                <a:cs typeface="Inter"/>
                <a:sym typeface="Inter"/>
              </a:rPr>
              <a:t>traçabilité</a:t>
            </a:r>
            <a:r>
              <a:rPr lang="en-US" sz="1450" b="0" i="0" u="none" strike="noStrike" cap="none" dirty="0">
                <a:solidFill>
                  <a:schemeClr val="tx1"/>
                </a:solidFill>
                <a:latin typeface="Barlow" panose="00000500000000000000" pitchFamily="2" charset="0"/>
                <a:ea typeface="Inter"/>
                <a:cs typeface="Inter"/>
                <a:sym typeface="Inter"/>
              </a:rPr>
              <a:t> compatible avec les exigences d'un </a:t>
            </a:r>
            <a:r>
              <a:rPr lang="en-US" sz="1450" b="0" i="0" u="none" strike="noStrike" cap="none" dirty="0" err="1">
                <a:solidFill>
                  <a:schemeClr val="tx1"/>
                </a:solidFill>
                <a:latin typeface="Barlow" panose="00000500000000000000" pitchFamily="2" charset="0"/>
                <a:ea typeface="Inter"/>
                <a:cs typeface="Inter"/>
                <a:sym typeface="Inter"/>
              </a:rPr>
              <a:t>contexte</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industriel</a:t>
            </a:r>
            <a:r>
              <a:rPr lang="en-US" sz="1450" b="0" i="0" u="none" strike="noStrike" cap="none" dirty="0">
                <a:solidFill>
                  <a:schemeClr val="tx1"/>
                </a:solidFill>
                <a:latin typeface="Barlow" panose="00000500000000000000" pitchFamily="2" charset="0"/>
                <a:ea typeface="Inter"/>
                <a:cs typeface="Inter"/>
                <a:sym typeface="Inter"/>
              </a:rPr>
              <a:t> critique — à condition </a:t>
            </a:r>
            <a:r>
              <a:rPr lang="en-US" sz="1450" b="0" i="0" u="none" strike="noStrike" cap="none" dirty="0" err="1">
                <a:solidFill>
                  <a:schemeClr val="tx1"/>
                </a:solidFill>
                <a:latin typeface="Barlow" panose="00000500000000000000" pitchFamily="2" charset="0"/>
                <a:ea typeface="Inter"/>
                <a:cs typeface="Inter"/>
                <a:sym typeface="Inter"/>
              </a:rPr>
              <a:t>d'une</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évaluation</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multidimensionnelle</a:t>
            </a:r>
            <a:r>
              <a:rPr lang="en-US" sz="1450" b="0" i="0" u="none" strike="noStrike" cap="none" dirty="0">
                <a:solidFill>
                  <a:schemeClr val="tx1"/>
                </a:solidFill>
                <a:latin typeface="Barlow" panose="00000500000000000000" pitchFamily="2" charset="0"/>
                <a:ea typeface="Inter"/>
                <a:cs typeface="Inter"/>
                <a:sym typeface="Inter"/>
              </a:rPr>
              <a:t> </a:t>
            </a:r>
            <a:r>
              <a:rPr lang="en-US" sz="1450" b="0" i="0" u="none" strike="noStrike" cap="none" dirty="0" err="1">
                <a:solidFill>
                  <a:schemeClr val="tx1"/>
                </a:solidFill>
                <a:latin typeface="Barlow" panose="00000500000000000000" pitchFamily="2" charset="0"/>
                <a:ea typeface="Inter"/>
                <a:cs typeface="Inter"/>
                <a:sym typeface="Inter"/>
              </a:rPr>
              <a:t>rigoureuse</a:t>
            </a:r>
            <a:r>
              <a:rPr lang="en-US" sz="1450" b="0" i="0" u="none" strike="noStrike" cap="none" dirty="0">
                <a:solidFill>
                  <a:schemeClr val="tx1"/>
                </a:solidFill>
                <a:latin typeface="Barlow" panose="00000500000000000000" pitchFamily="2" charset="0"/>
                <a:ea typeface="Inter"/>
                <a:cs typeface="Inter"/>
                <a:sym typeface="Inter"/>
              </a:rPr>
              <a:t> et continue.</a:t>
            </a:r>
            <a:endParaRPr sz="1450" b="0" i="0" u="none" strike="noStrike" cap="none" dirty="0">
              <a:solidFill>
                <a:schemeClr val="tx1"/>
              </a:solidFill>
              <a:latin typeface="Barlow" panose="00000500000000000000" pitchFamily="2" charset="0"/>
              <a:ea typeface="Calibri"/>
              <a:cs typeface="Calibri"/>
              <a:sym typeface="Calibri"/>
            </a:endParaRPr>
          </a:p>
        </p:txBody>
      </p:sp>
      <p:sp>
        <p:nvSpPr>
          <p:cNvPr id="793" name="Google Shape;793;p67"/>
          <p:cNvSpPr/>
          <p:nvPr/>
        </p:nvSpPr>
        <p:spPr>
          <a:xfrm>
            <a:off x="661475" y="4006949"/>
            <a:ext cx="10868700" cy="25500"/>
          </a:xfrm>
          <a:prstGeom prst="roundRect">
            <a:avLst>
              <a:gd name="adj" fmla="val 59999"/>
            </a:avLst>
          </a:prstGeom>
          <a:solidFill>
            <a:srgbClr val="272525">
              <a:alpha val="502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tx1"/>
              </a:solidFill>
              <a:latin typeface="Barlow" panose="00000500000000000000" pitchFamily="2" charset="0"/>
            </a:endParaRPr>
          </a:p>
        </p:txBody>
      </p:sp>
      <p:sp>
        <p:nvSpPr>
          <p:cNvPr id="794" name="Google Shape;794;p67"/>
          <p:cNvSpPr/>
          <p:nvPr/>
        </p:nvSpPr>
        <p:spPr>
          <a:xfrm>
            <a:off x="661475" y="4292203"/>
            <a:ext cx="10868700" cy="11199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272525"/>
              </a:buClr>
              <a:buSzPts val="1450"/>
              <a:buFont typeface="Inter"/>
              <a:buNone/>
            </a:pPr>
            <a:r>
              <a:rPr lang="en-US" sz="1450" b="0" i="0" u="none" strike="noStrike" cap="none">
                <a:solidFill>
                  <a:schemeClr val="tx1"/>
                </a:solidFill>
                <a:latin typeface="Barlow" panose="00000500000000000000" pitchFamily="2" charset="0"/>
                <a:ea typeface="Inter"/>
                <a:cs typeface="Inter"/>
                <a:sym typeface="Inter"/>
              </a:rPr>
              <a:t>Merci. Questions ?</a:t>
            </a:r>
            <a:endParaRPr sz="1450" b="0" i="0" u="none" strike="noStrike" cap="none">
              <a:solidFill>
                <a:schemeClr val="tx1"/>
              </a:solidFill>
              <a:latin typeface="Barlow" panose="00000500000000000000" pitchFamily="2" charset="0"/>
              <a:ea typeface="Calibri"/>
              <a:cs typeface="Calibri"/>
              <a:sym typeface="Calibri"/>
            </a:endParaRPr>
          </a:p>
          <a:p>
            <a:pPr marL="0" marR="0" lvl="0" indent="0" algn="l" rtl="0">
              <a:lnSpc>
                <a:spcPct val="133000"/>
              </a:lnSpc>
              <a:spcBef>
                <a:spcPts val="1650"/>
              </a:spcBef>
              <a:spcAft>
                <a:spcPts val="0"/>
              </a:spcAft>
              <a:buClr>
                <a:srgbClr val="272525"/>
              </a:buClr>
              <a:buSzPts val="1450"/>
              <a:buFont typeface="Inter"/>
              <a:buNone/>
            </a:pPr>
            <a:r>
              <a:rPr lang="en-US" sz="1450" b="0" i="1" u="none" strike="noStrike" cap="none">
                <a:solidFill>
                  <a:schemeClr val="tx1"/>
                </a:solidFill>
                <a:latin typeface="Barlow" panose="00000500000000000000" pitchFamily="2" charset="0"/>
                <a:ea typeface="Inter"/>
                <a:cs typeface="Inter"/>
                <a:sym typeface="Inter"/>
              </a:rPr>
              <a:t>Évaluer la cohérence et la fiabilité d'un système RAG en contexte industriel critique — Le cas ScribBERT</a:t>
            </a:r>
            <a:r>
              <a:rPr lang="en-US" sz="1450" b="0" i="0" u="none" strike="noStrike" cap="none">
                <a:solidFill>
                  <a:schemeClr val="tx1"/>
                </a:solidFill>
                <a:latin typeface="Barlow" panose="00000500000000000000" pitchFamily="2" charset="0"/>
                <a:ea typeface="Inter"/>
                <a:cs typeface="Inter"/>
                <a:sym typeface="Inter"/>
              </a:rPr>
              <a:t>  ·  Soutenance de mémoire  ·  2025</a:t>
            </a:r>
            <a:endParaRPr sz="1450" b="0" i="0" u="none" strike="noStrike" cap="none">
              <a:solidFill>
                <a:schemeClr val="tx1"/>
              </a:solidFill>
              <a:latin typeface="Barlow" panose="00000500000000000000" pitchFamily="2" charset="0"/>
              <a:ea typeface="Calibri"/>
              <a:cs typeface="Calibri"/>
              <a:sym typeface="Calibri"/>
            </a:endParaRPr>
          </a:p>
        </p:txBody>
      </p:sp>
      <p:sp>
        <p:nvSpPr>
          <p:cNvPr id="4" name="Titre 3">
            <a:extLst>
              <a:ext uri="{FF2B5EF4-FFF2-40B4-BE49-F238E27FC236}">
                <a16:creationId xmlns:a16="http://schemas.microsoft.com/office/drawing/2014/main" id="{B41B6852-920A-61A1-9108-80B0F2F775F6}"/>
              </a:ext>
            </a:extLst>
          </p:cNvPr>
          <p:cNvSpPr>
            <a:spLocks noGrp="1"/>
          </p:cNvSpPr>
          <p:nvPr>
            <p:ph type="title"/>
          </p:nvPr>
        </p:nvSpPr>
        <p:spPr>
          <a:xfrm>
            <a:off x="661475" y="745964"/>
            <a:ext cx="11520000" cy="396000"/>
          </a:xfrm>
        </p:spPr>
        <p:txBody>
          <a:bodyPr/>
          <a:lstStyle/>
          <a:p>
            <a:r>
              <a:rPr lang="fr-FR" sz="2800" dirty="0">
                <a:solidFill>
                  <a:schemeClr val="tx1"/>
                </a:solidFill>
              </a:rPr>
              <a:t>Conclusion</a:t>
            </a:r>
          </a:p>
        </p:txBody>
      </p:sp>
      <p:sp>
        <p:nvSpPr>
          <p:cNvPr id="5" name="Espace réservé du texte 4">
            <a:extLst>
              <a:ext uri="{FF2B5EF4-FFF2-40B4-BE49-F238E27FC236}">
                <a16:creationId xmlns:a16="http://schemas.microsoft.com/office/drawing/2014/main" id="{B7060CC1-F8F4-7A53-6C3A-F9FEDB6FA8C3}"/>
              </a:ext>
            </a:extLst>
          </p:cNvPr>
          <p:cNvSpPr>
            <a:spLocks noGrp="1"/>
          </p:cNvSpPr>
          <p:nvPr>
            <p:ph type="body" idx="1"/>
          </p:nvPr>
        </p:nvSpPr>
        <p:spPr/>
        <p:txBody>
          <a:bodyPr/>
          <a:lstStyle/>
          <a:p>
            <a:endParaRPr lang="fr-FR">
              <a:solidFill>
                <a:schemeClr val="tx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theme/theme1.xml><?xml version="1.0" encoding="utf-8"?>
<a:theme xmlns:a="http://schemas.openxmlformats.org/drawingml/2006/main" name="S1 - Atelier">
  <a:themeElements>
    <a:clrScheme name="Bouygues Construction">
      <a:dk1>
        <a:srgbClr val="000000"/>
      </a:dk1>
      <a:lt1>
        <a:srgbClr val="FFFFFF"/>
      </a:lt1>
      <a:dk2>
        <a:srgbClr val="102031"/>
      </a:dk2>
      <a:lt2>
        <a:srgbClr val="E75113"/>
      </a:lt2>
      <a:accent1>
        <a:srgbClr val="309BB2"/>
      </a:accent1>
      <a:accent2>
        <a:srgbClr val="FAB82F"/>
      </a:accent2>
      <a:accent3>
        <a:srgbClr val="096D6D"/>
      </a:accent3>
      <a:accent4>
        <a:srgbClr val="93C97B"/>
      </a:accent4>
      <a:accent5>
        <a:srgbClr val="878787"/>
      </a:accent5>
      <a:accent6>
        <a:srgbClr val="102031"/>
      </a:accent6>
      <a:hlink>
        <a:srgbClr val="6B8DE7"/>
      </a:hlink>
      <a:folHlink>
        <a:srgbClr val="10203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fdd9a14-7b84-416b-97e8-b834b0f98713}" enabled="1" method="Standard" siteId="{4a3d9983-e936-4837-9552-9d9126a92eb0}" removed="0"/>
</clbl:labelList>
</file>

<file path=docProps/app.xml><?xml version="1.0" encoding="utf-8"?>
<Properties xmlns="http://schemas.openxmlformats.org/officeDocument/2006/extended-properties" xmlns:vt="http://schemas.openxmlformats.org/officeDocument/2006/docPropsVTypes">
  <Template>S1 - Atelier</Template>
  <TotalTime>190</TotalTime>
  <Words>4142</Words>
  <Application>Microsoft Office PowerPoint</Application>
  <PresentationFormat>Widescreen</PresentationFormat>
  <Paragraphs>239</Paragraphs>
  <Slides>15</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Inter</vt:lpstr>
      <vt:lpstr>Barlow</vt:lpstr>
      <vt:lpstr>Calibri</vt:lpstr>
      <vt:lpstr>Patrick Hand</vt:lpstr>
      <vt:lpstr>Avenir</vt:lpstr>
      <vt:lpstr>S1 - Atelier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LELEU, Aurélien</cp:lastModifiedBy>
  <cp:revision>5</cp:revision>
  <dcterms:modified xsi:type="dcterms:W3CDTF">2026-07-20T10:15:53Z</dcterms:modified>
</cp:coreProperties>
</file>