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1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embeddedFontLst>
    <p:embeddedFont>
      <p:font typeface="Barlow" panose="00000500000000000000" pitchFamily="2" charset="0"/>
      <p:regular r:id="rId17"/>
      <p:bold r:id="rId18"/>
      <p:italic r:id="rId19"/>
      <p:boldItalic r:id="rId20"/>
    </p:embeddedFon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Patrick Hand" panose="000005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C0509E-C6B3-4B5F-9FA6-5028FE10BA34}" v="1" dt="2026-07-18T08:43:15.5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569" autoAdjust="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LEU, Aurélien" userId="093eba4e-90a7-40ae-911e-f5260c33c50a" providerId="ADAL" clId="{FEF95D61-F379-41D7-B0A1-CC186124EBEF}"/>
    <pc:docChg chg="undo custSel modSld">
      <pc:chgData name="LELEU, Aurélien" userId="093eba4e-90a7-40ae-911e-f5260c33c50a" providerId="ADAL" clId="{FEF95D61-F379-41D7-B0A1-CC186124EBEF}" dt="2026-07-18T09:32:57.859" v="48" actId="1076"/>
      <pc:docMkLst>
        <pc:docMk/>
      </pc:docMkLst>
      <pc:sldChg chg="modSp mod">
        <pc:chgData name="LELEU, Aurélien" userId="093eba4e-90a7-40ae-911e-f5260c33c50a" providerId="ADAL" clId="{FEF95D61-F379-41D7-B0A1-CC186124EBEF}" dt="2026-07-18T08:40:52.161" v="0" actId="1076"/>
        <pc:sldMkLst>
          <pc:docMk/>
          <pc:sldMk cId="0" sldId="258"/>
        </pc:sldMkLst>
        <pc:spChg chg="mod">
          <ac:chgData name="LELEU, Aurélien" userId="093eba4e-90a7-40ae-911e-f5260c33c50a" providerId="ADAL" clId="{FEF95D61-F379-41D7-B0A1-CC186124EBEF}" dt="2026-07-18T08:40:52.161" v="0" actId="1076"/>
          <ac:spMkLst>
            <pc:docMk/>
            <pc:sldMk cId="0" sldId="258"/>
            <ac:spMk id="566" creationId="{00000000-0000-0000-0000-000000000000}"/>
          </ac:spMkLst>
        </pc:spChg>
      </pc:sldChg>
      <pc:sldChg chg="addSp modSp mod">
        <pc:chgData name="LELEU, Aurélien" userId="093eba4e-90a7-40ae-911e-f5260c33c50a" providerId="ADAL" clId="{FEF95D61-F379-41D7-B0A1-CC186124EBEF}" dt="2026-07-18T08:43:35.663" v="8" actId="171"/>
        <pc:sldMkLst>
          <pc:docMk/>
          <pc:sldMk cId="0" sldId="259"/>
        </pc:sldMkLst>
        <pc:spChg chg="add mod ord">
          <ac:chgData name="LELEU, Aurélien" userId="093eba4e-90a7-40ae-911e-f5260c33c50a" providerId="ADAL" clId="{FEF95D61-F379-41D7-B0A1-CC186124EBEF}" dt="2026-07-18T08:43:35.663" v="8" actId="171"/>
          <ac:spMkLst>
            <pc:docMk/>
            <pc:sldMk cId="0" sldId="259"/>
            <ac:spMk id="2" creationId="{071B6211-CC54-67CD-B956-34BB157BD530}"/>
          </ac:spMkLst>
        </pc:spChg>
      </pc:sldChg>
      <pc:sldChg chg="addSp delSp modSp mod">
        <pc:chgData name="LELEU, Aurélien" userId="093eba4e-90a7-40ae-911e-f5260c33c50a" providerId="ADAL" clId="{FEF95D61-F379-41D7-B0A1-CC186124EBEF}" dt="2026-07-18T09:10:28.440" v="17" actId="1076"/>
        <pc:sldMkLst>
          <pc:docMk/>
          <pc:sldMk cId="0" sldId="261"/>
        </pc:sldMkLst>
        <pc:spChg chg="add del">
          <ac:chgData name="LELEU, Aurélien" userId="093eba4e-90a7-40ae-911e-f5260c33c50a" providerId="ADAL" clId="{FEF95D61-F379-41D7-B0A1-CC186124EBEF}" dt="2026-07-18T09:10:15.262" v="11" actId="478"/>
          <ac:spMkLst>
            <pc:docMk/>
            <pc:sldMk cId="0" sldId="261"/>
            <ac:spMk id="635" creationId="{00000000-0000-0000-0000-000000000000}"/>
          </ac:spMkLst>
        </pc:spChg>
        <pc:spChg chg="del">
          <ac:chgData name="LELEU, Aurélien" userId="093eba4e-90a7-40ae-911e-f5260c33c50a" providerId="ADAL" clId="{FEF95D61-F379-41D7-B0A1-CC186124EBEF}" dt="2026-07-18T09:10:17.802" v="12" actId="478"/>
          <ac:spMkLst>
            <pc:docMk/>
            <pc:sldMk cId="0" sldId="261"/>
            <ac:spMk id="636" creationId="{00000000-0000-0000-0000-000000000000}"/>
          </ac:spMkLst>
        </pc:spChg>
        <pc:spChg chg="del">
          <ac:chgData name="LELEU, Aurélien" userId="093eba4e-90a7-40ae-911e-f5260c33c50a" providerId="ADAL" clId="{FEF95D61-F379-41D7-B0A1-CC186124EBEF}" dt="2026-07-18T09:10:12.670" v="9" actId="478"/>
          <ac:spMkLst>
            <pc:docMk/>
            <pc:sldMk cId="0" sldId="261"/>
            <ac:spMk id="637" creationId="{00000000-0000-0000-0000-000000000000}"/>
          </ac:spMkLst>
        </pc:spChg>
        <pc:picChg chg="add mod">
          <ac:chgData name="LELEU, Aurélien" userId="093eba4e-90a7-40ae-911e-f5260c33c50a" providerId="ADAL" clId="{FEF95D61-F379-41D7-B0A1-CC186124EBEF}" dt="2026-07-18T09:10:28.440" v="17" actId="1076"/>
          <ac:picMkLst>
            <pc:docMk/>
            <pc:sldMk cId="0" sldId="261"/>
            <ac:picMk id="4" creationId="{23B4EAD4-F021-2384-7528-F9394855C070}"/>
          </ac:picMkLst>
        </pc:picChg>
      </pc:sldChg>
      <pc:sldChg chg="addSp delSp modSp mod">
        <pc:chgData name="LELEU, Aurélien" userId="093eba4e-90a7-40ae-911e-f5260c33c50a" providerId="ADAL" clId="{FEF95D61-F379-41D7-B0A1-CC186124EBEF}" dt="2026-07-18T09:20:35.531" v="34" actId="1076"/>
        <pc:sldMkLst>
          <pc:docMk/>
          <pc:sldMk cId="0" sldId="262"/>
        </pc:sldMkLst>
        <pc:spChg chg="mod">
          <ac:chgData name="LELEU, Aurélien" userId="093eba4e-90a7-40ae-911e-f5260c33c50a" providerId="ADAL" clId="{FEF95D61-F379-41D7-B0A1-CC186124EBEF}" dt="2026-07-18T09:20:18.866" v="32" actId="14100"/>
          <ac:spMkLst>
            <pc:docMk/>
            <pc:sldMk cId="0" sldId="262"/>
            <ac:spMk id="646" creationId="{00000000-0000-0000-0000-000000000000}"/>
          </ac:spMkLst>
        </pc:spChg>
        <pc:spChg chg="del">
          <ac:chgData name="LELEU, Aurélien" userId="093eba4e-90a7-40ae-911e-f5260c33c50a" providerId="ADAL" clId="{FEF95D61-F379-41D7-B0A1-CC186124EBEF}" dt="2026-07-18T09:19:38.032" v="18" actId="478"/>
          <ac:spMkLst>
            <pc:docMk/>
            <pc:sldMk cId="0" sldId="262"/>
            <ac:spMk id="647" creationId="{00000000-0000-0000-0000-000000000000}"/>
          </ac:spMkLst>
        </pc:spChg>
        <pc:spChg chg="del">
          <ac:chgData name="LELEU, Aurélien" userId="093eba4e-90a7-40ae-911e-f5260c33c50a" providerId="ADAL" clId="{FEF95D61-F379-41D7-B0A1-CC186124EBEF}" dt="2026-07-18T09:19:41.734" v="19" actId="478"/>
          <ac:spMkLst>
            <pc:docMk/>
            <pc:sldMk cId="0" sldId="262"/>
            <ac:spMk id="648" creationId="{00000000-0000-0000-0000-000000000000}"/>
          </ac:spMkLst>
        </pc:spChg>
        <pc:spChg chg="mod">
          <ac:chgData name="LELEU, Aurélien" userId="093eba4e-90a7-40ae-911e-f5260c33c50a" providerId="ADAL" clId="{FEF95D61-F379-41D7-B0A1-CC186124EBEF}" dt="2026-07-18T09:20:35.531" v="34" actId="1076"/>
          <ac:spMkLst>
            <pc:docMk/>
            <pc:sldMk cId="0" sldId="262"/>
            <ac:spMk id="649" creationId="{00000000-0000-0000-0000-000000000000}"/>
          </ac:spMkLst>
        </pc:spChg>
        <pc:spChg chg="mod">
          <ac:chgData name="LELEU, Aurélien" userId="093eba4e-90a7-40ae-911e-f5260c33c50a" providerId="ADAL" clId="{FEF95D61-F379-41D7-B0A1-CC186124EBEF}" dt="2026-07-18T09:20:35.531" v="34" actId="1076"/>
          <ac:spMkLst>
            <pc:docMk/>
            <pc:sldMk cId="0" sldId="262"/>
            <ac:spMk id="650" creationId="{00000000-0000-0000-0000-000000000000}"/>
          </ac:spMkLst>
        </pc:spChg>
        <pc:picChg chg="add mod">
          <ac:chgData name="LELEU, Aurélien" userId="093eba4e-90a7-40ae-911e-f5260c33c50a" providerId="ADAL" clId="{FEF95D61-F379-41D7-B0A1-CC186124EBEF}" dt="2026-07-18T09:20:25.775" v="33" actId="1076"/>
          <ac:picMkLst>
            <pc:docMk/>
            <pc:sldMk cId="0" sldId="262"/>
            <ac:picMk id="4" creationId="{CA3F327E-617F-5C09-E994-90E81965F3E9}"/>
          </ac:picMkLst>
        </pc:picChg>
      </pc:sldChg>
      <pc:sldChg chg="addSp delSp modSp mod">
        <pc:chgData name="LELEU, Aurélien" userId="093eba4e-90a7-40ae-911e-f5260c33c50a" providerId="ADAL" clId="{FEF95D61-F379-41D7-B0A1-CC186124EBEF}" dt="2026-07-18T09:29:28.740" v="38" actId="1076"/>
        <pc:sldMkLst>
          <pc:docMk/>
          <pc:sldMk cId="0" sldId="263"/>
        </pc:sldMkLst>
        <pc:picChg chg="add mod">
          <ac:chgData name="LELEU, Aurélien" userId="093eba4e-90a7-40ae-911e-f5260c33c50a" providerId="ADAL" clId="{FEF95D61-F379-41D7-B0A1-CC186124EBEF}" dt="2026-07-18T09:29:28.740" v="38" actId="1076"/>
          <ac:picMkLst>
            <pc:docMk/>
            <pc:sldMk cId="0" sldId="263"/>
            <ac:picMk id="4" creationId="{78EF6584-0D68-37CB-E08A-1D23085AB4BA}"/>
          </ac:picMkLst>
        </pc:picChg>
        <pc:picChg chg="del">
          <ac:chgData name="LELEU, Aurélien" userId="093eba4e-90a7-40ae-911e-f5260c33c50a" providerId="ADAL" clId="{FEF95D61-F379-41D7-B0A1-CC186124EBEF}" dt="2026-07-18T09:29:26.474" v="37" actId="478"/>
          <ac:picMkLst>
            <pc:docMk/>
            <pc:sldMk cId="0" sldId="263"/>
            <ac:picMk id="662" creationId="{00000000-0000-0000-0000-000000000000}"/>
          </ac:picMkLst>
        </pc:picChg>
      </pc:sldChg>
      <pc:sldChg chg="addSp delSp modSp mod">
        <pc:chgData name="LELEU, Aurélien" userId="093eba4e-90a7-40ae-911e-f5260c33c50a" providerId="ADAL" clId="{FEF95D61-F379-41D7-B0A1-CC186124EBEF}" dt="2026-07-18T09:31:29.903" v="44" actId="1076"/>
        <pc:sldMkLst>
          <pc:docMk/>
          <pc:sldMk cId="0" sldId="264"/>
        </pc:sldMkLst>
        <pc:picChg chg="add mod">
          <ac:chgData name="LELEU, Aurélien" userId="093eba4e-90a7-40ae-911e-f5260c33c50a" providerId="ADAL" clId="{FEF95D61-F379-41D7-B0A1-CC186124EBEF}" dt="2026-07-18T09:31:29.903" v="44" actId="1076"/>
          <ac:picMkLst>
            <pc:docMk/>
            <pc:sldMk cId="0" sldId="264"/>
            <ac:picMk id="4" creationId="{4708BF47-0673-C6AD-B273-158EF047B4CD}"/>
          </ac:picMkLst>
        </pc:picChg>
        <pc:picChg chg="del">
          <ac:chgData name="LELEU, Aurélien" userId="093eba4e-90a7-40ae-911e-f5260c33c50a" providerId="ADAL" clId="{FEF95D61-F379-41D7-B0A1-CC186124EBEF}" dt="2026-07-18T09:31:20.931" v="39" actId="478"/>
          <ac:picMkLst>
            <pc:docMk/>
            <pc:sldMk cId="0" sldId="264"/>
            <ac:picMk id="676" creationId="{00000000-0000-0000-0000-000000000000}"/>
          </ac:picMkLst>
        </pc:picChg>
      </pc:sldChg>
      <pc:sldChg chg="addSp delSp modSp mod">
        <pc:chgData name="LELEU, Aurélien" userId="093eba4e-90a7-40ae-911e-f5260c33c50a" providerId="ADAL" clId="{FEF95D61-F379-41D7-B0A1-CC186124EBEF}" dt="2026-07-18T09:32:57.859" v="48" actId="1076"/>
        <pc:sldMkLst>
          <pc:docMk/>
          <pc:sldMk cId="0" sldId="266"/>
        </pc:sldMkLst>
        <pc:picChg chg="add mod">
          <ac:chgData name="LELEU, Aurélien" userId="093eba4e-90a7-40ae-911e-f5260c33c50a" providerId="ADAL" clId="{FEF95D61-F379-41D7-B0A1-CC186124EBEF}" dt="2026-07-18T09:32:57.859" v="48" actId="1076"/>
          <ac:picMkLst>
            <pc:docMk/>
            <pc:sldMk cId="0" sldId="266"/>
            <ac:picMk id="4" creationId="{30E49CA3-4A7F-E487-3B9E-EE95397B8259}"/>
          </ac:picMkLst>
        </pc:picChg>
        <pc:picChg chg="del">
          <ac:chgData name="LELEU, Aurélien" userId="093eba4e-90a7-40ae-911e-f5260c33c50a" providerId="ADAL" clId="{FEF95D61-F379-41D7-B0A1-CC186124EBEF}" dt="2026-07-18T09:32:50.961" v="45" actId="478"/>
          <ac:picMkLst>
            <pc:docMk/>
            <pc:sldMk cId="0" sldId="266"/>
            <ac:picMk id="71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3" name="Google Shape;53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2" name="Google Shape;54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2" name="Google Shape;5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9" name="Google Shape;57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6" name="Google Shape;61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0" name="Google Shape;64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f54c2447b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6" name="Google Shape;656;g3f54c2447b2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7" name="Google Shape;657;g3f54c2447b2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f54c2447b2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0" name="Google Shape;670;g3f54c2447b2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1" name="Google Shape;671;g3f54c2447b2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3f54c2447b2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3" name="Google Shape;693;g3f54c2447b2_0_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g3f54c2447b2_0_3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f54c2447b2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0" name="Google Shape;710;g3f54c2447b2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g3f54c2447b2_0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3f54c2447b2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9" name="Google Shape;749;g3f54c2447b2_0_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g3f54c2447b2_0_8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g3f54c2447b2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4" name="Google Shape;774;g3f54c2447b2_0_1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g3f54c2447b2_0_1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f54c2447b2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7" name="Google Shape;787;g3f54c2447b2_0_1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g3f54c2447b2_0_1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stagram.com/bouygues_construction/" TargetMode="External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twitter.com/Bouygues_C?fbclid=IwAR0rLDPzJxhRTdTUJog0sdblFGyK1gIxCbZG0TU6ZKPMIp6vl7gQbAHjMS8" TargetMode="External"/><Relationship Id="rId5" Type="http://schemas.openxmlformats.org/officeDocument/2006/relationships/hyperlink" Target="https://www.linkedin.com/company/bouygues-construction/mycompany/" TargetMode="External"/><Relationship Id="rId4" Type="http://schemas.openxmlformats.org/officeDocument/2006/relationships/image" Target="../media/image9.png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blue cover">
  <p:cSld name="Dark blue cover">
    <p:bg>
      <p:bgPr>
        <a:solidFill>
          <a:schemeClr val="dk2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/>
          <p:nvPr/>
        </p:nvSpPr>
        <p:spPr>
          <a:xfrm rot="10800000">
            <a:off x="-183642" y="866551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E75113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venir"/>
              <a:buNone/>
              <a:defRPr sz="4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" name="Google Shape;17;p2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426041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1 picture">
  <p:cSld name="Text + 1 picture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>
            <a:spLocks noGrp="1"/>
          </p:cNvSpPr>
          <p:nvPr>
            <p:ph type="pic" idx="2"/>
          </p:nvPr>
        </p:nvSpPr>
        <p:spPr>
          <a:xfrm>
            <a:off x="8323383" y="0"/>
            <a:ext cx="38685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0" name="Google Shape;20;p3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695326" y="1599687"/>
            <a:ext cx="6798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Google Shape;22;p3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3"/>
          </p:nvPr>
        </p:nvSpPr>
        <p:spPr>
          <a:xfrm>
            <a:off x="695325" y="2379541"/>
            <a:ext cx="6798000" cy="35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5" name="Google Shape;25;p3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3"/>
          <p:cNvSpPr txBox="1">
            <a:spLocks noGrp="1"/>
          </p:cNvSpPr>
          <p:nvPr>
            <p:ph type="body" idx="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77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mple">
  <p:cSld name="Simple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" name="Google Shape;31;p4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33" name="Google Shape;33;p4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238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brand block">
  <p:cSld name="Cover brand bloc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372688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photo 1">
  <p:cSld name="Cover photo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889869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photo 2">
  <p:cSld name="Cover photo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73849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photo 3">
  <p:cSld name="Cover photo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0" name="Google Shape;50;p8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527248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over">
  <p:cSld name="White cov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/>
          <p:nvPr/>
        </p:nvSpPr>
        <p:spPr>
          <a:xfrm rot="10800000">
            <a:off x="-183642" y="866551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E75113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53" name="Google Shape;53;p9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5" name="Google Shape;55;p9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709606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mmary">
  <p:cSld name="Summary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/>
          <p:nvPr/>
        </p:nvSpPr>
        <p:spPr>
          <a:xfrm rot="5400000">
            <a:off x="5704863" y="616553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1510118" y="1626269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2"/>
          </p:nvPr>
        </p:nvSpPr>
        <p:spPr>
          <a:xfrm>
            <a:off x="1510118" y="2047627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3"/>
          </p:nvPr>
        </p:nvSpPr>
        <p:spPr>
          <a:xfrm>
            <a:off x="1510118" y="2468985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4"/>
          </p:nvPr>
        </p:nvSpPr>
        <p:spPr>
          <a:xfrm>
            <a:off x="1510118" y="2890343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2" name="Google Shape;62;p10"/>
          <p:cNvSpPr txBox="1">
            <a:spLocks noGrp="1"/>
          </p:cNvSpPr>
          <p:nvPr>
            <p:ph type="body" idx="5"/>
          </p:nvPr>
        </p:nvSpPr>
        <p:spPr>
          <a:xfrm>
            <a:off x="1510118" y="3311701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3" name="Google Shape;63;p10"/>
          <p:cNvSpPr txBox="1">
            <a:spLocks noGrp="1"/>
          </p:cNvSpPr>
          <p:nvPr>
            <p:ph type="body" idx="6"/>
          </p:nvPr>
        </p:nvSpPr>
        <p:spPr>
          <a:xfrm>
            <a:off x="1510118" y="3733059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7"/>
          </p:nvPr>
        </p:nvSpPr>
        <p:spPr>
          <a:xfrm>
            <a:off x="1510118" y="4154417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5" name="Google Shape;65;p10"/>
          <p:cNvSpPr txBox="1">
            <a:spLocks noGrp="1"/>
          </p:cNvSpPr>
          <p:nvPr>
            <p:ph type="body" idx="8"/>
          </p:nvPr>
        </p:nvSpPr>
        <p:spPr>
          <a:xfrm>
            <a:off x="1510118" y="4575775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6" name="Google Shape;66;p10"/>
          <p:cNvSpPr txBox="1">
            <a:spLocks noGrp="1"/>
          </p:cNvSpPr>
          <p:nvPr>
            <p:ph type="body" idx="9"/>
          </p:nvPr>
        </p:nvSpPr>
        <p:spPr>
          <a:xfrm>
            <a:off x="1510118" y="4997133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7" name="Google Shape;67;p10"/>
          <p:cNvSpPr txBox="1">
            <a:spLocks noGrp="1"/>
          </p:cNvSpPr>
          <p:nvPr>
            <p:ph type="body" idx="13"/>
          </p:nvPr>
        </p:nvSpPr>
        <p:spPr>
          <a:xfrm>
            <a:off x="1510118" y="5418489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4"/>
          </p:nvPr>
        </p:nvSpPr>
        <p:spPr>
          <a:xfrm>
            <a:off x="720496" y="1626269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9" name="Google Shape;69;p10"/>
          <p:cNvSpPr txBox="1">
            <a:spLocks noGrp="1"/>
          </p:cNvSpPr>
          <p:nvPr>
            <p:ph type="body" idx="15"/>
          </p:nvPr>
        </p:nvSpPr>
        <p:spPr>
          <a:xfrm>
            <a:off x="720496" y="2047627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16"/>
          </p:nvPr>
        </p:nvSpPr>
        <p:spPr>
          <a:xfrm>
            <a:off x="720496" y="2468985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1" name="Google Shape;71;p10"/>
          <p:cNvSpPr txBox="1">
            <a:spLocks noGrp="1"/>
          </p:cNvSpPr>
          <p:nvPr>
            <p:ph type="body" idx="17"/>
          </p:nvPr>
        </p:nvSpPr>
        <p:spPr>
          <a:xfrm>
            <a:off x="720496" y="2890343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2" name="Google Shape;72;p10"/>
          <p:cNvSpPr txBox="1">
            <a:spLocks noGrp="1"/>
          </p:cNvSpPr>
          <p:nvPr>
            <p:ph type="body" idx="18"/>
          </p:nvPr>
        </p:nvSpPr>
        <p:spPr>
          <a:xfrm>
            <a:off x="720496" y="3311701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3" name="Google Shape;73;p10"/>
          <p:cNvSpPr txBox="1">
            <a:spLocks noGrp="1"/>
          </p:cNvSpPr>
          <p:nvPr>
            <p:ph type="body" idx="19"/>
          </p:nvPr>
        </p:nvSpPr>
        <p:spPr>
          <a:xfrm>
            <a:off x="720496" y="3733059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4" name="Google Shape;74;p10"/>
          <p:cNvSpPr txBox="1">
            <a:spLocks noGrp="1"/>
          </p:cNvSpPr>
          <p:nvPr>
            <p:ph type="body" idx="20"/>
          </p:nvPr>
        </p:nvSpPr>
        <p:spPr>
          <a:xfrm>
            <a:off x="720496" y="4154417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5" name="Google Shape;75;p10"/>
          <p:cNvSpPr txBox="1">
            <a:spLocks noGrp="1"/>
          </p:cNvSpPr>
          <p:nvPr>
            <p:ph type="body" idx="21"/>
          </p:nvPr>
        </p:nvSpPr>
        <p:spPr>
          <a:xfrm>
            <a:off x="720496" y="4575775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6" name="Google Shape;76;p10"/>
          <p:cNvSpPr txBox="1">
            <a:spLocks noGrp="1"/>
          </p:cNvSpPr>
          <p:nvPr>
            <p:ph type="body" idx="22"/>
          </p:nvPr>
        </p:nvSpPr>
        <p:spPr>
          <a:xfrm>
            <a:off x="720496" y="4997133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7" name="Google Shape;77;p10"/>
          <p:cNvSpPr txBox="1">
            <a:spLocks noGrp="1"/>
          </p:cNvSpPr>
          <p:nvPr>
            <p:ph type="body" idx="23"/>
          </p:nvPr>
        </p:nvSpPr>
        <p:spPr>
          <a:xfrm>
            <a:off x="720496" y="5418489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8" name="Google Shape;78;p10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F2F2F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79" name="Google Shape;79;p10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695325" y="512763"/>
            <a:ext cx="10515500" cy="47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2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82" name="Google Shape;82;p1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82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1"/>
          <p:cNvSpPr txBox="1">
            <a:spLocks noGrp="1"/>
          </p:cNvSpPr>
          <p:nvPr>
            <p:ph type="title"/>
          </p:nvPr>
        </p:nvSpPr>
        <p:spPr>
          <a:xfrm>
            <a:off x="700073" y="517498"/>
            <a:ext cx="3659750" cy="4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86" name="Google Shape;86;p11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87" name="Google Shape;87;p11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body" idx="1"/>
          </p:nvPr>
        </p:nvSpPr>
        <p:spPr>
          <a:xfrm>
            <a:off x="3353945" y="1853587"/>
            <a:ext cx="1563500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2"/>
          </p:nvPr>
        </p:nvSpPr>
        <p:spPr>
          <a:xfrm>
            <a:off x="700073" y="2718197"/>
            <a:ext cx="1824750" cy="6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3"/>
          </p:nvPr>
        </p:nvSpPr>
        <p:spPr>
          <a:xfrm>
            <a:off x="700073" y="3617631"/>
            <a:ext cx="1824750" cy="6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4"/>
          </p:nvPr>
        </p:nvSpPr>
        <p:spPr>
          <a:xfrm>
            <a:off x="700073" y="1827160"/>
            <a:ext cx="1824750" cy="6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5"/>
          </p:nvPr>
        </p:nvSpPr>
        <p:spPr>
          <a:xfrm>
            <a:off x="3353945" y="2152194"/>
            <a:ext cx="2223500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3" name="Google Shape;93;p11"/>
          <p:cNvSpPr txBox="1">
            <a:spLocks noGrp="1"/>
          </p:cNvSpPr>
          <p:nvPr>
            <p:ph type="body" idx="6"/>
          </p:nvPr>
        </p:nvSpPr>
        <p:spPr>
          <a:xfrm>
            <a:off x="3353945" y="2744624"/>
            <a:ext cx="1563500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7"/>
          </p:nvPr>
        </p:nvSpPr>
        <p:spPr>
          <a:xfrm>
            <a:off x="3353945" y="3043231"/>
            <a:ext cx="2223500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8"/>
          </p:nvPr>
        </p:nvSpPr>
        <p:spPr>
          <a:xfrm>
            <a:off x="3353945" y="3649293"/>
            <a:ext cx="1563500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6" name="Google Shape;96;p11"/>
          <p:cNvSpPr txBox="1">
            <a:spLocks noGrp="1"/>
          </p:cNvSpPr>
          <p:nvPr>
            <p:ph type="body" idx="9"/>
          </p:nvPr>
        </p:nvSpPr>
        <p:spPr>
          <a:xfrm>
            <a:off x="3353945" y="3947900"/>
            <a:ext cx="2223500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7" name="Google Shape;97;p11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8" name="Google Shape;98;p11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99" name="Google Shape;99;p11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0" name="Google Shape;100;p1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55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photo">
  <p:cSld name="Section phot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3" name="Google Shape;103;p12"/>
          <p:cNvSpPr txBox="1">
            <a:spLocks noGrp="1"/>
          </p:cNvSpPr>
          <p:nvPr>
            <p:ph type="body" idx="1"/>
          </p:nvPr>
        </p:nvSpPr>
        <p:spPr>
          <a:xfrm>
            <a:off x="427038" y="2322607"/>
            <a:ext cx="2265250" cy="52811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700"/>
              <a:buFont typeface="Avenir"/>
              <a:buNone/>
              <a:defRPr sz="12999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4" name="Google Shape;104;p12"/>
          <p:cNvSpPr txBox="1">
            <a:spLocks noGrp="1"/>
          </p:cNvSpPr>
          <p:nvPr>
            <p:ph type="body" idx="2"/>
          </p:nvPr>
        </p:nvSpPr>
        <p:spPr>
          <a:xfrm>
            <a:off x="3043530" y="2843675"/>
            <a:ext cx="51760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5800"/>
              <a:buFont typeface="Avenir"/>
              <a:buNone/>
              <a:defRPr sz="40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5" name="Google Shape;105;p12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6" name="Google Shape;106;p12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3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ection">
  <p:cSld name="White section">
    <p:bg>
      <p:bgPr>
        <a:solidFill>
          <a:schemeClr val="lt1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F2F2F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9" name="Google Shape;109;p13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0" name="Google Shape;110;p13"/>
          <p:cNvSpPr txBox="1">
            <a:spLocks noGrp="1"/>
          </p:cNvSpPr>
          <p:nvPr>
            <p:ph type="body" idx="1"/>
          </p:nvPr>
        </p:nvSpPr>
        <p:spPr>
          <a:xfrm>
            <a:off x="427038" y="2322607"/>
            <a:ext cx="2265250" cy="52811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700"/>
              <a:buFont typeface="Avenir"/>
              <a:buNone/>
              <a:defRPr sz="12999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1" name="Google Shape;111;p13"/>
          <p:cNvSpPr txBox="1">
            <a:spLocks noGrp="1"/>
          </p:cNvSpPr>
          <p:nvPr>
            <p:ph type="body" idx="2"/>
          </p:nvPr>
        </p:nvSpPr>
        <p:spPr>
          <a:xfrm>
            <a:off x="3043530" y="2843675"/>
            <a:ext cx="51760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5800"/>
              <a:buFont typeface="Avenir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3" name="Google Shape;113;p1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22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blue section">
  <p:cSld name="Dark blue section">
    <p:bg>
      <p:bgPr>
        <a:solidFill>
          <a:schemeClr val="dk2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6" name="Google Shape;116;p14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7" name="Google Shape;117;p14"/>
          <p:cNvSpPr txBox="1">
            <a:spLocks noGrp="1"/>
          </p:cNvSpPr>
          <p:nvPr>
            <p:ph type="body" idx="1"/>
          </p:nvPr>
        </p:nvSpPr>
        <p:spPr>
          <a:xfrm>
            <a:off x="427038" y="2322607"/>
            <a:ext cx="2265250" cy="52811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700"/>
              <a:buFont typeface="Avenir"/>
              <a:buNone/>
              <a:defRPr sz="12999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8" name="Google Shape;118;p14"/>
          <p:cNvSpPr txBox="1">
            <a:spLocks noGrp="1"/>
          </p:cNvSpPr>
          <p:nvPr>
            <p:ph type="body" idx="2"/>
          </p:nvPr>
        </p:nvSpPr>
        <p:spPr>
          <a:xfrm>
            <a:off x="3043530" y="2843675"/>
            <a:ext cx="51760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5800"/>
              <a:buFont typeface="Avenir"/>
              <a:buNone/>
              <a:defRPr sz="4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9" name="Google Shape;119;p14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0" name="Google Shape;120;p1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337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4661">
          <p15:clr>
            <a:srgbClr val="FBAE40"/>
          </p15:clr>
        </p15:guide>
        <p15:guide id="4" orient="horz" pos="38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">
  <p:cSld name="Text">
    <p:bg>
      <p:bgPr>
        <a:solidFill>
          <a:schemeClr val="lt1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5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3" name="Google Shape;123;p15"/>
          <p:cNvSpPr txBox="1">
            <a:spLocks noGrp="1"/>
          </p:cNvSpPr>
          <p:nvPr>
            <p:ph type="body" idx="1"/>
          </p:nvPr>
        </p:nvSpPr>
        <p:spPr>
          <a:xfrm>
            <a:off x="700073" y="1599687"/>
            <a:ext cx="10810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4" name="Google Shape;124;p15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5" name="Google Shape;125;p15"/>
          <p:cNvSpPr txBox="1">
            <a:spLocks noGrp="1"/>
          </p:cNvSpPr>
          <p:nvPr>
            <p:ph type="body" idx="2"/>
          </p:nvPr>
        </p:nvSpPr>
        <p:spPr>
          <a:xfrm>
            <a:off x="700073" y="2379540"/>
            <a:ext cx="10810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6" name="Google Shape;126;p15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27" name="Google Shape;127;p15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8" name="Google Shape;128;p15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9" name="Google Shape;129;p15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547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2 picutres">
  <p:cSld name="Text + 2 picutres">
    <p:bg>
      <p:bgPr>
        <a:solidFill>
          <a:schemeClr val="lt1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6"/>
          <p:cNvSpPr>
            <a:spLocks noGrp="1"/>
          </p:cNvSpPr>
          <p:nvPr>
            <p:ph type="pic" idx="2"/>
          </p:nvPr>
        </p:nvSpPr>
        <p:spPr>
          <a:xfrm>
            <a:off x="6096000" y="3429000"/>
            <a:ext cx="6096000" cy="342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32" name="Google Shape;132;p16"/>
          <p:cNvSpPr txBox="1">
            <a:spLocks noGrp="1"/>
          </p:cNvSpPr>
          <p:nvPr>
            <p:ph type="body" idx="1"/>
          </p:nvPr>
        </p:nvSpPr>
        <p:spPr>
          <a:xfrm>
            <a:off x="700073" y="2094988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3" name="Google Shape;133;p16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34" name="Google Shape;134;p16"/>
          <p:cNvSpPr txBox="1">
            <a:spLocks noGrp="1"/>
          </p:cNvSpPr>
          <p:nvPr>
            <p:ph type="body" idx="3"/>
          </p:nvPr>
        </p:nvSpPr>
        <p:spPr>
          <a:xfrm>
            <a:off x="700073" y="2874842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5" name="Google Shape;135;p16"/>
          <p:cNvSpPr>
            <a:spLocks noGrp="1"/>
          </p:cNvSpPr>
          <p:nvPr>
            <p:ph type="pic" idx="4"/>
          </p:nvPr>
        </p:nvSpPr>
        <p:spPr>
          <a:xfrm>
            <a:off x="6096000" y="0"/>
            <a:ext cx="6096000" cy="3429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6" name="Google Shape;136;p16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37" name="Google Shape;137;p16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38" name="Google Shape;138;p16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9" name="Google Shape;139;p16"/>
          <p:cNvSpPr txBox="1">
            <a:spLocks noGrp="1"/>
          </p:cNvSpPr>
          <p:nvPr>
            <p:ph type="body" idx="5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0" name="Google Shape;140;p16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57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pictures">
  <p:cSld name="4 pictures">
    <p:bg>
      <p:bgPr>
        <a:solidFill>
          <a:schemeClr val="lt1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43" name="Google Shape;143;p17"/>
          <p:cNvSpPr>
            <a:spLocks noGrp="1"/>
          </p:cNvSpPr>
          <p:nvPr>
            <p:ph type="pic" idx="2"/>
          </p:nvPr>
        </p:nvSpPr>
        <p:spPr>
          <a:xfrm>
            <a:off x="696000" y="1389259"/>
            <a:ext cx="5364000" cy="241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17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45" name="Google Shape;145;p17"/>
          <p:cNvSpPr>
            <a:spLocks noGrp="1"/>
          </p:cNvSpPr>
          <p:nvPr>
            <p:ph type="pic" idx="3"/>
          </p:nvPr>
        </p:nvSpPr>
        <p:spPr>
          <a:xfrm>
            <a:off x="6132675" y="1389259"/>
            <a:ext cx="5364000" cy="241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46" name="Google Shape;146;p17"/>
          <p:cNvSpPr>
            <a:spLocks noGrp="1"/>
          </p:cNvSpPr>
          <p:nvPr>
            <p:ph type="pic" idx="4"/>
          </p:nvPr>
        </p:nvSpPr>
        <p:spPr>
          <a:xfrm>
            <a:off x="696000" y="3842584"/>
            <a:ext cx="5364000" cy="241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47" name="Google Shape;147;p17"/>
          <p:cNvSpPr>
            <a:spLocks noGrp="1"/>
          </p:cNvSpPr>
          <p:nvPr>
            <p:ph type="pic" idx="5"/>
          </p:nvPr>
        </p:nvSpPr>
        <p:spPr>
          <a:xfrm>
            <a:off x="6132675" y="3842584"/>
            <a:ext cx="5364000" cy="241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8" name="Google Shape;148;p17"/>
          <p:cNvSpPr>
            <a:spLocks noGrp="1"/>
          </p:cNvSpPr>
          <p:nvPr>
            <p:ph type="body" idx="1"/>
          </p:nvPr>
        </p:nvSpPr>
        <p:spPr>
          <a:xfrm>
            <a:off x="4836338" y="2582584"/>
            <a:ext cx="2520000" cy="25200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9" name="Google Shape;149;p17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50" name="Google Shape;150;p17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1" name="Google Shape;151;p17"/>
          <p:cNvSpPr txBox="1">
            <a:spLocks noGrp="1"/>
          </p:cNvSpPr>
          <p:nvPr>
            <p:ph type="body" idx="6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2" name="Google Shape;152;p17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78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P">
  <p:cSld name="MAP">
    <p:bg>
      <p:bgPr>
        <a:solidFill>
          <a:schemeClr val="lt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8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55" name="Google Shape;155;p18"/>
          <p:cNvSpPr txBox="1">
            <a:spLocks noGrp="1"/>
          </p:cNvSpPr>
          <p:nvPr>
            <p:ph type="body" idx="1"/>
          </p:nvPr>
        </p:nvSpPr>
        <p:spPr>
          <a:xfrm>
            <a:off x="1614490" y="3429000"/>
            <a:ext cx="1819500" cy="38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6" name="Google Shape;156;p18"/>
          <p:cNvSpPr txBox="1">
            <a:spLocks noGrp="1"/>
          </p:cNvSpPr>
          <p:nvPr>
            <p:ph type="body" idx="2"/>
          </p:nvPr>
        </p:nvSpPr>
        <p:spPr>
          <a:xfrm>
            <a:off x="1614490" y="3983637"/>
            <a:ext cx="1819500" cy="38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7" name="Google Shape;157;p18"/>
          <p:cNvSpPr txBox="1">
            <a:spLocks noGrp="1"/>
          </p:cNvSpPr>
          <p:nvPr>
            <p:ph type="body" idx="3"/>
          </p:nvPr>
        </p:nvSpPr>
        <p:spPr>
          <a:xfrm>
            <a:off x="1606977" y="4543459"/>
            <a:ext cx="1819500" cy="38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8" name="Google Shape;158;p18"/>
          <p:cNvSpPr>
            <a:spLocks noGrp="1"/>
          </p:cNvSpPr>
          <p:nvPr>
            <p:ph type="body" idx="4"/>
          </p:nvPr>
        </p:nvSpPr>
        <p:spPr>
          <a:xfrm>
            <a:off x="692575" y="3423815"/>
            <a:ext cx="825000" cy="3807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9" name="Google Shape;159;p18"/>
          <p:cNvSpPr>
            <a:spLocks noGrp="1"/>
          </p:cNvSpPr>
          <p:nvPr>
            <p:ph type="body" idx="5"/>
          </p:nvPr>
        </p:nvSpPr>
        <p:spPr>
          <a:xfrm>
            <a:off x="700073" y="3983636"/>
            <a:ext cx="825000" cy="3807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0" name="Google Shape;160;p18" descr="Texte"/>
          <p:cNvSpPr>
            <a:spLocks noGrp="1"/>
          </p:cNvSpPr>
          <p:nvPr>
            <p:ph type="body" idx="6"/>
          </p:nvPr>
        </p:nvSpPr>
        <p:spPr>
          <a:xfrm>
            <a:off x="700073" y="4543457"/>
            <a:ext cx="825000" cy="38075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1" name="Google Shape;161;p18"/>
          <p:cNvSpPr txBox="1">
            <a:spLocks noGrp="1"/>
          </p:cNvSpPr>
          <p:nvPr>
            <p:ph type="body" idx="7"/>
          </p:nvPr>
        </p:nvSpPr>
        <p:spPr>
          <a:xfrm>
            <a:off x="4654550" y="2090738"/>
            <a:ext cx="5521250" cy="283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296321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2" name="Google Shape;162;p18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63" name="Google Shape;163;p18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64" name="Google Shape;164;p18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18"/>
          <p:cNvSpPr txBox="1">
            <a:spLocks noGrp="1"/>
          </p:cNvSpPr>
          <p:nvPr>
            <p:ph type="body" idx="8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6" name="Google Shape;166;p18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652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 1">
  <p:cSld name="Timeline 1">
    <p:bg>
      <p:bgPr>
        <a:solidFill>
          <a:schemeClr val="lt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69" name="Google Shape;169;p19"/>
          <p:cNvSpPr/>
          <p:nvPr/>
        </p:nvSpPr>
        <p:spPr>
          <a:xfrm rot="5400000">
            <a:off x="5704864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70" name="Google Shape;170;p19"/>
          <p:cNvSpPr>
            <a:spLocks noGrp="1"/>
          </p:cNvSpPr>
          <p:nvPr>
            <p:ph type="body" idx="1"/>
          </p:nvPr>
        </p:nvSpPr>
        <p:spPr>
          <a:xfrm>
            <a:off x="695325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1" name="Google Shape;171;p19"/>
          <p:cNvSpPr>
            <a:spLocks noGrp="1"/>
          </p:cNvSpPr>
          <p:nvPr>
            <p:ph type="body" idx="2"/>
          </p:nvPr>
        </p:nvSpPr>
        <p:spPr>
          <a:xfrm>
            <a:off x="2939837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2" name="Google Shape;172;p19"/>
          <p:cNvSpPr>
            <a:spLocks noGrp="1"/>
          </p:cNvSpPr>
          <p:nvPr>
            <p:ph type="body" idx="3"/>
          </p:nvPr>
        </p:nvSpPr>
        <p:spPr>
          <a:xfrm>
            <a:off x="5184350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3" name="Google Shape;173;p19"/>
          <p:cNvSpPr>
            <a:spLocks noGrp="1"/>
          </p:cNvSpPr>
          <p:nvPr>
            <p:ph type="body" idx="4"/>
          </p:nvPr>
        </p:nvSpPr>
        <p:spPr>
          <a:xfrm>
            <a:off x="7428863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4" name="Google Shape;174;p19"/>
          <p:cNvSpPr>
            <a:spLocks noGrp="1"/>
          </p:cNvSpPr>
          <p:nvPr>
            <p:ph type="body" idx="5"/>
          </p:nvPr>
        </p:nvSpPr>
        <p:spPr>
          <a:xfrm>
            <a:off x="9673375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5" name="Google Shape;175;p19"/>
          <p:cNvSpPr txBox="1">
            <a:spLocks noGrp="1"/>
          </p:cNvSpPr>
          <p:nvPr>
            <p:ph type="body" idx="6"/>
          </p:nvPr>
        </p:nvSpPr>
        <p:spPr>
          <a:xfrm>
            <a:off x="695324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6" name="Google Shape;176;p19"/>
          <p:cNvSpPr txBox="1">
            <a:spLocks noGrp="1"/>
          </p:cNvSpPr>
          <p:nvPr>
            <p:ph type="body" idx="7"/>
          </p:nvPr>
        </p:nvSpPr>
        <p:spPr>
          <a:xfrm>
            <a:off x="2939837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7" name="Google Shape;177;p19"/>
          <p:cNvSpPr txBox="1">
            <a:spLocks noGrp="1"/>
          </p:cNvSpPr>
          <p:nvPr>
            <p:ph type="body" idx="8"/>
          </p:nvPr>
        </p:nvSpPr>
        <p:spPr>
          <a:xfrm>
            <a:off x="5184350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8" name="Google Shape;178;p19"/>
          <p:cNvSpPr txBox="1">
            <a:spLocks noGrp="1"/>
          </p:cNvSpPr>
          <p:nvPr>
            <p:ph type="body" idx="9"/>
          </p:nvPr>
        </p:nvSpPr>
        <p:spPr>
          <a:xfrm>
            <a:off x="7428863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9" name="Google Shape;179;p19"/>
          <p:cNvSpPr txBox="1">
            <a:spLocks noGrp="1"/>
          </p:cNvSpPr>
          <p:nvPr>
            <p:ph type="body" idx="13"/>
          </p:nvPr>
        </p:nvSpPr>
        <p:spPr>
          <a:xfrm>
            <a:off x="9673375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0" name="Google Shape;180;p19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81" name="Google Shape;181;p19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2" name="Google Shape;182;p19"/>
          <p:cNvSpPr txBox="1">
            <a:spLocks noGrp="1"/>
          </p:cNvSpPr>
          <p:nvPr>
            <p:ph type="body" idx="1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3" name="Google Shape;183;p19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325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 2">
  <p:cSld name="Timeline 2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0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86" name="Google Shape;186;p20"/>
          <p:cNvSpPr txBox="1">
            <a:spLocks noGrp="1"/>
          </p:cNvSpPr>
          <p:nvPr>
            <p:ph type="body" idx="1"/>
          </p:nvPr>
        </p:nvSpPr>
        <p:spPr>
          <a:xfrm>
            <a:off x="351708" y="2378385"/>
            <a:ext cx="2232000" cy="23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7" name="Google Shape;187;p20"/>
          <p:cNvSpPr txBox="1">
            <a:spLocks noGrp="1"/>
          </p:cNvSpPr>
          <p:nvPr>
            <p:ph type="body" idx="2"/>
          </p:nvPr>
        </p:nvSpPr>
        <p:spPr>
          <a:xfrm>
            <a:off x="2665706" y="2378385"/>
            <a:ext cx="2232000" cy="234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8" name="Google Shape;188;p20"/>
          <p:cNvSpPr txBox="1">
            <a:spLocks noGrp="1"/>
          </p:cNvSpPr>
          <p:nvPr>
            <p:ph type="body" idx="3"/>
          </p:nvPr>
        </p:nvSpPr>
        <p:spPr>
          <a:xfrm>
            <a:off x="4979704" y="2378385"/>
            <a:ext cx="2232000" cy="234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9" name="Google Shape;189;p20"/>
          <p:cNvSpPr txBox="1">
            <a:spLocks noGrp="1"/>
          </p:cNvSpPr>
          <p:nvPr>
            <p:ph type="body" idx="4"/>
          </p:nvPr>
        </p:nvSpPr>
        <p:spPr>
          <a:xfrm>
            <a:off x="7293702" y="2378385"/>
            <a:ext cx="2232000" cy="23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0" name="Google Shape;190;p20"/>
          <p:cNvSpPr txBox="1">
            <a:spLocks noGrp="1"/>
          </p:cNvSpPr>
          <p:nvPr>
            <p:ph type="body" idx="5"/>
          </p:nvPr>
        </p:nvSpPr>
        <p:spPr>
          <a:xfrm>
            <a:off x="9607700" y="2378385"/>
            <a:ext cx="2232000" cy="23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5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1" name="Google Shape;191;p20"/>
          <p:cNvSpPr txBox="1">
            <a:spLocks noGrp="1"/>
          </p:cNvSpPr>
          <p:nvPr>
            <p:ph type="body" idx="6"/>
          </p:nvPr>
        </p:nvSpPr>
        <p:spPr>
          <a:xfrm>
            <a:off x="541622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2" name="Google Shape;192;p20"/>
          <p:cNvSpPr txBox="1">
            <a:spLocks noGrp="1"/>
          </p:cNvSpPr>
          <p:nvPr>
            <p:ph type="body" idx="7"/>
          </p:nvPr>
        </p:nvSpPr>
        <p:spPr>
          <a:xfrm>
            <a:off x="2859811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3" name="Google Shape;193;p20"/>
          <p:cNvSpPr txBox="1">
            <a:spLocks noGrp="1"/>
          </p:cNvSpPr>
          <p:nvPr>
            <p:ph type="body" idx="8"/>
          </p:nvPr>
        </p:nvSpPr>
        <p:spPr>
          <a:xfrm>
            <a:off x="5178000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4" name="Google Shape;194;p20"/>
          <p:cNvSpPr txBox="1">
            <a:spLocks noGrp="1"/>
          </p:cNvSpPr>
          <p:nvPr>
            <p:ph type="body" idx="9"/>
          </p:nvPr>
        </p:nvSpPr>
        <p:spPr>
          <a:xfrm>
            <a:off x="2859811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5" name="Google Shape;195;p20"/>
          <p:cNvSpPr txBox="1">
            <a:spLocks noGrp="1"/>
          </p:cNvSpPr>
          <p:nvPr>
            <p:ph type="body" idx="13"/>
          </p:nvPr>
        </p:nvSpPr>
        <p:spPr>
          <a:xfrm>
            <a:off x="5178000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6" name="Google Shape;196;p20"/>
          <p:cNvSpPr txBox="1">
            <a:spLocks noGrp="1"/>
          </p:cNvSpPr>
          <p:nvPr>
            <p:ph type="body" idx="14"/>
          </p:nvPr>
        </p:nvSpPr>
        <p:spPr>
          <a:xfrm>
            <a:off x="9814378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7" name="Google Shape;197;p20"/>
          <p:cNvSpPr txBox="1">
            <a:spLocks noGrp="1"/>
          </p:cNvSpPr>
          <p:nvPr>
            <p:ph type="body" idx="15"/>
          </p:nvPr>
        </p:nvSpPr>
        <p:spPr>
          <a:xfrm>
            <a:off x="9814378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8" name="Google Shape;198;p20"/>
          <p:cNvSpPr txBox="1">
            <a:spLocks noGrp="1"/>
          </p:cNvSpPr>
          <p:nvPr>
            <p:ph type="body" idx="16"/>
          </p:nvPr>
        </p:nvSpPr>
        <p:spPr>
          <a:xfrm>
            <a:off x="7496189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9" name="Google Shape;199;p20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00" name="Google Shape;200;p20"/>
          <p:cNvSpPr txBox="1">
            <a:spLocks noGrp="1"/>
          </p:cNvSpPr>
          <p:nvPr>
            <p:ph type="body" idx="17"/>
          </p:nvPr>
        </p:nvSpPr>
        <p:spPr>
          <a:xfrm>
            <a:off x="541622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1" name="Google Shape;201;p20"/>
          <p:cNvSpPr txBox="1">
            <a:spLocks noGrp="1"/>
          </p:cNvSpPr>
          <p:nvPr>
            <p:ph type="body" idx="18"/>
          </p:nvPr>
        </p:nvSpPr>
        <p:spPr>
          <a:xfrm>
            <a:off x="7496189" y="28614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2" name="Google Shape;202;p20"/>
          <p:cNvSpPr>
            <a:spLocks noGrp="1"/>
          </p:cNvSpPr>
          <p:nvPr>
            <p:ph type="body" idx="19"/>
          </p:nvPr>
        </p:nvSpPr>
        <p:spPr>
          <a:xfrm rot="-8100000">
            <a:off x="2437196" y="3400714"/>
            <a:ext cx="288146" cy="288146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3" name="Google Shape;203;p20"/>
          <p:cNvSpPr>
            <a:spLocks noGrp="1"/>
          </p:cNvSpPr>
          <p:nvPr>
            <p:ph type="body" idx="20"/>
          </p:nvPr>
        </p:nvSpPr>
        <p:spPr>
          <a:xfrm rot="-8100000">
            <a:off x="4755385" y="3400714"/>
            <a:ext cx="288146" cy="288146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4" name="Google Shape;204;p20"/>
          <p:cNvSpPr>
            <a:spLocks noGrp="1"/>
          </p:cNvSpPr>
          <p:nvPr>
            <p:ph type="body" idx="21"/>
          </p:nvPr>
        </p:nvSpPr>
        <p:spPr>
          <a:xfrm rot="-8100000">
            <a:off x="7061481" y="3404206"/>
            <a:ext cx="288146" cy="288146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5" name="Google Shape;205;p20"/>
          <p:cNvSpPr>
            <a:spLocks noGrp="1"/>
          </p:cNvSpPr>
          <p:nvPr>
            <p:ph type="body" idx="22"/>
          </p:nvPr>
        </p:nvSpPr>
        <p:spPr>
          <a:xfrm rot="-8100000">
            <a:off x="9378555" y="3404206"/>
            <a:ext cx="288146" cy="288146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5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6" name="Google Shape;206;p20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07" name="Google Shape;207;p2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8" name="Google Shape;208;p20"/>
          <p:cNvSpPr txBox="1">
            <a:spLocks noGrp="1"/>
          </p:cNvSpPr>
          <p:nvPr>
            <p:ph type="body" idx="2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9" name="Google Shape;209;p2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46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4608">
          <p15:clr>
            <a:srgbClr val="FBAE40"/>
          </p15:clr>
        </p15:guide>
        <p15:guide id="2" pos="526">
          <p15:clr>
            <a:srgbClr val="FBAE40"/>
          </p15:clr>
        </p15:guide>
        <p15:guide id="3" pos="8718">
          <p15:clr>
            <a:srgbClr val="FBAE40"/>
          </p15:clr>
        </p15:guide>
        <p15:guide id="4" orient="horz" pos="388">
          <p15:clr>
            <a:srgbClr val="FBAE40"/>
          </p15:clr>
        </p15:guide>
        <p15:guide id="5" orient="horz" pos="466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 3">
  <p:cSld name="Timeline 3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1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12" name="Google Shape;212;p21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13" name="Google Shape;213;p21"/>
          <p:cNvSpPr txBox="1">
            <a:spLocks noGrp="1"/>
          </p:cNvSpPr>
          <p:nvPr>
            <p:ph type="body" idx="1"/>
          </p:nvPr>
        </p:nvSpPr>
        <p:spPr>
          <a:xfrm>
            <a:off x="1229028" y="-200344"/>
            <a:ext cx="664500" cy="49695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14" name="Google Shape;214;p21"/>
          <p:cNvSpPr txBox="1">
            <a:spLocks noGrp="1"/>
          </p:cNvSpPr>
          <p:nvPr>
            <p:ph type="body" idx="2"/>
          </p:nvPr>
        </p:nvSpPr>
        <p:spPr>
          <a:xfrm>
            <a:off x="1229028" y="2345784"/>
            <a:ext cx="1513000" cy="646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 b="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15" name="Google Shape;215;p21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16" name="Google Shape;216;p21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7" name="Google Shape;217;p21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18" name="Google Shape;218;p2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635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lendar">
  <p:cSld name="Calendar">
    <p:bg>
      <p:bgPr>
        <a:solidFill>
          <a:schemeClr val="lt1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2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21" name="Google Shape;221;p22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22" name="Google Shape;222;p22"/>
          <p:cNvSpPr>
            <a:spLocks noGrp="1"/>
          </p:cNvSpPr>
          <p:nvPr>
            <p:ph type="body" idx="1"/>
          </p:nvPr>
        </p:nvSpPr>
        <p:spPr>
          <a:xfrm>
            <a:off x="700073" y="309099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3" name="Google Shape;223;p22"/>
          <p:cNvSpPr>
            <a:spLocks noGrp="1"/>
          </p:cNvSpPr>
          <p:nvPr>
            <p:ph type="body" idx="2"/>
          </p:nvPr>
        </p:nvSpPr>
        <p:spPr>
          <a:xfrm>
            <a:off x="700073" y="372832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4" name="Google Shape;224;p22"/>
          <p:cNvSpPr>
            <a:spLocks noGrp="1"/>
          </p:cNvSpPr>
          <p:nvPr>
            <p:ph type="body" idx="3"/>
          </p:nvPr>
        </p:nvSpPr>
        <p:spPr>
          <a:xfrm>
            <a:off x="700073" y="436565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5" name="Google Shape;225;p22"/>
          <p:cNvSpPr>
            <a:spLocks noGrp="1"/>
          </p:cNvSpPr>
          <p:nvPr>
            <p:ph type="body" idx="4"/>
          </p:nvPr>
        </p:nvSpPr>
        <p:spPr>
          <a:xfrm>
            <a:off x="700073" y="500298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6" name="Google Shape;226;p22"/>
          <p:cNvSpPr txBox="1">
            <a:spLocks noGrp="1"/>
          </p:cNvSpPr>
          <p:nvPr>
            <p:ph type="body" idx="5"/>
          </p:nvPr>
        </p:nvSpPr>
        <p:spPr>
          <a:xfrm>
            <a:off x="2935089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7" name="Google Shape;227;p22"/>
          <p:cNvSpPr txBox="1">
            <a:spLocks noGrp="1"/>
          </p:cNvSpPr>
          <p:nvPr>
            <p:ph type="body" idx="6"/>
          </p:nvPr>
        </p:nvSpPr>
        <p:spPr>
          <a:xfrm>
            <a:off x="5184350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8" name="Google Shape;228;p22"/>
          <p:cNvSpPr txBox="1">
            <a:spLocks noGrp="1"/>
          </p:cNvSpPr>
          <p:nvPr>
            <p:ph type="body" idx="7"/>
          </p:nvPr>
        </p:nvSpPr>
        <p:spPr>
          <a:xfrm>
            <a:off x="7433611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9" name="Google Shape;229;p22"/>
          <p:cNvSpPr txBox="1">
            <a:spLocks noGrp="1"/>
          </p:cNvSpPr>
          <p:nvPr>
            <p:ph type="body" idx="8"/>
          </p:nvPr>
        </p:nvSpPr>
        <p:spPr>
          <a:xfrm>
            <a:off x="9682872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0" name="Google Shape;230;p22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31" name="Google Shape;231;p22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2" name="Google Shape;232;p22"/>
          <p:cNvSpPr txBox="1">
            <a:spLocks noGrp="1"/>
          </p:cNvSpPr>
          <p:nvPr>
            <p:ph type="body" idx="9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3" name="Google Shape;233;p22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330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Table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3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36" name="Google Shape;236;p23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37" name="Google Shape;237;p23"/>
          <p:cNvSpPr txBox="1">
            <a:spLocks noGrp="1"/>
          </p:cNvSpPr>
          <p:nvPr>
            <p:ph type="body" idx="1"/>
          </p:nvPr>
        </p:nvSpPr>
        <p:spPr>
          <a:xfrm>
            <a:off x="700088" y="1381125"/>
            <a:ext cx="5396000" cy="6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8" name="Google Shape;238;p23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39" name="Google Shape;239;p23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0" name="Google Shape;240;p23"/>
          <p:cNvSpPr txBox="1">
            <a:spLocks noGrp="1"/>
          </p:cNvSpPr>
          <p:nvPr>
            <p:ph type="body" idx="2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41" name="Google Shape;241;p2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3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+ picture">
  <p:cSld name="Table + picture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4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44" name="Google Shape;244;p24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45" name="Google Shape;245;p24"/>
          <p:cNvSpPr>
            <a:spLocks noGrp="1"/>
          </p:cNvSpPr>
          <p:nvPr>
            <p:ph type="pic" idx="2"/>
          </p:nvPr>
        </p:nvSpPr>
        <p:spPr>
          <a:xfrm>
            <a:off x="8323383" y="0"/>
            <a:ext cx="3868500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246" name="Google Shape;246;p24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47" name="Google Shape;247;p24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8" name="Google Shape;248;p24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49" name="Google Shape;249;p2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63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orient="horz" pos="388">
          <p15:clr>
            <a:srgbClr val="FBAE40"/>
          </p15:clr>
        </p15:guide>
        <p15:guide id="3" orient="horz" pos="466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comparisons">
  <p:cSld name="2 comparisons">
    <p:bg>
      <p:bgPr>
        <a:solidFill>
          <a:schemeClr val="lt1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5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52" name="Google Shape;252;p25"/>
          <p:cNvSpPr/>
          <p:nvPr/>
        </p:nvSpPr>
        <p:spPr>
          <a:xfrm rot="5400000">
            <a:off x="5704864" y="613589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53" name="Google Shape;253;p25"/>
          <p:cNvSpPr>
            <a:spLocks noGrp="1"/>
          </p:cNvSpPr>
          <p:nvPr>
            <p:ph type="body" idx="1"/>
          </p:nvPr>
        </p:nvSpPr>
        <p:spPr>
          <a:xfrm>
            <a:off x="695324" y="2100614"/>
            <a:ext cx="2617500" cy="11047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4" name="Google Shape;254;p25"/>
          <p:cNvSpPr>
            <a:spLocks noGrp="1"/>
          </p:cNvSpPr>
          <p:nvPr>
            <p:ph type="body" idx="2"/>
          </p:nvPr>
        </p:nvSpPr>
        <p:spPr>
          <a:xfrm>
            <a:off x="6380479" y="2100615"/>
            <a:ext cx="2617500" cy="1104750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5" name="Google Shape;255;p25"/>
          <p:cNvSpPr txBox="1">
            <a:spLocks noGrp="1"/>
          </p:cNvSpPr>
          <p:nvPr>
            <p:ph type="body" idx="3"/>
          </p:nvPr>
        </p:nvSpPr>
        <p:spPr>
          <a:xfrm>
            <a:off x="695324" y="3365314"/>
            <a:ext cx="5112000" cy="267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6" name="Google Shape;256;p25"/>
          <p:cNvSpPr txBox="1">
            <a:spLocks noGrp="1"/>
          </p:cNvSpPr>
          <p:nvPr>
            <p:ph type="body" idx="4"/>
          </p:nvPr>
        </p:nvSpPr>
        <p:spPr>
          <a:xfrm>
            <a:off x="6380479" y="3365314"/>
            <a:ext cx="5112000" cy="267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7" name="Google Shape;257;p25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58" name="Google Shape;258;p25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9" name="Google Shape;259;p25"/>
          <p:cNvSpPr txBox="1">
            <a:spLocks noGrp="1"/>
          </p:cNvSpPr>
          <p:nvPr>
            <p:ph type="body" idx="5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0" name="Google Shape;260;p25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579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s 2 pictures">
  <p:cSld name="Comparisons 2 pictures">
    <p:bg>
      <p:bgPr>
        <a:solidFill>
          <a:schemeClr val="lt1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6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63" name="Google Shape;263;p26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64" name="Google Shape;264;p26"/>
          <p:cNvSpPr>
            <a:spLocks noGrp="1"/>
          </p:cNvSpPr>
          <p:nvPr>
            <p:ph type="body" idx="1"/>
          </p:nvPr>
        </p:nvSpPr>
        <p:spPr>
          <a:xfrm>
            <a:off x="695325" y="1579911"/>
            <a:ext cx="5220000" cy="432000"/>
          </a:xfrm>
          <a:prstGeom prst="roundRect">
            <a:avLst>
              <a:gd name="adj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5" name="Google Shape;265;p26"/>
          <p:cNvSpPr>
            <a:spLocks noGrp="1"/>
          </p:cNvSpPr>
          <p:nvPr>
            <p:ph type="body" idx="2"/>
          </p:nvPr>
        </p:nvSpPr>
        <p:spPr>
          <a:xfrm>
            <a:off x="6278562" y="1579911"/>
            <a:ext cx="5231500" cy="432000"/>
          </a:xfrm>
          <a:prstGeom prst="roundRect">
            <a:avLst>
              <a:gd name="adj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6" name="Google Shape;266;p26"/>
          <p:cNvSpPr>
            <a:spLocks noGrp="1"/>
          </p:cNvSpPr>
          <p:nvPr>
            <p:ph type="pic" idx="3"/>
          </p:nvPr>
        </p:nvSpPr>
        <p:spPr>
          <a:xfrm>
            <a:off x="695325" y="2210792"/>
            <a:ext cx="52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67" name="Google Shape;267;p26"/>
          <p:cNvSpPr>
            <a:spLocks noGrp="1"/>
          </p:cNvSpPr>
          <p:nvPr>
            <p:ph type="pic" idx="4"/>
          </p:nvPr>
        </p:nvSpPr>
        <p:spPr>
          <a:xfrm>
            <a:off x="6278562" y="2208975"/>
            <a:ext cx="52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68" name="Google Shape;268;p26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69" name="Google Shape;269;p26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0" name="Google Shape;270;p26"/>
          <p:cNvSpPr txBox="1">
            <a:spLocks noGrp="1"/>
          </p:cNvSpPr>
          <p:nvPr>
            <p:ph type="body" idx="5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71" name="Google Shape;271;p26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41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s 3 pictures">
  <p:cSld name="Comparisons 3 pictures">
    <p:bg>
      <p:bgPr>
        <a:solidFill>
          <a:schemeClr val="lt1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7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74" name="Google Shape;274;p27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75" name="Google Shape;275;p27"/>
          <p:cNvSpPr>
            <a:spLocks noGrp="1"/>
          </p:cNvSpPr>
          <p:nvPr>
            <p:ph type="pic" idx="2"/>
          </p:nvPr>
        </p:nvSpPr>
        <p:spPr>
          <a:xfrm>
            <a:off x="695325" y="1843146"/>
            <a:ext cx="34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76" name="Google Shape;276;p27"/>
          <p:cNvSpPr>
            <a:spLocks noGrp="1"/>
          </p:cNvSpPr>
          <p:nvPr>
            <p:ph type="pic" idx="3"/>
          </p:nvPr>
        </p:nvSpPr>
        <p:spPr>
          <a:xfrm>
            <a:off x="4390758" y="1843146"/>
            <a:ext cx="34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77" name="Google Shape;277;p27"/>
          <p:cNvSpPr>
            <a:spLocks noGrp="1"/>
          </p:cNvSpPr>
          <p:nvPr>
            <p:ph type="pic" idx="4"/>
          </p:nvPr>
        </p:nvSpPr>
        <p:spPr>
          <a:xfrm>
            <a:off x="8077565" y="1838204"/>
            <a:ext cx="34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78" name="Google Shape;278;p27"/>
          <p:cNvSpPr txBox="1">
            <a:spLocks noGrp="1"/>
          </p:cNvSpPr>
          <p:nvPr>
            <p:ph type="body" idx="1"/>
          </p:nvPr>
        </p:nvSpPr>
        <p:spPr>
          <a:xfrm>
            <a:off x="695325" y="1375090"/>
            <a:ext cx="1188500" cy="8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79" name="Google Shape;279;p27"/>
          <p:cNvSpPr txBox="1">
            <a:spLocks noGrp="1"/>
          </p:cNvSpPr>
          <p:nvPr>
            <p:ph type="body" idx="5"/>
          </p:nvPr>
        </p:nvSpPr>
        <p:spPr>
          <a:xfrm>
            <a:off x="4391559" y="1294961"/>
            <a:ext cx="1188500" cy="8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0" name="Google Shape;280;p27"/>
          <p:cNvSpPr txBox="1">
            <a:spLocks noGrp="1"/>
          </p:cNvSpPr>
          <p:nvPr>
            <p:ph type="body" idx="6"/>
          </p:nvPr>
        </p:nvSpPr>
        <p:spPr>
          <a:xfrm>
            <a:off x="8077565" y="1294961"/>
            <a:ext cx="1188500" cy="8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1" name="Google Shape;281;p27"/>
          <p:cNvSpPr txBox="1">
            <a:spLocks noGrp="1"/>
          </p:cNvSpPr>
          <p:nvPr>
            <p:ph type="body" idx="7"/>
          </p:nvPr>
        </p:nvSpPr>
        <p:spPr>
          <a:xfrm>
            <a:off x="695325" y="5895861"/>
            <a:ext cx="3428750" cy="535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2" name="Google Shape;282;p27"/>
          <p:cNvSpPr txBox="1">
            <a:spLocks noGrp="1"/>
          </p:cNvSpPr>
          <p:nvPr>
            <p:ph type="body" idx="8"/>
          </p:nvPr>
        </p:nvSpPr>
        <p:spPr>
          <a:xfrm>
            <a:off x="4390758" y="5895861"/>
            <a:ext cx="3428750" cy="535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3" name="Google Shape;283;p27"/>
          <p:cNvSpPr txBox="1">
            <a:spLocks noGrp="1"/>
          </p:cNvSpPr>
          <p:nvPr>
            <p:ph type="body" idx="9"/>
          </p:nvPr>
        </p:nvSpPr>
        <p:spPr>
          <a:xfrm>
            <a:off x="8068048" y="5895861"/>
            <a:ext cx="3428750" cy="535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4" name="Google Shape;284;p27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85" name="Google Shape;285;p27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6" name="Google Shape;286;p27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7" name="Google Shape;287;p27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663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omparisons">
  <p:cSld name="3 comparisons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8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0" name="Google Shape;290;p28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1" name="Google Shape;291;p28"/>
          <p:cNvSpPr>
            <a:spLocks noGrp="1"/>
          </p:cNvSpPr>
          <p:nvPr>
            <p:ph type="body" idx="1"/>
          </p:nvPr>
        </p:nvSpPr>
        <p:spPr>
          <a:xfrm>
            <a:off x="2219326" y="2266309"/>
            <a:ext cx="1080000" cy="10800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2" name="Google Shape;292;p28"/>
          <p:cNvSpPr>
            <a:spLocks noGrp="1"/>
          </p:cNvSpPr>
          <p:nvPr>
            <p:ph type="body" idx="2"/>
          </p:nvPr>
        </p:nvSpPr>
        <p:spPr>
          <a:xfrm>
            <a:off x="5557852" y="2266309"/>
            <a:ext cx="1080000" cy="108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3" name="Google Shape;293;p28"/>
          <p:cNvSpPr>
            <a:spLocks noGrp="1"/>
          </p:cNvSpPr>
          <p:nvPr>
            <p:ph type="body" idx="3"/>
          </p:nvPr>
        </p:nvSpPr>
        <p:spPr>
          <a:xfrm>
            <a:off x="8896378" y="2266309"/>
            <a:ext cx="1080000" cy="10800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4" name="Google Shape;294;p28"/>
          <p:cNvSpPr txBox="1">
            <a:spLocks noGrp="1"/>
          </p:cNvSpPr>
          <p:nvPr>
            <p:ph type="body" idx="4"/>
          </p:nvPr>
        </p:nvSpPr>
        <p:spPr>
          <a:xfrm>
            <a:off x="2219325" y="4217061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5" name="Google Shape;295;p28"/>
          <p:cNvSpPr txBox="1">
            <a:spLocks noGrp="1"/>
          </p:cNvSpPr>
          <p:nvPr>
            <p:ph type="body" idx="5"/>
          </p:nvPr>
        </p:nvSpPr>
        <p:spPr>
          <a:xfrm>
            <a:off x="5557851" y="4217061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6" name="Google Shape;296;p28"/>
          <p:cNvSpPr txBox="1">
            <a:spLocks noGrp="1"/>
          </p:cNvSpPr>
          <p:nvPr>
            <p:ph type="body" idx="6"/>
          </p:nvPr>
        </p:nvSpPr>
        <p:spPr>
          <a:xfrm>
            <a:off x="8896378" y="4217061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7" name="Google Shape;297;p28"/>
          <p:cNvSpPr txBox="1">
            <a:spLocks noGrp="1"/>
          </p:cNvSpPr>
          <p:nvPr>
            <p:ph type="body" idx="7"/>
          </p:nvPr>
        </p:nvSpPr>
        <p:spPr>
          <a:xfrm>
            <a:off x="2219325" y="36547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8" name="Google Shape;298;p28"/>
          <p:cNvSpPr txBox="1">
            <a:spLocks noGrp="1"/>
          </p:cNvSpPr>
          <p:nvPr>
            <p:ph type="body" idx="8"/>
          </p:nvPr>
        </p:nvSpPr>
        <p:spPr>
          <a:xfrm>
            <a:off x="5557851" y="36547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9" name="Google Shape;299;p28"/>
          <p:cNvSpPr txBox="1">
            <a:spLocks noGrp="1"/>
          </p:cNvSpPr>
          <p:nvPr>
            <p:ph type="body" idx="9"/>
          </p:nvPr>
        </p:nvSpPr>
        <p:spPr>
          <a:xfrm>
            <a:off x="8896377" y="36547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0" name="Google Shape;300;p28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01" name="Google Shape;301;p28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2" name="Google Shape;302;p28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3" name="Google Shape;303;p28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168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718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2 graphs">
  <p:cSld name="Comparison 2 graphs"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9"/>
          <p:cNvSpPr txBox="1">
            <a:spLocks noGrp="1"/>
          </p:cNvSpPr>
          <p:nvPr>
            <p:ph type="body" idx="1"/>
          </p:nvPr>
        </p:nvSpPr>
        <p:spPr>
          <a:xfrm>
            <a:off x="6448514" y="2378385"/>
            <a:ext cx="5084750" cy="3240000"/>
          </a:xfrm>
          <a:prstGeom prst="rect">
            <a:avLst/>
          </a:prstGeom>
          <a:noFill/>
          <a:ln w="114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6" name="Google Shape;306;p29"/>
          <p:cNvSpPr>
            <a:spLocks noGrp="1"/>
          </p:cNvSpPr>
          <p:nvPr>
            <p:ph type="body" idx="2"/>
          </p:nvPr>
        </p:nvSpPr>
        <p:spPr>
          <a:xfrm>
            <a:off x="8270851" y="1624070"/>
            <a:ext cx="1440000" cy="14400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7" name="Google Shape;307;p29"/>
          <p:cNvSpPr txBox="1">
            <a:spLocks noGrp="1"/>
          </p:cNvSpPr>
          <p:nvPr>
            <p:ph type="body" idx="3"/>
          </p:nvPr>
        </p:nvSpPr>
        <p:spPr>
          <a:xfrm>
            <a:off x="695324" y="2378385"/>
            <a:ext cx="5066250" cy="3240000"/>
          </a:xfrm>
          <a:prstGeom prst="rect">
            <a:avLst/>
          </a:prstGeom>
          <a:noFill/>
          <a:ln w="114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8" name="Google Shape;308;p29"/>
          <p:cNvSpPr>
            <a:spLocks noGrp="1"/>
          </p:cNvSpPr>
          <p:nvPr>
            <p:ph type="body" idx="4"/>
          </p:nvPr>
        </p:nvSpPr>
        <p:spPr>
          <a:xfrm>
            <a:off x="2488695" y="1675344"/>
            <a:ext cx="1440000" cy="14400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9" name="Google Shape;309;p29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0" name="Google Shape;310;p29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1" name="Google Shape;311;p29"/>
          <p:cNvSpPr>
            <a:spLocks noGrp="1"/>
          </p:cNvSpPr>
          <p:nvPr>
            <p:ph type="chart" idx="5"/>
          </p:nvPr>
        </p:nvSpPr>
        <p:spPr>
          <a:xfrm>
            <a:off x="1147748" y="3302342"/>
            <a:ext cx="4183000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312" name="Google Shape;312;p29"/>
          <p:cNvSpPr txBox="1">
            <a:spLocks noGrp="1"/>
          </p:cNvSpPr>
          <p:nvPr>
            <p:ph type="body" idx="6"/>
          </p:nvPr>
        </p:nvSpPr>
        <p:spPr>
          <a:xfrm>
            <a:off x="1618484" y="5701034"/>
            <a:ext cx="32200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3" name="Google Shape;313;p29"/>
          <p:cNvSpPr txBox="1">
            <a:spLocks noGrp="1"/>
          </p:cNvSpPr>
          <p:nvPr>
            <p:ph type="body" idx="7"/>
          </p:nvPr>
        </p:nvSpPr>
        <p:spPr>
          <a:xfrm>
            <a:off x="2493726" y="402069"/>
            <a:ext cx="1435000" cy="397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2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4" name="Google Shape;314;p29"/>
          <p:cNvSpPr>
            <a:spLocks noGrp="1"/>
          </p:cNvSpPr>
          <p:nvPr>
            <p:ph type="chart" idx="8"/>
          </p:nvPr>
        </p:nvSpPr>
        <p:spPr>
          <a:xfrm>
            <a:off x="6926095" y="3302342"/>
            <a:ext cx="4118250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315" name="Google Shape;315;p29"/>
          <p:cNvSpPr txBox="1">
            <a:spLocks noGrp="1"/>
          </p:cNvSpPr>
          <p:nvPr>
            <p:ph type="body" idx="9"/>
          </p:nvPr>
        </p:nvSpPr>
        <p:spPr>
          <a:xfrm>
            <a:off x="7380903" y="5702768"/>
            <a:ext cx="32200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6" name="Google Shape;316;p29"/>
          <p:cNvSpPr txBox="1">
            <a:spLocks noGrp="1"/>
          </p:cNvSpPr>
          <p:nvPr>
            <p:ph type="body" idx="13"/>
          </p:nvPr>
        </p:nvSpPr>
        <p:spPr>
          <a:xfrm>
            <a:off x="8268336" y="388482"/>
            <a:ext cx="1435000" cy="397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2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7" name="Google Shape;317;p29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18" name="Google Shape;318;p29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9" name="Google Shape;319;p29"/>
          <p:cNvSpPr txBox="1">
            <a:spLocks noGrp="1"/>
          </p:cNvSpPr>
          <p:nvPr>
            <p:ph type="body" idx="1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0" name="Google Shape;320;p29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978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718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parts">
  <p:cSld name="Comparison 3 parts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0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23" name="Google Shape;323;p30"/>
          <p:cNvSpPr/>
          <p:nvPr/>
        </p:nvSpPr>
        <p:spPr>
          <a:xfrm rot="5400000">
            <a:off x="5762888" y="616553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24" name="Google Shape;324;p30"/>
          <p:cNvSpPr txBox="1">
            <a:spLocks noGrp="1"/>
          </p:cNvSpPr>
          <p:nvPr>
            <p:ph type="body" idx="1"/>
          </p:nvPr>
        </p:nvSpPr>
        <p:spPr>
          <a:xfrm>
            <a:off x="695324" y="2378385"/>
            <a:ext cx="3240000" cy="32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5" name="Google Shape;325;p30"/>
          <p:cNvSpPr txBox="1">
            <a:spLocks noGrp="1"/>
          </p:cNvSpPr>
          <p:nvPr>
            <p:ph type="body" idx="2"/>
          </p:nvPr>
        </p:nvSpPr>
        <p:spPr>
          <a:xfrm>
            <a:off x="4476000" y="2378385"/>
            <a:ext cx="3240000" cy="324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6" name="Google Shape;326;p30"/>
          <p:cNvSpPr txBox="1">
            <a:spLocks noGrp="1"/>
          </p:cNvSpPr>
          <p:nvPr>
            <p:ph type="body" idx="3"/>
          </p:nvPr>
        </p:nvSpPr>
        <p:spPr>
          <a:xfrm>
            <a:off x="8293188" y="2378385"/>
            <a:ext cx="3240000" cy="324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7" name="Google Shape;327;p30"/>
          <p:cNvSpPr txBox="1">
            <a:spLocks noGrp="1"/>
          </p:cNvSpPr>
          <p:nvPr>
            <p:ph type="body" idx="4"/>
          </p:nvPr>
        </p:nvSpPr>
        <p:spPr>
          <a:xfrm>
            <a:off x="8537452" y="3444217"/>
            <a:ext cx="2759750" cy="479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8" name="Google Shape;328;p30"/>
          <p:cNvSpPr txBox="1">
            <a:spLocks noGrp="1"/>
          </p:cNvSpPr>
          <p:nvPr>
            <p:ph type="body" idx="5"/>
          </p:nvPr>
        </p:nvSpPr>
        <p:spPr>
          <a:xfrm>
            <a:off x="8537452" y="2881883"/>
            <a:ext cx="1836000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9" name="Google Shape;329;p30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30" name="Google Shape;330;p30"/>
          <p:cNvSpPr txBox="1">
            <a:spLocks noGrp="1"/>
          </p:cNvSpPr>
          <p:nvPr>
            <p:ph type="body" idx="6"/>
          </p:nvPr>
        </p:nvSpPr>
        <p:spPr>
          <a:xfrm>
            <a:off x="4716115" y="3444217"/>
            <a:ext cx="2759750" cy="479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1" name="Google Shape;331;p30"/>
          <p:cNvSpPr txBox="1">
            <a:spLocks noGrp="1"/>
          </p:cNvSpPr>
          <p:nvPr>
            <p:ph type="body" idx="7"/>
          </p:nvPr>
        </p:nvSpPr>
        <p:spPr>
          <a:xfrm>
            <a:off x="4716115" y="2881883"/>
            <a:ext cx="1836000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2" name="Google Shape;332;p30"/>
          <p:cNvSpPr txBox="1">
            <a:spLocks noGrp="1"/>
          </p:cNvSpPr>
          <p:nvPr>
            <p:ph type="body" idx="8"/>
          </p:nvPr>
        </p:nvSpPr>
        <p:spPr>
          <a:xfrm>
            <a:off x="914230" y="3429000"/>
            <a:ext cx="2759750" cy="479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3" name="Google Shape;333;p30"/>
          <p:cNvSpPr txBox="1">
            <a:spLocks noGrp="1"/>
          </p:cNvSpPr>
          <p:nvPr>
            <p:ph type="body" idx="9"/>
          </p:nvPr>
        </p:nvSpPr>
        <p:spPr>
          <a:xfrm>
            <a:off x="914230" y="2866666"/>
            <a:ext cx="1836000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4" name="Google Shape;334;p30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35" name="Google Shape;335;p3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6" name="Google Shape;336;p30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7" name="Google Shape;337;p3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834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718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 omparisons 3 big blocks">
  <p:cSld name="C omparisons 3 big blocks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1"/>
          <p:cNvSpPr txBox="1">
            <a:spLocks noGrp="1"/>
          </p:cNvSpPr>
          <p:nvPr>
            <p:ph type="body" idx="1"/>
          </p:nvPr>
        </p:nvSpPr>
        <p:spPr>
          <a:xfrm>
            <a:off x="703486" y="1430204"/>
            <a:ext cx="3240000" cy="154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40" name="Google Shape;340;p31"/>
          <p:cNvSpPr txBox="1">
            <a:spLocks noGrp="1"/>
          </p:cNvSpPr>
          <p:nvPr>
            <p:ph type="body" idx="2"/>
          </p:nvPr>
        </p:nvSpPr>
        <p:spPr>
          <a:xfrm>
            <a:off x="8249531" y="2983054"/>
            <a:ext cx="3240000" cy="15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41" name="Google Shape;341;p31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42" name="Google Shape;342;p31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43" name="Google Shape;343;p31"/>
          <p:cNvSpPr>
            <a:spLocks noGrp="1"/>
          </p:cNvSpPr>
          <p:nvPr>
            <p:ph type="pic" idx="3"/>
          </p:nvPr>
        </p:nvSpPr>
        <p:spPr>
          <a:xfrm>
            <a:off x="3943350" y="1430204"/>
            <a:ext cx="7545500" cy="154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44" name="Google Shape;344;p31"/>
          <p:cNvSpPr>
            <a:spLocks noGrp="1"/>
          </p:cNvSpPr>
          <p:nvPr>
            <p:ph type="pic" idx="4"/>
          </p:nvPr>
        </p:nvSpPr>
        <p:spPr>
          <a:xfrm>
            <a:off x="702469" y="2983054"/>
            <a:ext cx="7545500" cy="154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45" name="Google Shape;345;p31"/>
          <p:cNvSpPr>
            <a:spLocks noGrp="1"/>
          </p:cNvSpPr>
          <p:nvPr>
            <p:ph type="pic" idx="5"/>
          </p:nvPr>
        </p:nvSpPr>
        <p:spPr>
          <a:xfrm>
            <a:off x="3943350" y="4531054"/>
            <a:ext cx="7545500" cy="154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6" name="Google Shape;346;p31"/>
          <p:cNvSpPr txBox="1">
            <a:spLocks noGrp="1"/>
          </p:cNvSpPr>
          <p:nvPr>
            <p:ph type="body" idx="6"/>
          </p:nvPr>
        </p:nvSpPr>
        <p:spPr>
          <a:xfrm>
            <a:off x="710630" y="4531054"/>
            <a:ext cx="3240000" cy="154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47" name="Google Shape;347;p31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48" name="Google Shape;348;p31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9" name="Google Shape;349;p31"/>
          <p:cNvSpPr txBox="1">
            <a:spLocks noGrp="1"/>
          </p:cNvSpPr>
          <p:nvPr>
            <p:ph type="body" idx="7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50" name="Google Shape;350;p3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553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êle mêle">
  <p:cSld name="Pêle mêle"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2"/>
          <p:cNvSpPr txBox="1">
            <a:spLocks noGrp="1"/>
          </p:cNvSpPr>
          <p:nvPr>
            <p:ph type="body" idx="1"/>
          </p:nvPr>
        </p:nvSpPr>
        <p:spPr>
          <a:xfrm>
            <a:off x="703486" y="1891076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53" name="Google Shape;353;p32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54" name="Google Shape;354;p32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55" name="Google Shape;355;p32"/>
          <p:cNvSpPr>
            <a:spLocks noGrp="1"/>
          </p:cNvSpPr>
          <p:nvPr>
            <p:ph type="pic" idx="2"/>
          </p:nvPr>
        </p:nvSpPr>
        <p:spPr>
          <a:xfrm>
            <a:off x="2877743" y="1891076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6" name="Google Shape;356;p32"/>
          <p:cNvSpPr txBox="1">
            <a:spLocks noGrp="1"/>
          </p:cNvSpPr>
          <p:nvPr>
            <p:ph type="body" idx="3"/>
          </p:nvPr>
        </p:nvSpPr>
        <p:spPr>
          <a:xfrm>
            <a:off x="2873662" y="4077850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accen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57" name="Google Shape;357;p32"/>
          <p:cNvSpPr>
            <a:spLocks noGrp="1"/>
          </p:cNvSpPr>
          <p:nvPr>
            <p:ph type="pic" idx="4"/>
          </p:nvPr>
        </p:nvSpPr>
        <p:spPr>
          <a:xfrm>
            <a:off x="695325" y="4077850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8" name="Google Shape;358;p32"/>
          <p:cNvSpPr>
            <a:spLocks noGrp="1"/>
          </p:cNvSpPr>
          <p:nvPr>
            <p:ph type="pic" idx="5"/>
          </p:nvPr>
        </p:nvSpPr>
        <p:spPr>
          <a:xfrm>
            <a:off x="5051999" y="4077850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9" name="Google Shape;359;p32"/>
          <p:cNvSpPr txBox="1">
            <a:spLocks noGrp="1"/>
          </p:cNvSpPr>
          <p:nvPr>
            <p:ph type="body" idx="6"/>
          </p:nvPr>
        </p:nvSpPr>
        <p:spPr>
          <a:xfrm>
            <a:off x="7230336" y="4077850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0" name="Google Shape;360;p32"/>
          <p:cNvSpPr>
            <a:spLocks noGrp="1"/>
          </p:cNvSpPr>
          <p:nvPr>
            <p:ph type="pic" idx="7"/>
          </p:nvPr>
        </p:nvSpPr>
        <p:spPr>
          <a:xfrm>
            <a:off x="9408675" y="4077850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1" name="Google Shape;361;p32"/>
          <p:cNvSpPr>
            <a:spLocks noGrp="1"/>
          </p:cNvSpPr>
          <p:nvPr>
            <p:ph type="pic" idx="8"/>
          </p:nvPr>
        </p:nvSpPr>
        <p:spPr>
          <a:xfrm>
            <a:off x="7226257" y="1891076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2" name="Google Shape;362;p32"/>
          <p:cNvSpPr txBox="1">
            <a:spLocks noGrp="1"/>
          </p:cNvSpPr>
          <p:nvPr>
            <p:ph type="body" idx="9"/>
          </p:nvPr>
        </p:nvSpPr>
        <p:spPr>
          <a:xfrm>
            <a:off x="5052000" y="1891076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3" name="Google Shape;363;p32"/>
          <p:cNvSpPr txBox="1">
            <a:spLocks noGrp="1"/>
          </p:cNvSpPr>
          <p:nvPr>
            <p:ph type="body" idx="13"/>
          </p:nvPr>
        </p:nvSpPr>
        <p:spPr>
          <a:xfrm>
            <a:off x="9400514" y="1891076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4" name="Google Shape;364;p32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65" name="Google Shape;365;p32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6" name="Google Shape;366;p32"/>
          <p:cNvSpPr txBox="1">
            <a:spLocks noGrp="1"/>
          </p:cNvSpPr>
          <p:nvPr>
            <p:ph type="body" idx="1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7" name="Google Shape;367;p32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023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ey figures">
  <p:cSld name="Key figures"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3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70" name="Google Shape;370;p33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71" name="Google Shape;371;p33"/>
          <p:cNvSpPr>
            <a:spLocks noGrp="1"/>
          </p:cNvSpPr>
          <p:nvPr>
            <p:ph type="pic" idx="2"/>
          </p:nvPr>
        </p:nvSpPr>
        <p:spPr>
          <a:xfrm>
            <a:off x="6792000" y="0"/>
            <a:ext cx="5400000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72" name="Google Shape;372;p33"/>
          <p:cNvSpPr txBox="1">
            <a:spLocks noGrp="1"/>
          </p:cNvSpPr>
          <p:nvPr>
            <p:ph type="body" idx="1"/>
          </p:nvPr>
        </p:nvSpPr>
        <p:spPr>
          <a:xfrm>
            <a:off x="700073" y="3027081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3" name="Google Shape;373;p33"/>
          <p:cNvSpPr txBox="1">
            <a:spLocks noGrp="1"/>
          </p:cNvSpPr>
          <p:nvPr>
            <p:ph type="body" idx="3"/>
          </p:nvPr>
        </p:nvSpPr>
        <p:spPr>
          <a:xfrm>
            <a:off x="4311826" y="3048171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4" name="Google Shape;374;p33"/>
          <p:cNvSpPr txBox="1">
            <a:spLocks noGrp="1"/>
          </p:cNvSpPr>
          <p:nvPr>
            <p:ph type="body" idx="4"/>
          </p:nvPr>
        </p:nvSpPr>
        <p:spPr>
          <a:xfrm>
            <a:off x="4320854" y="5228332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5" name="Google Shape;375;p33"/>
          <p:cNvSpPr txBox="1">
            <a:spLocks noGrp="1"/>
          </p:cNvSpPr>
          <p:nvPr>
            <p:ph type="body" idx="5"/>
          </p:nvPr>
        </p:nvSpPr>
        <p:spPr>
          <a:xfrm>
            <a:off x="700073" y="5227668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6" name="Google Shape;376;p33"/>
          <p:cNvSpPr txBox="1">
            <a:spLocks noGrp="1"/>
          </p:cNvSpPr>
          <p:nvPr>
            <p:ph type="body" idx="6"/>
          </p:nvPr>
        </p:nvSpPr>
        <p:spPr>
          <a:xfrm>
            <a:off x="700073" y="2049355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7"/>
          </p:nvPr>
        </p:nvSpPr>
        <p:spPr>
          <a:xfrm>
            <a:off x="700073" y="4230420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8" name="Google Shape;378;p33"/>
          <p:cNvSpPr txBox="1">
            <a:spLocks noGrp="1"/>
          </p:cNvSpPr>
          <p:nvPr>
            <p:ph type="body" idx="8"/>
          </p:nvPr>
        </p:nvSpPr>
        <p:spPr>
          <a:xfrm>
            <a:off x="4311826" y="2035124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9" name="Google Shape;379;p33"/>
          <p:cNvSpPr txBox="1">
            <a:spLocks noGrp="1"/>
          </p:cNvSpPr>
          <p:nvPr>
            <p:ph type="body" idx="9"/>
          </p:nvPr>
        </p:nvSpPr>
        <p:spPr>
          <a:xfrm>
            <a:off x="4324202" y="4198658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80" name="Google Shape;380;p33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81" name="Google Shape;381;p33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2" name="Google Shape;382;p33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83" name="Google Shape;383;p3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02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orient="horz" pos="388">
          <p15:clr>
            <a:srgbClr val="FBAE40"/>
          </p15:clr>
        </p15:guide>
        <p15:guide id="3" orient="horz" pos="466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martArt">
  <p:cSld name="SmartArt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4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86" name="Google Shape;386;p34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87" name="Google Shape;387;p34"/>
          <p:cNvSpPr>
            <a:spLocks noGrp="1"/>
          </p:cNvSpPr>
          <p:nvPr>
            <p:ph type="dgm" idx="2"/>
          </p:nvPr>
        </p:nvSpPr>
        <p:spPr>
          <a:xfrm>
            <a:off x="699465" y="1974850"/>
            <a:ext cx="10810000" cy="31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 SmartArt</a:t>
            </a:r>
            <a:endParaRPr/>
          </a:p>
        </p:txBody>
      </p:sp>
      <p:sp>
        <p:nvSpPr>
          <p:cNvPr id="388" name="Google Shape;388;p34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89" name="Google Shape;389;p34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0" name="Google Shape;390;p34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91" name="Google Shape;391;p3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">
  <p:cSld name="Graph"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5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94" name="Google Shape;394;p35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95" name="Google Shape;395;p35"/>
          <p:cNvSpPr>
            <a:spLocks noGrp="1"/>
          </p:cNvSpPr>
          <p:nvPr>
            <p:ph type="chart" idx="2"/>
          </p:nvPr>
        </p:nvSpPr>
        <p:spPr>
          <a:xfrm>
            <a:off x="700088" y="1789113"/>
            <a:ext cx="10809250" cy="37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396" name="Google Shape;396;p35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97" name="Google Shape;397;p35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8" name="Google Shape;398;p35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99" name="Google Shape;399;p35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461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 + picture">
  <p:cSld name="Graph + picture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6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02" name="Google Shape;402;p36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03" name="Google Shape;403;p36"/>
          <p:cNvSpPr>
            <a:spLocks noGrp="1"/>
          </p:cNvSpPr>
          <p:nvPr>
            <p:ph type="chart" idx="2"/>
          </p:nvPr>
        </p:nvSpPr>
        <p:spPr>
          <a:xfrm>
            <a:off x="700089" y="1789113"/>
            <a:ext cx="5396000" cy="37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404" name="Google Shape;404;p36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05" name="Google Shape;405;p36"/>
          <p:cNvSpPr>
            <a:spLocks noGrp="1"/>
          </p:cNvSpPr>
          <p:nvPr>
            <p:ph type="pic" idx="3"/>
          </p:nvPr>
        </p:nvSpPr>
        <p:spPr>
          <a:xfrm>
            <a:off x="6267450" y="0"/>
            <a:ext cx="5924500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cxnSp>
        <p:nvCxnSpPr>
          <p:cNvPr id="406" name="Google Shape;406;p36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7" name="Google Shape;407;p36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08" name="Google Shape;408;p36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649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bg>
      <p:bgPr>
        <a:solidFill>
          <a:schemeClr val="lt1"/>
        </a:solidFill>
        <a:effectLst/>
      </p:bgPr>
    </p:bg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7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11" name="Google Shape;411;p37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12" name="Google Shape;412;p37"/>
          <p:cNvSpPr>
            <a:spLocks noGrp="1"/>
          </p:cNvSpPr>
          <p:nvPr>
            <p:ph type="pic" idx="2"/>
          </p:nvPr>
        </p:nvSpPr>
        <p:spPr>
          <a:xfrm>
            <a:off x="1030605" y="297679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3" name="Google Shape;413;p37"/>
          <p:cNvSpPr>
            <a:spLocks noGrp="1"/>
          </p:cNvSpPr>
          <p:nvPr>
            <p:ph type="pic" idx="3"/>
          </p:nvPr>
        </p:nvSpPr>
        <p:spPr>
          <a:xfrm>
            <a:off x="3365116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4" name="Google Shape;414;p37"/>
          <p:cNvSpPr>
            <a:spLocks noGrp="1"/>
          </p:cNvSpPr>
          <p:nvPr>
            <p:ph type="pic" idx="4"/>
          </p:nvPr>
        </p:nvSpPr>
        <p:spPr>
          <a:xfrm>
            <a:off x="5069078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5" name="Google Shape;415;p37"/>
          <p:cNvSpPr>
            <a:spLocks noGrp="1"/>
          </p:cNvSpPr>
          <p:nvPr>
            <p:ph type="pic" idx="5"/>
          </p:nvPr>
        </p:nvSpPr>
        <p:spPr>
          <a:xfrm>
            <a:off x="6773040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6" name="Google Shape;416;p37"/>
          <p:cNvSpPr>
            <a:spLocks noGrp="1"/>
          </p:cNvSpPr>
          <p:nvPr>
            <p:ph type="pic" idx="6"/>
          </p:nvPr>
        </p:nvSpPr>
        <p:spPr>
          <a:xfrm>
            <a:off x="8477002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7" name="Google Shape;417;p37"/>
          <p:cNvSpPr>
            <a:spLocks noGrp="1"/>
          </p:cNvSpPr>
          <p:nvPr>
            <p:ph type="pic" idx="7"/>
          </p:nvPr>
        </p:nvSpPr>
        <p:spPr>
          <a:xfrm>
            <a:off x="3366386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8" name="Google Shape;418;p37"/>
          <p:cNvSpPr>
            <a:spLocks noGrp="1"/>
          </p:cNvSpPr>
          <p:nvPr>
            <p:ph type="pic" idx="8"/>
          </p:nvPr>
        </p:nvSpPr>
        <p:spPr>
          <a:xfrm>
            <a:off x="5070348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9" name="Google Shape;419;p37"/>
          <p:cNvSpPr>
            <a:spLocks noGrp="1"/>
          </p:cNvSpPr>
          <p:nvPr>
            <p:ph type="pic" idx="9"/>
          </p:nvPr>
        </p:nvSpPr>
        <p:spPr>
          <a:xfrm>
            <a:off x="6774310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20" name="Google Shape;420;p37"/>
          <p:cNvSpPr>
            <a:spLocks noGrp="1"/>
          </p:cNvSpPr>
          <p:nvPr>
            <p:ph type="pic" idx="13"/>
          </p:nvPr>
        </p:nvSpPr>
        <p:spPr>
          <a:xfrm>
            <a:off x="8478272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21" name="Google Shape;421;p37"/>
          <p:cNvSpPr txBox="1">
            <a:spLocks noGrp="1"/>
          </p:cNvSpPr>
          <p:nvPr>
            <p:ph type="body" idx="1"/>
          </p:nvPr>
        </p:nvSpPr>
        <p:spPr>
          <a:xfrm>
            <a:off x="836501" y="402573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2" name="Google Shape;422;p37"/>
          <p:cNvSpPr txBox="1">
            <a:spLocks noGrp="1"/>
          </p:cNvSpPr>
          <p:nvPr>
            <p:ph type="body" idx="14"/>
          </p:nvPr>
        </p:nvSpPr>
        <p:spPr>
          <a:xfrm>
            <a:off x="836501" y="4231954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3" name="Google Shape;423;p37"/>
          <p:cNvSpPr txBox="1">
            <a:spLocks noGrp="1"/>
          </p:cNvSpPr>
          <p:nvPr>
            <p:ph type="body" idx="15"/>
          </p:nvPr>
        </p:nvSpPr>
        <p:spPr>
          <a:xfrm>
            <a:off x="3181655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4" name="Google Shape;424;p37"/>
          <p:cNvSpPr txBox="1">
            <a:spLocks noGrp="1"/>
          </p:cNvSpPr>
          <p:nvPr>
            <p:ph type="body" idx="16"/>
          </p:nvPr>
        </p:nvSpPr>
        <p:spPr>
          <a:xfrm>
            <a:off x="3181655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5" name="Google Shape;425;p37"/>
          <p:cNvSpPr txBox="1">
            <a:spLocks noGrp="1"/>
          </p:cNvSpPr>
          <p:nvPr>
            <p:ph type="body" idx="17"/>
          </p:nvPr>
        </p:nvSpPr>
        <p:spPr>
          <a:xfrm>
            <a:off x="4880753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6" name="Google Shape;426;p37"/>
          <p:cNvSpPr txBox="1">
            <a:spLocks noGrp="1"/>
          </p:cNvSpPr>
          <p:nvPr>
            <p:ph type="body" idx="18"/>
          </p:nvPr>
        </p:nvSpPr>
        <p:spPr>
          <a:xfrm>
            <a:off x="4880753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7" name="Google Shape;427;p37"/>
          <p:cNvSpPr txBox="1">
            <a:spLocks noGrp="1"/>
          </p:cNvSpPr>
          <p:nvPr>
            <p:ph type="body" idx="19"/>
          </p:nvPr>
        </p:nvSpPr>
        <p:spPr>
          <a:xfrm>
            <a:off x="6585661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8" name="Google Shape;428;p37"/>
          <p:cNvSpPr txBox="1">
            <a:spLocks noGrp="1"/>
          </p:cNvSpPr>
          <p:nvPr>
            <p:ph type="body" idx="20"/>
          </p:nvPr>
        </p:nvSpPr>
        <p:spPr>
          <a:xfrm>
            <a:off x="6585661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21"/>
          </p:nvPr>
        </p:nvSpPr>
        <p:spPr>
          <a:xfrm>
            <a:off x="8284759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0" name="Google Shape;430;p37"/>
          <p:cNvSpPr txBox="1">
            <a:spLocks noGrp="1"/>
          </p:cNvSpPr>
          <p:nvPr>
            <p:ph type="body" idx="22"/>
          </p:nvPr>
        </p:nvSpPr>
        <p:spPr>
          <a:xfrm>
            <a:off x="8284759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1" name="Google Shape;431;p37"/>
          <p:cNvSpPr txBox="1">
            <a:spLocks noGrp="1"/>
          </p:cNvSpPr>
          <p:nvPr>
            <p:ph type="body" idx="23"/>
          </p:nvPr>
        </p:nvSpPr>
        <p:spPr>
          <a:xfrm>
            <a:off x="3181655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2" name="Google Shape;432;p37"/>
          <p:cNvSpPr txBox="1">
            <a:spLocks noGrp="1"/>
          </p:cNvSpPr>
          <p:nvPr>
            <p:ph type="body" idx="24"/>
          </p:nvPr>
        </p:nvSpPr>
        <p:spPr>
          <a:xfrm>
            <a:off x="3181655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3" name="Google Shape;433;p37"/>
          <p:cNvSpPr txBox="1">
            <a:spLocks noGrp="1"/>
          </p:cNvSpPr>
          <p:nvPr>
            <p:ph type="body" idx="25"/>
          </p:nvPr>
        </p:nvSpPr>
        <p:spPr>
          <a:xfrm>
            <a:off x="4880753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4" name="Google Shape;434;p37"/>
          <p:cNvSpPr txBox="1">
            <a:spLocks noGrp="1"/>
          </p:cNvSpPr>
          <p:nvPr>
            <p:ph type="body" idx="26"/>
          </p:nvPr>
        </p:nvSpPr>
        <p:spPr>
          <a:xfrm>
            <a:off x="4880753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5" name="Google Shape;435;p37"/>
          <p:cNvSpPr txBox="1">
            <a:spLocks noGrp="1"/>
          </p:cNvSpPr>
          <p:nvPr>
            <p:ph type="body" idx="27"/>
          </p:nvPr>
        </p:nvSpPr>
        <p:spPr>
          <a:xfrm>
            <a:off x="6585661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6" name="Google Shape;436;p37"/>
          <p:cNvSpPr txBox="1">
            <a:spLocks noGrp="1"/>
          </p:cNvSpPr>
          <p:nvPr>
            <p:ph type="body" idx="28"/>
          </p:nvPr>
        </p:nvSpPr>
        <p:spPr>
          <a:xfrm>
            <a:off x="6585661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7" name="Google Shape;437;p37"/>
          <p:cNvSpPr txBox="1">
            <a:spLocks noGrp="1"/>
          </p:cNvSpPr>
          <p:nvPr>
            <p:ph type="body" idx="29"/>
          </p:nvPr>
        </p:nvSpPr>
        <p:spPr>
          <a:xfrm>
            <a:off x="8284759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8" name="Google Shape;438;p37"/>
          <p:cNvSpPr txBox="1">
            <a:spLocks noGrp="1"/>
          </p:cNvSpPr>
          <p:nvPr>
            <p:ph type="body" idx="30"/>
          </p:nvPr>
        </p:nvSpPr>
        <p:spPr>
          <a:xfrm>
            <a:off x="8284759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9" name="Google Shape;439;p37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440" name="Google Shape;440;p37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1" name="Google Shape;441;p37"/>
          <p:cNvSpPr txBox="1">
            <a:spLocks noGrp="1"/>
          </p:cNvSpPr>
          <p:nvPr>
            <p:ph type="body" idx="3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42" name="Google Shape;442;p37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604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wallpaper">
  <p:cSld name="Text + wallpap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8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45" name="Google Shape;445;p38"/>
          <p:cNvSpPr txBox="1">
            <a:spLocks noGrp="1"/>
          </p:cNvSpPr>
          <p:nvPr>
            <p:ph type="body" idx="1"/>
          </p:nvPr>
        </p:nvSpPr>
        <p:spPr>
          <a:xfrm>
            <a:off x="700073" y="1589148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46" name="Google Shape;446;p38"/>
          <p:cNvSpPr txBox="1">
            <a:spLocks noGrp="1"/>
          </p:cNvSpPr>
          <p:nvPr>
            <p:ph type="body" idx="2"/>
          </p:nvPr>
        </p:nvSpPr>
        <p:spPr>
          <a:xfrm>
            <a:off x="700073" y="2369002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47" name="Google Shape;447;p38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48" name="Google Shape;448;p38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49" name="Google Shape;449;p38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50" name="Google Shape;450;p38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60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+ wallpaper">
  <p:cSld name="Quote + wallpap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39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53" name="Google Shape;453;p39"/>
          <p:cNvSpPr/>
          <p:nvPr/>
        </p:nvSpPr>
        <p:spPr>
          <a:xfrm>
            <a:off x="1635046" y="1259840"/>
            <a:ext cx="8922000" cy="3820250"/>
          </a:xfrm>
          <a:prstGeom prst="roundRect">
            <a:avLst>
              <a:gd name="adj" fmla="val 50000"/>
            </a:avLst>
          </a:prstGeom>
          <a:solidFill>
            <a:schemeClr val="lt1">
              <a:alpha val="60000"/>
            </a:schemeClr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54" name="Google Shape;454;p39"/>
          <p:cNvSpPr txBox="1">
            <a:spLocks noGrp="1"/>
          </p:cNvSpPr>
          <p:nvPr>
            <p:ph type="body" idx="1"/>
          </p:nvPr>
        </p:nvSpPr>
        <p:spPr>
          <a:xfrm>
            <a:off x="2803739" y="2723627"/>
            <a:ext cx="6584500" cy="89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2417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grpSp>
        <p:nvGrpSpPr>
          <p:cNvPr id="455" name="Google Shape;455;p39"/>
          <p:cNvGrpSpPr/>
          <p:nvPr/>
        </p:nvGrpSpPr>
        <p:grpSpPr>
          <a:xfrm>
            <a:off x="2428875" y="1823720"/>
            <a:ext cx="7334220" cy="2692260"/>
            <a:chOff x="2494915" y="1823720"/>
            <a:chExt cx="7334220" cy="2692260"/>
          </a:xfrm>
        </p:grpSpPr>
        <p:grpSp>
          <p:nvGrpSpPr>
            <p:cNvPr id="456" name="Google Shape;456;p39"/>
            <p:cNvGrpSpPr/>
            <p:nvPr/>
          </p:nvGrpSpPr>
          <p:grpSpPr>
            <a:xfrm>
              <a:off x="2494915" y="1823720"/>
              <a:ext cx="212060" cy="345300"/>
              <a:chOff x="3140710" y="1845310"/>
              <a:chExt cx="212060" cy="345300"/>
            </a:xfrm>
          </p:grpSpPr>
          <p:sp>
            <p:nvSpPr>
              <p:cNvPr id="457" name="Google Shape;457;p39"/>
              <p:cNvSpPr/>
              <p:nvPr/>
            </p:nvSpPr>
            <p:spPr>
              <a:xfrm>
                <a:off x="314071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58" name="Google Shape;458;p39"/>
              <p:cNvSpPr/>
              <p:nvPr/>
            </p:nvSpPr>
            <p:spPr>
              <a:xfrm>
                <a:off x="326517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  <p:grpSp>
          <p:nvGrpSpPr>
            <p:cNvPr id="459" name="Google Shape;459;p39"/>
            <p:cNvGrpSpPr/>
            <p:nvPr/>
          </p:nvGrpSpPr>
          <p:grpSpPr>
            <a:xfrm>
              <a:off x="9617075" y="4170680"/>
              <a:ext cx="212060" cy="345300"/>
              <a:chOff x="3140710" y="1845310"/>
              <a:chExt cx="212060" cy="345300"/>
            </a:xfrm>
          </p:grpSpPr>
          <p:sp>
            <p:nvSpPr>
              <p:cNvPr id="460" name="Google Shape;460;p39"/>
              <p:cNvSpPr/>
              <p:nvPr/>
            </p:nvSpPr>
            <p:spPr>
              <a:xfrm>
                <a:off x="314071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61" name="Google Shape;461;p39"/>
              <p:cNvSpPr/>
              <p:nvPr/>
            </p:nvSpPr>
            <p:spPr>
              <a:xfrm>
                <a:off x="326517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</p:grpSp>
      <p:sp>
        <p:nvSpPr>
          <p:cNvPr id="462" name="Google Shape;462;p39"/>
          <p:cNvSpPr txBox="1">
            <a:spLocks noGrp="1"/>
          </p:cNvSpPr>
          <p:nvPr>
            <p:ph type="body" idx="2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63" name="Google Shape;463;p39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124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+ portrait">
  <p:cSld name="Quote + portrait">
    <p:bg>
      <p:bgPr>
        <a:solidFill>
          <a:schemeClr val="lt1"/>
        </a:solidFill>
        <a:effectLst/>
      </p:bgPr>
    </p:bg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40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66" name="Google Shape;466;p40"/>
          <p:cNvSpPr>
            <a:spLocks noGrp="1"/>
          </p:cNvSpPr>
          <p:nvPr>
            <p:ph type="pic" idx="2"/>
          </p:nvPr>
        </p:nvSpPr>
        <p:spPr>
          <a:xfrm>
            <a:off x="921823" y="745423"/>
            <a:ext cx="3417500" cy="4830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grpSp>
        <p:nvGrpSpPr>
          <p:cNvPr id="467" name="Google Shape;467;p40"/>
          <p:cNvGrpSpPr/>
          <p:nvPr/>
        </p:nvGrpSpPr>
        <p:grpSpPr>
          <a:xfrm>
            <a:off x="4724969" y="1332547"/>
            <a:ext cx="6545178" cy="3656190"/>
            <a:chOff x="4908419" y="1378267"/>
            <a:chExt cx="6545178" cy="3656190"/>
          </a:xfrm>
        </p:grpSpPr>
        <p:grpSp>
          <p:nvGrpSpPr>
            <p:cNvPr id="468" name="Google Shape;468;p40"/>
            <p:cNvGrpSpPr/>
            <p:nvPr/>
          </p:nvGrpSpPr>
          <p:grpSpPr>
            <a:xfrm>
              <a:off x="4908419" y="1378267"/>
              <a:ext cx="212060" cy="345300"/>
              <a:chOff x="2340610" y="1845310"/>
              <a:chExt cx="212060" cy="345300"/>
            </a:xfrm>
          </p:grpSpPr>
          <p:sp>
            <p:nvSpPr>
              <p:cNvPr id="469" name="Google Shape;469;p40"/>
              <p:cNvSpPr/>
              <p:nvPr/>
            </p:nvSpPr>
            <p:spPr>
              <a:xfrm>
                <a:off x="234061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70" name="Google Shape;470;p40"/>
              <p:cNvSpPr/>
              <p:nvPr/>
            </p:nvSpPr>
            <p:spPr>
              <a:xfrm>
                <a:off x="246507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  <p:grpSp>
          <p:nvGrpSpPr>
            <p:cNvPr id="471" name="Google Shape;471;p40"/>
            <p:cNvGrpSpPr/>
            <p:nvPr/>
          </p:nvGrpSpPr>
          <p:grpSpPr>
            <a:xfrm>
              <a:off x="11241537" y="4689157"/>
              <a:ext cx="212060" cy="345300"/>
              <a:chOff x="-42545" y="1845310"/>
              <a:chExt cx="212060" cy="345300"/>
            </a:xfrm>
          </p:grpSpPr>
          <p:sp>
            <p:nvSpPr>
              <p:cNvPr id="472" name="Google Shape;472;p40"/>
              <p:cNvSpPr/>
              <p:nvPr/>
            </p:nvSpPr>
            <p:spPr>
              <a:xfrm>
                <a:off x="-42545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73" name="Google Shape;473;p40"/>
              <p:cNvSpPr/>
              <p:nvPr/>
            </p:nvSpPr>
            <p:spPr>
              <a:xfrm>
                <a:off x="81915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</p:grpSp>
      <p:sp>
        <p:nvSpPr>
          <p:cNvPr id="474" name="Google Shape;474;p40"/>
          <p:cNvSpPr txBox="1">
            <a:spLocks noGrp="1"/>
          </p:cNvSpPr>
          <p:nvPr>
            <p:ph type="body" idx="1"/>
          </p:nvPr>
        </p:nvSpPr>
        <p:spPr>
          <a:xfrm>
            <a:off x="5315717" y="2714367"/>
            <a:ext cx="5276000" cy="89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2417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475" name="Google Shape;475;p4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76" name="Google Shape;476;p40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77" name="Google Shape;477;p4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016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4661">
          <p15:clr>
            <a:srgbClr val="FBAE40"/>
          </p15:clr>
        </p15:guide>
        <p15:guide id="4" orient="horz" pos="388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Thank you"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9" name="Google Shape;479;p41" descr="Une image contenant Police, logo, Graphique, symbole&#10;&#10;Description générée automatiquement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30846" y="1279955"/>
            <a:ext cx="7760492" cy="3880246"/>
          </a:xfrm>
          <a:prstGeom prst="rect">
            <a:avLst/>
          </a:prstGeom>
          <a:noFill/>
          <a:ln>
            <a:noFill/>
          </a:ln>
        </p:spPr>
      </p:pic>
      <p:sp>
        <p:nvSpPr>
          <p:cNvPr id="480" name="Google Shape;480;p41"/>
          <p:cNvSpPr/>
          <p:nvPr/>
        </p:nvSpPr>
        <p:spPr>
          <a:xfrm>
            <a:off x="0" y="5196840"/>
            <a:ext cx="12192000" cy="16612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pic>
        <p:nvPicPr>
          <p:cNvPr id="481" name="Google Shape;481;p4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r="74385"/>
          <a:stretch/>
        </p:blipFill>
        <p:spPr>
          <a:xfrm>
            <a:off x="5338445" y="6027421"/>
            <a:ext cx="388100" cy="366559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41"/>
          <p:cNvSpPr txBox="1"/>
          <p:nvPr/>
        </p:nvSpPr>
        <p:spPr>
          <a:xfrm>
            <a:off x="5338445" y="5637980"/>
            <a:ext cx="772750" cy="26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17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Follow us</a:t>
            </a:r>
            <a:endParaRPr sz="1417"/>
          </a:p>
        </p:txBody>
      </p:sp>
      <p:pic>
        <p:nvPicPr>
          <p:cNvPr id="483" name="Google Shape;483;p41">
            <a:hlinkClick r:id="rId5"/>
          </p:cNvPr>
          <p:cNvPicPr preferRelativeResize="0"/>
          <p:nvPr/>
        </p:nvPicPr>
        <p:blipFill rotWithShape="1">
          <a:blip r:embed="rId4">
            <a:alphaModFix/>
          </a:blip>
          <a:srcRect l="74792"/>
          <a:stretch/>
        </p:blipFill>
        <p:spPr>
          <a:xfrm>
            <a:off x="6471630" y="6028107"/>
            <a:ext cx="381926" cy="3665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p41">
            <a:hlinkClick r:id="rId6"/>
          </p:cNvPr>
          <p:cNvPicPr preferRelativeResize="0"/>
          <p:nvPr/>
        </p:nvPicPr>
        <p:blipFill rotWithShape="1">
          <a:blip r:embed="rId4">
            <a:alphaModFix/>
          </a:blip>
          <a:srcRect l="36733" t="-1300" r="35658" b="-3015"/>
          <a:stretch/>
        </p:blipFill>
        <p:spPr>
          <a:xfrm>
            <a:off x="5903241" y="6011601"/>
            <a:ext cx="418303" cy="382379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41"/>
          <p:cNvSpPr txBox="1">
            <a:spLocks noGrp="1"/>
          </p:cNvSpPr>
          <p:nvPr>
            <p:ph type="body" idx="1"/>
          </p:nvPr>
        </p:nvSpPr>
        <p:spPr>
          <a:xfrm>
            <a:off x="242888" y="5637980"/>
            <a:ext cx="391150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259793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pty">
  <p:cSld name="Empty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9519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489" name="Google Shape;489;p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490" name="Google Shape;490;p43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675061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4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493" name="Google Shape;493;p4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494" name="Google Shape;494;p44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977872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497" name="Google Shape;497;p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498" name="Google Shape;498;p45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452216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01" name="Google Shape;501;p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02" name="Google Shape;502;p46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7896464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05" name="Google Shape;505;p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06" name="Google Shape;506;p47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9500897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09" name="Google Shape;509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10" name="Google Shape;510;p48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489024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13" name="Google Shape;513;p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14" name="Google Shape;514;p49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028397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17" name="Google Shape;517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18" name="Google Shape;518;p50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6661688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21" name="Google Shape;521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22" name="Google Shape;522;p51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8807041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25" name="Google Shape;525;p5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26" name="Google Shape;526;p5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3002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master 1">
  <p:cSld name="Slide master 1">
    <p:bg>
      <p:bgPr>
        <a:solidFill>
          <a:srgbClr val="000000"/>
        </a:solidFill>
        <a:effectLst/>
      </p:bgPr>
    </p:bg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5871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744538" y="744539"/>
            <a:ext cx="10515500" cy="47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 sz="3800" b="1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756113" y="1481559"/>
            <a:ext cx="10515500" cy="43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55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3200400" marR="0" lvl="6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3657600" marR="0" lvl="7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4114800" marR="0" lvl="8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31099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  <p:sldLayoutId id="2147483720" r:id="rId19"/>
    <p:sldLayoutId id="2147483721" r:id="rId20"/>
    <p:sldLayoutId id="2147483722" r:id="rId21"/>
    <p:sldLayoutId id="2147483723" r:id="rId22"/>
    <p:sldLayoutId id="2147483724" r:id="rId23"/>
    <p:sldLayoutId id="2147483725" r:id="rId24"/>
    <p:sldLayoutId id="2147483726" r:id="rId25"/>
    <p:sldLayoutId id="2147483727" r:id="rId26"/>
    <p:sldLayoutId id="2147483728" r:id="rId27"/>
    <p:sldLayoutId id="2147483729" r:id="rId28"/>
    <p:sldLayoutId id="2147483730" r:id="rId29"/>
    <p:sldLayoutId id="2147483731" r:id="rId30"/>
    <p:sldLayoutId id="2147483732" r:id="rId31"/>
    <p:sldLayoutId id="2147483733" r:id="rId32"/>
    <p:sldLayoutId id="2147483734" r:id="rId33"/>
    <p:sldLayoutId id="2147483735" r:id="rId34"/>
    <p:sldLayoutId id="2147483736" r:id="rId35"/>
    <p:sldLayoutId id="2147483737" r:id="rId36"/>
    <p:sldLayoutId id="2147483738" r:id="rId37"/>
    <p:sldLayoutId id="2147483739" r:id="rId38"/>
    <p:sldLayoutId id="2147483740" r:id="rId39"/>
    <p:sldLayoutId id="2147483741" r:id="rId40"/>
    <p:sldLayoutId id="2147483742" r:id="rId41"/>
    <p:sldLayoutId id="2147483743" r:id="rId42"/>
    <p:sldLayoutId id="2147483744" r:id="rId43"/>
    <p:sldLayoutId id="2147483745" r:id="rId44"/>
    <p:sldLayoutId id="2147483746" r:id="rId45"/>
    <p:sldLayoutId id="2147483747" r:id="rId46"/>
    <p:sldLayoutId id="2147483748" r:id="rId47"/>
    <p:sldLayoutId id="2147483749" r:id="rId48"/>
    <p:sldLayoutId id="2147483750" r:id="rId49"/>
    <p:sldLayoutId id="2147483751" r:id="rId50"/>
    <p:sldLayoutId id="2147483752" r:id="rId51"/>
    <p:sldLayoutId id="2147483753" r:id="rId5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2">
          <p15:clr>
            <a:srgbClr val="F26B43"/>
          </p15:clr>
        </p15:guide>
        <p15:guide id="2" pos="46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54"/>
          <p:cNvSpPr/>
          <p:nvPr/>
        </p:nvSpPr>
        <p:spPr>
          <a:xfrm>
            <a:off x="5610125" y="868250"/>
            <a:ext cx="6581700" cy="17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Évaluer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la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cohérence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et la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fiabilité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d'un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système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RAG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en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contexte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industriel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critique</a:t>
            </a:r>
            <a:endParaRPr sz="3000" b="0" i="0" u="none" strike="noStrike" cap="none" dirty="0">
              <a:solidFill>
                <a:schemeClr val="lt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54"/>
          <p:cNvSpPr/>
          <p:nvPr/>
        </p:nvSpPr>
        <p:spPr>
          <a:xfrm>
            <a:off x="5896176" y="4542920"/>
            <a:ext cx="6009600" cy="73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1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</a:t>
            </a:r>
            <a:r>
              <a:rPr lang="en-US" sz="1800" b="1" i="0" u="none" strike="noStrike" cap="none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as ScribBERT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Département </a:t>
            </a:r>
            <a:r>
              <a:rPr lang="en-US" sz="1800" b="0" i="0" u="none" strike="noStrike" cap="none" dirty="0" err="1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Prévention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Santé‑Sécurité, Bouygues Travaux Publics</a:t>
            </a:r>
            <a:endParaRPr sz="1800" b="0" i="0" u="none" strike="noStrike" cap="none" dirty="0">
              <a:solidFill>
                <a:schemeClr val="lt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54"/>
          <p:cNvSpPr/>
          <p:nvPr/>
        </p:nvSpPr>
        <p:spPr>
          <a:xfrm>
            <a:off x="5896176" y="5594937"/>
            <a:ext cx="6009600" cy="31800"/>
          </a:xfrm>
          <a:prstGeom prst="roundRect">
            <a:avLst>
              <a:gd name="adj" fmla="val 5999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Barlow" panose="00000500000000000000" pitchFamily="2" charset="0"/>
            </a:endParaRPr>
          </a:p>
        </p:txBody>
      </p:sp>
      <p:sp>
        <p:nvSpPr>
          <p:cNvPr id="539" name="Google Shape;539;p54"/>
          <p:cNvSpPr/>
          <p:nvPr/>
        </p:nvSpPr>
        <p:spPr>
          <a:xfrm>
            <a:off x="5896176" y="5942897"/>
            <a:ext cx="6009600" cy="73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Candidat : </a:t>
            </a:r>
            <a:r>
              <a:rPr lang="en-US" sz="180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Aurélien LELEU</a:t>
            </a:r>
            <a:endParaRPr sz="1800">
              <a:solidFill>
                <a:schemeClr val="lt1"/>
              </a:solidFill>
              <a:latin typeface="Barlow" panose="00000500000000000000" pitchFamily="2" charset="0"/>
              <a:ea typeface="Patrick Hand"/>
              <a:cs typeface="Patrick Hand"/>
              <a:sym typeface="Patrick Hand"/>
            </a:endParaRPr>
          </a:p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Tuteurs : Flavien Martin &amp; Julien Larseneur</a:t>
            </a:r>
            <a:endParaRPr sz="1800" b="0" i="0" u="none" strike="noStrike" cap="none">
              <a:solidFill>
                <a:schemeClr val="lt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55"/>
          <p:cNvSpPr/>
          <p:nvPr/>
        </p:nvSpPr>
        <p:spPr>
          <a:xfrm>
            <a:off x="695325" y="742461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Le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problème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à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résoudre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: Un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environnement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documentaire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sous tension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546" name="Google Shape;546;p55"/>
          <p:cNvSpPr/>
          <p:nvPr/>
        </p:nvSpPr>
        <p:spPr>
          <a:xfrm>
            <a:off x="1242097" y="2769463"/>
            <a:ext cx="2567022" cy="560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4400"/>
              <a:buFont typeface="Patrick Hand"/>
              <a:buNone/>
            </a:pPr>
            <a:r>
              <a:rPr lang="en-US" sz="44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130</a:t>
            </a:r>
            <a:endParaRPr sz="44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55"/>
          <p:cNvSpPr/>
          <p:nvPr/>
        </p:nvSpPr>
        <p:spPr>
          <a:xfrm>
            <a:off x="814277" y="3508742"/>
            <a:ext cx="3422763" cy="212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Documents PDF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55"/>
          <p:cNvSpPr/>
          <p:nvPr/>
        </p:nvSpPr>
        <p:spPr>
          <a:xfrm>
            <a:off x="814277" y="3796278"/>
            <a:ext cx="3422763" cy="23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Corpus réglementaire et normatif hétérogène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55"/>
          <p:cNvSpPr/>
          <p:nvPr/>
        </p:nvSpPr>
        <p:spPr>
          <a:xfrm>
            <a:off x="4821523" y="2769463"/>
            <a:ext cx="2567022" cy="560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4400"/>
              <a:buFont typeface="Patrick Hand"/>
              <a:buNone/>
            </a:pPr>
            <a:r>
              <a:rPr lang="en-US" sz="44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2:30</a:t>
            </a:r>
            <a:endParaRPr sz="4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55"/>
          <p:cNvSpPr/>
          <p:nvPr/>
        </p:nvSpPr>
        <p:spPr>
          <a:xfrm>
            <a:off x="4393702" y="3508742"/>
            <a:ext cx="3422763" cy="212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Min. par recherche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55"/>
          <p:cNvSpPr/>
          <p:nvPr/>
        </p:nvSpPr>
        <p:spPr>
          <a:xfrm>
            <a:off x="4393702" y="3796278"/>
            <a:ext cx="3422763" cy="23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Temps moyen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d'accès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à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l'information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critique</a:t>
            </a:r>
            <a:endParaRPr sz="13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55"/>
          <p:cNvSpPr/>
          <p:nvPr/>
        </p:nvSpPr>
        <p:spPr>
          <a:xfrm>
            <a:off x="8400948" y="2769463"/>
            <a:ext cx="2567022" cy="560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4400"/>
              <a:buFont typeface="Patrick Hand"/>
              <a:buNone/>
            </a:pPr>
            <a:r>
              <a:rPr lang="en-US" sz="44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40%</a:t>
            </a:r>
            <a:endParaRPr sz="4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55"/>
          <p:cNvSpPr/>
          <p:nvPr/>
        </p:nvSpPr>
        <p:spPr>
          <a:xfrm>
            <a:off x="7973127" y="3508742"/>
            <a:ext cx="3422763" cy="212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FR / 60% EN</a:t>
            </a:r>
            <a:endParaRPr sz="13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55"/>
          <p:cNvSpPr/>
          <p:nvPr/>
        </p:nvSpPr>
        <p:spPr>
          <a:xfrm>
            <a:off x="7973127" y="3796278"/>
            <a:ext cx="3422763" cy="23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Documents multilingues non harmonisés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55"/>
          <p:cNvSpPr/>
          <p:nvPr/>
        </p:nvSpPr>
        <p:spPr>
          <a:xfrm>
            <a:off x="3240254" y="5589559"/>
            <a:ext cx="5711087" cy="396001"/>
          </a:xfrm>
          <a:prstGeom prst="roundRect">
            <a:avLst>
              <a:gd name="adj" fmla="val 9114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557" name="Google Shape;557;p5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73271" y="5703363"/>
            <a:ext cx="212224" cy="169763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p55"/>
          <p:cNvSpPr/>
          <p:nvPr/>
        </p:nvSpPr>
        <p:spPr>
          <a:xfrm>
            <a:off x="3662893" y="5663421"/>
            <a:ext cx="5400749" cy="266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Patrick Hand"/>
              <a:buNone/>
            </a:pP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ScribBERT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n'est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pas un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dispositif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de sécurité.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C'est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un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appui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à la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décision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.</a:t>
            </a:r>
            <a:endParaRPr sz="13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56"/>
          <p:cNvSpPr/>
          <p:nvPr/>
        </p:nvSpPr>
        <p:spPr>
          <a:xfrm>
            <a:off x="690048" y="739202"/>
            <a:ext cx="11520000" cy="3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3800"/>
              <a:buFont typeface="Arial"/>
              <a:buNone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La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fiabilité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d'un RAG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n'est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pas un score.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566" name="Google Shape;566;p56"/>
          <p:cNvSpPr/>
          <p:nvPr/>
        </p:nvSpPr>
        <p:spPr>
          <a:xfrm>
            <a:off x="500401" y="1601093"/>
            <a:ext cx="11191198" cy="120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C'est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une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propriété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multidimensionnelle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,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mesurable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, et reproductible</a:t>
            </a:r>
            <a:endParaRPr sz="18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56"/>
          <p:cNvSpPr/>
          <p:nvPr/>
        </p:nvSpPr>
        <p:spPr>
          <a:xfrm>
            <a:off x="814277" y="3269255"/>
            <a:ext cx="3373849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68" name="Google Shape;568;p56"/>
          <p:cNvSpPr/>
          <p:nvPr/>
        </p:nvSpPr>
        <p:spPr>
          <a:xfrm>
            <a:off x="1056960" y="3511944"/>
            <a:ext cx="2888483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Pertinence retrieval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56"/>
          <p:cNvSpPr/>
          <p:nvPr/>
        </p:nvSpPr>
        <p:spPr>
          <a:xfrm>
            <a:off x="4418109" y="3269255"/>
            <a:ext cx="3373849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0" name="Google Shape;570;p56"/>
          <p:cNvSpPr/>
          <p:nvPr/>
        </p:nvSpPr>
        <p:spPr>
          <a:xfrm>
            <a:off x="4660792" y="3511944"/>
            <a:ext cx="2888483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Fidélité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6"/>
          <p:cNvSpPr/>
          <p:nvPr/>
        </p:nvSpPr>
        <p:spPr>
          <a:xfrm>
            <a:off x="8021942" y="3269255"/>
            <a:ext cx="3373948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2" name="Google Shape;572;p56"/>
          <p:cNvSpPr/>
          <p:nvPr/>
        </p:nvSpPr>
        <p:spPr>
          <a:xfrm>
            <a:off x="8264625" y="3511944"/>
            <a:ext cx="2888582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Pertinence réponse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56"/>
          <p:cNvSpPr/>
          <p:nvPr/>
        </p:nvSpPr>
        <p:spPr>
          <a:xfrm>
            <a:off x="814277" y="4272059"/>
            <a:ext cx="5175815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4" name="Google Shape;574;p56"/>
          <p:cNvSpPr/>
          <p:nvPr/>
        </p:nvSpPr>
        <p:spPr>
          <a:xfrm>
            <a:off x="1056960" y="4514748"/>
            <a:ext cx="4690449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Stabilité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56"/>
          <p:cNvSpPr/>
          <p:nvPr/>
        </p:nvSpPr>
        <p:spPr>
          <a:xfrm>
            <a:off x="6220075" y="4272059"/>
            <a:ext cx="5175815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6" name="Google Shape;576;p56"/>
          <p:cNvSpPr/>
          <p:nvPr/>
        </p:nvSpPr>
        <p:spPr>
          <a:xfrm>
            <a:off x="6462758" y="4514748"/>
            <a:ext cx="4690449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Traçabilité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5F6F50-07AB-2C5B-7C7C-D59AB0EAA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57"/>
          <p:cNvSpPr/>
          <p:nvPr/>
        </p:nvSpPr>
        <p:spPr>
          <a:xfrm>
            <a:off x="695324" y="738889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Fondamentaux RAG 1/2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Calibri"/>
              </a:rPr>
              <a:t> : 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Le RAG,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en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pratique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pic>
        <p:nvPicPr>
          <p:cNvPr id="585" name="Google Shape;585;p5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82153" y="1594452"/>
            <a:ext cx="6877969" cy="2596980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p57"/>
          <p:cNvSpPr/>
          <p:nvPr/>
        </p:nvSpPr>
        <p:spPr>
          <a:xfrm>
            <a:off x="4666599" y="3473077"/>
            <a:ext cx="1039484" cy="148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Recherche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57"/>
          <p:cNvSpPr/>
          <p:nvPr/>
        </p:nvSpPr>
        <p:spPr>
          <a:xfrm>
            <a:off x="4666599" y="3674920"/>
            <a:ext cx="1039484" cy="24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Recherche sémantique en base vectorielle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57"/>
          <p:cNvSpPr/>
          <p:nvPr/>
        </p:nvSpPr>
        <p:spPr>
          <a:xfrm>
            <a:off x="7968794" y="3473077"/>
            <a:ext cx="1039484" cy="148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Réponse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57"/>
          <p:cNvSpPr/>
          <p:nvPr/>
        </p:nvSpPr>
        <p:spPr>
          <a:xfrm>
            <a:off x="7968794" y="3674920"/>
            <a:ext cx="1039484" cy="24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Réponse sourcée avec citations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57"/>
          <p:cNvSpPr/>
          <p:nvPr/>
        </p:nvSpPr>
        <p:spPr>
          <a:xfrm>
            <a:off x="3042662" y="1836306"/>
            <a:ext cx="1039484" cy="14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Question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57"/>
          <p:cNvSpPr/>
          <p:nvPr/>
        </p:nvSpPr>
        <p:spPr>
          <a:xfrm>
            <a:off x="3042662" y="2038149"/>
            <a:ext cx="1039484" cy="24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Question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utilisateur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initiale</a:t>
            </a:r>
            <a:endParaRPr sz="9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57"/>
          <p:cNvSpPr/>
          <p:nvPr/>
        </p:nvSpPr>
        <p:spPr>
          <a:xfrm>
            <a:off x="6331622" y="1836306"/>
            <a:ext cx="1039484" cy="14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Rédaction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57"/>
          <p:cNvSpPr/>
          <p:nvPr/>
        </p:nvSpPr>
        <p:spPr>
          <a:xfrm>
            <a:off x="6331622" y="2038149"/>
            <a:ext cx="1039484" cy="24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LLM rédige avec le contexte récupéré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57"/>
          <p:cNvSpPr/>
          <p:nvPr/>
        </p:nvSpPr>
        <p:spPr>
          <a:xfrm>
            <a:off x="695324" y="4508939"/>
            <a:ext cx="5323747" cy="863203"/>
          </a:xfrm>
          <a:prstGeom prst="roundRect">
            <a:avLst>
              <a:gd name="adj" fmla="val 12472"/>
            </a:avLst>
          </a:prstGeom>
          <a:solidFill>
            <a:srgbClr val="CC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95" name="Google Shape;595;p57"/>
          <p:cNvSpPr/>
          <p:nvPr/>
        </p:nvSpPr>
        <p:spPr>
          <a:xfrm>
            <a:off x="844843" y="4606074"/>
            <a:ext cx="5024709" cy="186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LLM seul</a:t>
            </a:r>
            <a:endParaRPr sz="115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57"/>
          <p:cNvSpPr/>
          <p:nvPr/>
        </p:nvSpPr>
        <p:spPr>
          <a:xfrm>
            <a:off x="844843" y="4890038"/>
            <a:ext cx="5024709" cy="394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Réponses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génériques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,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risque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d'hallucination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élevé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,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aucune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traçabilité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vers les sources </a:t>
            </a:r>
            <a:r>
              <a:rPr lang="en-US" sz="11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documentaires</a:t>
            </a:r>
            <a:r>
              <a:rPr lang="en-US" sz="11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.</a:t>
            </a:r>
            <a:endParaRPr sz="115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594;p57">
            <a:extLst>
              <a:ext uri="{FF2B5EF4-FFF2-40B4-BE49-F238E27FC236}">
                <a16:creationId xmlns:a16="http://schemas.microsoft.com/office/drawing/2014/main" id="{071B6211-CC54-67CD-B956-34BB157BD530}"/>
              </a:ext>
            </a:extLst>
          </p:cNvPr>
          <p:cNvSpPr/>
          <p:nvPr/>
        </p:nvSpPr>
        <p:spPr>
          <a:xfrm>
            <a:off x="6174839" y="4508938"/>
            <a:ext cx="5323747" cy="863203"/>
          </a:xfrm>
          <a:prstGeom prst="roundRect">
            <a:avLst>
              <a:gd name="adj" fmla="val 12472"/>
            </a:avLst>
          </a:prstGeom>
          <a:solidFill>
            <a:srgbClr val="CC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97" name="Google Shape;597;p57"/>
          <p:cNvSpPr/>
          <p:nvPr/>
        </p:nvSpPr>
        <p:spPr>
          <a:xfrm>
            <a:off x="6282490" y="4606074"/>
            <a:ext cx="5108447" cy="186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Moteur de recherche classique</a:t>
            </a:r>
            <a:endParaRPr sz="11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57"/>
          <p:cNvSpPr/>
          <p:nvPr/>
        </p:nvSpPr>
        <p:spPr>
          <a:xfrm>
            <a:off x="6282490" y="4890038"/>
            <a:ext cx="5718032" cy="197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Retour de documents bruts, sans synthèse ni mise en contexte sémantique pour l'utilisateur.</a:t>
            </a:r>
            <a:endParaRPr sz="11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57"/>
          <p:cNvSpPr/>
          <p:nvPr/>
        </p:nvSpPr>
        <p:spPr>
          <a:xfrm>
            <a:off x="805041" y="5642967"/>
            <a:ext cx="10581613" cy="456505"/>
          </a:xfrm>
          <a:prstGeom prst="roundRect">
            <a:avLst>
              <a:gd name="adj" fmla="val 13756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00" name="Google Shape;600;p5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4560" y="5838627"/>
            <a:ext cx="186824" cy="149523"/>
          </a:xfrm>
          <a:prstGeom prst="rect">
            <a:avLst/>
          </a:prstGeom>
          <a:noFill/>
          <a:ln>
            <a:noFill/>
          </a:ln>
        </p:spPr>
      </p:pic>
      <p:sp>
        <p:nvSpPr>
          <p:cNvPr id="601" name="Google Shape;601;p57"/>
          <p:cNvSpPr/>
          <p:nvPr/>
        </p:nvSpPr>
        <p:spPr>
          <a:xfrm>
            <a:off x="1290903" y="5777409"/>
            <a:ext cx="10555817" cy="197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Patrick Hand"/>
              <a:buNone/>
            </a:pPr>
            <a:r>
              <a:rPr lang="en-US" sz="11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Le RAG combine les deux approches : il ancre la génération dans des sources vérifiables et citées.</a:t>
            </a:r>
            <a:endParaRPr sz="11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3E1091-6D52-9100-3B84-CE76C116E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58"/>
          <p:cNvSpPr/>
          <p:nvPr/>
        </p:nvSpPr>
        <p:spPr>
          <a:xfrm>
            <a:off x="672000" y="741716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Fondamentaux RAG 2/2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Calibri"/>
              </a:rPr>
              <a:t>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Calibri"/>
              </a:rPr>
              <a:t>Anatomie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Calibri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Calibri"/>
              </a:rPr>
              <a:t>d'une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Calibri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Calibri"/>
              </a:rPr>
              <a:t>chaîne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Calibri"/>
              </a:rPr>
              <a:t> RAG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pic>
        <p:nvPicPr>
          <p:cNvPr id="610" name="Google Shape;610;p58" descr="preencoded.png"/>
          <p:cNvPicPr preferRelativeResize="0"/>
          <p:nvPr/>
        </p:nvPicPr>
        <p:blipFill rotWithShape="1">
          <a:blip r:embed="rId3">
            <a:alphaModFix/>
          </a:blip>
          <a:srcRect l="3249" t="21381" r="3090" b="14240"/>
          <a:stretch>
            <a:fillRect/>
          </a:stretch>
        </p:blipFill>
        <p:spPr>
          <a:xfrm>
            <a:off x="1528329" y="1818226"/>
            <a:ext cx="9135036" cy="3532094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58"/>
          <p:cNvSpPr/>
          <p:nvPr/>
        </p:nvSpPr>
        <p:spPr>
          <a:xfrm>
            <a:off x="805193" y="5715116"/>
            <a:ext cx="10581613" cy="315714"/>
          </a:xfrm>
          <a:prstGeom prst="roundRect">
            <a:avLst>
              <a:gd name="adj" fmla="val 15301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12" name="Google Shape;612;p5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0184" y="5822924"/>
            <a:ext cx="143764" cy="114995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58"/>
          <p:cNvSpPr/>
          <p:nvPr/>
        </p:nvSpPr>
        <p:spPr>
          <a:xfrm>
            <a:off x="1178939" y="5805261"/>
            <a:ext cx="10702459" cy="137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Patrick Hand"/>
              <a:buNone/>
            </a:pP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Chaque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étage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peut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défaillir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indépendamment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.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L'évaluation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doit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être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granulaire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, dimension par dimension.</a:t>
            </a:r>
            <a:endParaRPr sz="9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1C301D-8854-CFCD-252D-59789CBB7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59"/>
          <p:cNvSpPr/>
          <p:nvPr/>
        </p:nvSpPr>
        <p:spPr>
          <a:xfrm>
            <a:off x="695325" y="746942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Dimenion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1/5 : Pertinence du retrieval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622" name="Google Shape;622;p59"/>
          <p:cNvSpPr/>
          <p:nvPr/>
        </p:nvSpPr>
        <p:spPr>
          <a:xfrm>
            <a:off x="675651" y="1720728"/>
            <a:ext cx="5094458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Métriques évaluées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623" name="Google Shape;623;p5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5651" y="2048745"/>
            <a:ext cx="4736777" cy="892870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59"/>
          <p:cNvSpPr/>
          <p:nvPr/>
        </p:nvSpPr>
        <p:spPr>
          <a:xfrm>
            <a:off x="931827" y="2228728"/>
            <a:ext cx="4658303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Recall@k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59"/>
          <p:cNvSpPr/>
          <p:nvPr/>
        </p:nvSpPr>
        <p:spPr>
          <a:xfrm>
            <a:off x="931827" y="2542656"/>
            <a:ext cx="4658303" cy="2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Couverture des documents pertinents dans le top-k retourné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626" name="Google Shape;626;p5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5651" y="3054327"/>
            <a:ext cx="4736777" cy="892870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59"/>
          <p:cNvSpPr/>
          <p:nvPr/>
        </p:nvSpPr>
        <p:spPr>
          <a:xfrm>
            <a:off x="931827" y="3234310"/>
            <a:ext cx="4658303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MRR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59"/>
          <p:cNvSpPr/>
          <p:nvPr/>
        </p:nvSpPr>
        <p:spPr>
          <a:xfrm>
            <a:off x="931827" y="3548238"/>
            <a:ext cx="4658303" cy="2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Position moyenne du premier document pertinent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629" name="Google Shape;629;p5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5651" y="4059909"/>
            <a:ext cx="4736777" cy="892870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59"/>
          <p:cNvSpPr/>
          <p:nvPr/>
        </p:nvSpPr>
        <p:spPr>
          <a:xfrm>
            <a:off x="931827" y="4239892"/>
            <a:ext cx="4658303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nDCG@k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59"/>
          <p:cNvSpPr/>
          <p:nvPr/>
        </p:nvSpPr>
        <p:spPr>
          <a:xfrm>
            <a:off x="931827" y="4553820"/>
            <a:ext cx="4658303" cy="2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Qualité du classement pondéré par la pertinence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59"/>
          <p:cNvSpPr/>
          <p:nvPr/>
        </p:nvSpPr>
        <p:spPr>
          <a:xfrm>
            <a:off x="675651" y="5079580"/>
            <a:ext cx="4736777" cy="721122"/>
          </a:xfrm>
          <a:prstGeom prst="roundRect">
            <a:avLst>
              <a:gd name="adj" fmla="val 9378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33" name="Google Shape;633;p5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6580" y="5304906"/>
            <a:ext cx="201211" cy="160933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59"/>
          <p:cNvSpPr/>
          <p:nvPr/>
        </p:nvSpPr>
        <p:spPr>
          <a:xfrm>
            <a:off x="1198719" y="5221166"/>
            <a:ext cx="4410461" cy="437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Patrick Hand"/>
              <a:buNone/>
            </a:pPr>
            <a:r>
              <a:rPr lang="en-US" sz="12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864 configurations testées</a:t>
            </a: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· 750 exploitables · 50 questions annotées manuellement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59"/>
          <p:cNvSpPr/>
          <p:nvPr/>
        </p:nvSpPr>
        <p:spPr>
          <a:xfrm>
            <a:off x="5681736" y="1177826"/>
            <a:ext cx="6168060" cy="4977762"/>
          </a:xfrm>
          <a:prstGeom prst="roundRect">
            <a:avLst>
              <a:gd name="adj" fmla="val 2684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8B661D-91DA-73AA-BB00-3BB5ABA9D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3B4EAD4-F021-2384-7528-F9394855C0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0109" y="1279423"/>
            <a:ext cx="5991314" cy="47711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60"/>
          <p:cNvSpPr/>
          <p:nvPr/>
        </p:nvSpPr>
        <p:spPr>
          <a:xfrm>
            <a:off x="600000" y="741607"/>
            <a:ext cx="11592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2/5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Fidélité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aux sources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646" name="Google Shape;646;p60"/>
          <p:cNvSpPr/>
          <p:nvPr/>
        </p:nvSpPr>
        <p:spPr>
          <a:xfrm>
            <a:off x="664254" y="1399703"/>
            <a:ext cx="4484396" cy="4795151"/>
          </a:xfrm>
          <a:prstGeom prst="roundRect">
            <a:avLst>
              <a:gd name="adj" fmla="val 3669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649" name="Google Shape;649;p60"/>
          <p:cNvSpPr/>
          <p:nvPr/>
        </p:nvSpPr>
        <p:spPr>
          <a:xfrm>
            <a:off x="6145257" y="1643856"/>
            <a:ext cx="5052291" cy="244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None/>
            </a:pP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Sous-métriques RAGAS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60"/>
          <p:cNvSpPr/>
          <p:nvPr/>
        </p:nvSpPr>
        <p:spPr>
          <a:xfrm>
            <a:off x="6145257" y="2054423"/>
            <a:ext cx="5052291" cy="1910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Faithfulness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Adéquation de la réponse aux contextes cités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Answer relevancy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Pertinence de la réponse à la question posée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Context precision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Densité d'information utile dans les chunks retenus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Context recall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Couverture des informations pertinentes dans le contexte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60"/>
          <p:cNvSpPr/>
          <p:nvPr/>
        </p:nvSpPr>
        <p:spPr>
          <a:xfrm>
            <a:off x="6340713" y="4735909"/>
            <a:ext cx="5052291" cy="975519"/>
          </a:xfrm>
          <a:prstGeom prst="roundRect">
            <a:avLst>
              <a:gd name="adj" fmla="val 8418"/>
            </a:avLst>
          </a:prstGeom>
          <a:solidFill>
            <a:srgbClr val="B6FCB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52" name="Google Shape;652;p6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36169" y="5018683"/>
            <a:ext cx="244370" cy="195461"/>
          </a:xfrm>
          <a:prstGeom prst="rect">
            <a:avLst/>
          </a:prstGeom>
          <a:noFill/>
          <a:ln>
            <a:noFill/>
          </a:ln>
        </p:spPr>
      </p:pic>
      <p:sp>
        <p:nvSpPr>
          <p:cNvPr id="653" name="Google Shape;653;p60"/>
          <p:cNvSpPr/>
          <p:nvPr/>
        </p:nvSpPr>
        <p:spPr>
          <a:xfrm>
            <a:off x="6975995" y="4934248"/>
            <a:ext cx="4221553" cy="578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Patrick Hand"/>
              <a:buNone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Hybrid‑k5 + GPT‑3.5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: meilleur profil global sur l'ensemble des dimensions RAGAS.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1A3C9CF-DFB9-4471-29D8-8C791C6811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A3F327E-617F-5C09-E994-90E81965F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85" y="1547951"/>
            <a:ext cx="4161334" cy="44986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61"/>
          <p:cNvSpPr/>
          <p:nvPr/>
        </p:nvSpPr>
        <p:spPr>
          <a:xfrm>
            <a:off x="695325" y="744492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3/5 : 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Pertinence de la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réponse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663" name="Google Shape;663;p61"/>
          <p:cNvSpPr/>
          <p:nvPr/>
        </p:nvSpPr>
        <p:spPr>
          <a:xfrm>
            <a:off x="8002189" y="1929209"/>
            <a:ext cx="3534300" cy="5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Inter"/>
              <a:buNone/>
            </a:pPr>
            <a:r>
              <a:rPr lang="en-US" sz="16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Score RAGAS par type de question</a:t>
            </a:r>
            <a:endParaRPr sz="16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61"/>
          <p:cNvSpPr/>
          <p:nvPr/>
        </p:nvSpPr>
        <p:spPr>
          <a:xfrm>
            <a:off x="8002189" y="2613720"/>
            <a:ext cx="3534300" cy="12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00"/>
              <a:buFont typeface="Inter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Les questions procédurales obtiennent les meilleurs scores (contexte structuré). Les requêtes transversales révèlent un écart significatif lié à la fragmentation des sources.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61"/>
          <p:cNvSpPr/>
          <p:nvPr/>
        </p:nvSpPr>
        <p:spPr>
          <a:xfrm>
            <a:off x="8002189" y="4078784"/>
            <a:ext cx="3534300" cy="1911600"/>
          </a:xfrm>
          <a:prstGeom prst="roundRect">
            <a:avLst>
              <a:gd name="adj" fmla="val 3737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66" name="Google Shape;666;p6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72246" y="4332982"/>
            <a:ext cx="212620" cy="1700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1"/>
          <p:cNvSpPr/>
          <p:nvPr/>
        </p:nvSpPr>
        <p:spPr>
          <a:xfrm>
            <a:off x="8554923" y="4258965"/>
            <a:ext cx="2811600" cy="15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Gap analysis :</a:t>
            </a: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Insérer manuellement la figure </a:t>
            </a:r>
            <a:r>
              <a:rPr lang="en-US" sz="1300" b="0" i="0" u="none" strike="noStrike" cap="none">
                <a:solidFill>
                  <a:schemeClr val="tx1"/>
                </a:solidFill>
                <a:highlight>
                  <a:srgbClr val="F2F2F2"/>
                </a:highlight>
                <a:latin typeface="Barlow" panose="00000500000000000000" pitchFamily="2" charset="0"/>
                <a:ea typeface="Consolas"/>
                <a:cs typeface="Consolas"/>
                <a:sym typeface="Consolas"/>
              </a:rPr>
              <a:t>figures/fig_9_2_ragas_par_type_question.png</a:t>
            </a: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— capture comparative des scores par catégorie de requête.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A3112DD-CB0B-016C-E62F-932E3C767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8EF6584-0D68-37CB-E08A-1D23085AB4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96" y="1663569"/>
            <a:ext cx="7096740" cy="40328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62"/>
          <p:cNvSpPr/>
          <p:nvPr/>
        </p:nvSpPr>
        <p:spPr>
          <a:xfrm>
            <a:off x="695325" y="740653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4/5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Stabilité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677" name="Google Shape;677;p62"/>
          <p:cNvSpPr/>
          <p:nvPr/>
        </p:nvSpPr>
        <p:spPr>
          <a:xfrm>
            <a:off x="7942163" y="2101751"/>
            <a:ext cx="3594300" cy="2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Dispersion des 4 indicateurs de stabilité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62"/>
          <p:cNvSpPr/>
          <p:nvPr/>
        </p:nvSpPr>
        <p:spPr>
          <a:xfrm>
            <a:off x="7942163" y="2400995"/>
            <a:ext cx="359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La faible variance inter-runs confirme la reproductibilité du pipeline. La robustesse aux paraphrases constitue le principal levier d'amélioration.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62"/>
          <p:cNvSpPr/>
          <p:nvPr/>
        </p:nvSpPr>
        <p:spPr>
          <a:xfrm>
            <a:off x="7942163" y="3045123"/>
            <a:ext cx="3594300" cy="779100"/>
          </a:xfrm>
          <a:prstGeom prst="roundRect">
            <a:avLst>
              <a:gd name="adj" fmla="val 7133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80" name="Google Shape;680;p6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4418" y="3227983"/>
            <a:ext cx="165294" cy="132259"/>
          </a:xfrm>
          <a:prstGeom prst="rect">
            <a:avLst/>
          </a:prstGeom>
          <a:noFill/>
          <a:ln>
            <a:noFill/>
          </a:ln>
        </p:spPr>
      </p:pic>
      <p:sp>
        <p:nvSpPr>
          <p:cNvPr id="681" name="Google Shape;681;p62"/>
          <p:cNvSpPr/>
          <p:nvPr/>
        </p:nvSpPr>
        <p:spPr>
          <a:xfrm>
            <a:off x="8371968" y="3161506"/>
            <a:ext cx="3032100" cy="5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Inter"/>
              <a:buNone/>
            </a:pPr>
            <a:r>
              <a:rPr lang="en-US" sz="10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Boxplot :</a:t>
            </a: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Insérer manuellement la figure </a:t>
            </a:r>
            <a:r>
              <a:rPr lang="en-US" sz="1000" b="0" i="0" u="none" strike="noStrike" cap="none">
                <a:solidFill>
                  <a:schemeClr val="tx1"/>
                </a:solidFill>
                <a:highlight>
                  <a:srgbClr val="F2F2F2"/>
                </a:highlight>
                <a:latin typeface="Barlow" panose="00000500000000000000" pitchFamily="2" charset="0"/>
                <a:ea typeface="Consolas"/>
                <a:cs typeface="Consolas"/>
                <a:sym typeface="Consolas"/>
              </a:rPr>
              <a:t>figures/fig_8_5_boxplot_stabilite.png</a:t>
            </a: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— dispersion des 4 indicateurs sur 3 exécutions.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62"/>
          <p:cNvSpPr/>
          <p:nvPr/>
        </p:nvSpPr>
        <p:spPr>
          <a:xfrm>
            <a:off x="1467905" y="4622006"/>
            <a:ext cx="3763500" cy="4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3400"/>
              <a:buFont typeface="Inter"/>
              <a:buNone/>
            </a:pPr>
            <a:r>
              <a:rPr lang="en-US" sz="34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0,94</a:t>
            </a:r>
            <a:endParaRPr sz="3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62"/>
          <p:cNvSpPr/>
          <p:nvPr/>
        </p:nvSpPr>
        <p:spPr>
          <a:xfrm>
            <a:off x="661475" y="5194201"/>
            <a:ext cx="5376600" cy="2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Stabilité inter-runs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62"/>
          <p:cNvSpPr/>
          <p:nvPr/>
        </p:nvSpPr>
        <p:spPr>
          <a:xfrm>
            <a:off x="661475" y="5456436"/>
            <a:ext cx="53766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Reproductibilité entre exécutions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62"/>
          <p:cNvSpPr/>
          <p:nvPr/>
        </p:nvSpPr>
        <p:spPr>
          <a:xfrm>
            <a:off x="6960120" y="4622006"/>
            <a:ext cx="3763500" cy="4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3400"/>
              <a:buFont typeface="Inter"/>
              <a:buNone/>
            </a:pPr>
            <a:r>
              <a:rPr lang="en-US" sz="34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0,77</a:t>
            </a:r>
            <a:endParaRPr sz="3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62"/>
          <p:cNvSpPr/>
          <p:nvPr/>
        </p:nvSpPr>
        <p:spPr>
          <a:xfrm>
            <a:off x="6153691" y="5194201"/>
            <a:ext cx="5376600" cy="2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Robustesse paraphrases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62"/>
          <p:cNvSpPr/>
          <p:nvPr/>
        </p:nvSpPr>
        <p:spPr>
          <a:xfrm>
            <a:off x="6153691" y="5456436"/>
            <a:ext cx="53766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Score le plus faible — levier prioritaire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62"/>
          <p:cNvSpPr/>
          <p:nvPr/>
        </p:nvSpPr>
        <p:spPr>
          <a:xfrm>
            <a:off x="661475" y="5740598"/>
            <a:ext cx="10868700" cy="422100"/>
          </a:xfrm>
          <a:prstGeom prst="roundRect">
            <a:avLst>
              <a:gd name="adj" fmla="val 13169"/>
            </a:avLst>
          </a:prstGeom>
          <a:solidFill>
            <a:srgbClr val="FCF2B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89" name="Google Shape;689;p6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730" y="5917109"/>
            <a:ext cx="165294" cy="132259"/>
          </a:xfrm>
          <a:prstGeom prst="rect">
            <a:avLst/>
          </a:prstGeom>
          <a:noFill/>
          <a:ln>
            <a:noFill/>
          </a:ln>
        </p:spPr>
      </p:pic>
      <p:sp>
        <p:nvSpPr>
          <p:cNvPr id="690" name="Google Shape;690;p62"/>
          <p:cNvSpPr/>
          <p:nvPr/>
        </p:nvSpPr>
        <p:spPr>
          <a:xfrm>
            <a:off x="1091280" y="5866209"/>
            <a:ext cx="109164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Priorité : renforcer la robustesse aux paraphrases avant déploiement en production.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C077FFF-1594-EA93-7209-FF969AD4F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708BF47-0673-C6AD-B273-158EF047B4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631" y="1484886"/>
            <a:ext cx="4803473" cy="30017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63"/>
          <p:cNvSpPr/>
          <p:nvPr/>
        </p:nvSpPr>
        <p:spPr>
          <a:xfrm>
            <a:off x="661475" y="742750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5/5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Traçabilité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700" name="Google Shape;700;p63"/>
          <p:cNvSpPr/>
          <p:nvPr/>
        </p:nvSpPr>
        <p:spPr>
          <a:xfrm>
            <a:off x="7987207" y="2047776"/>
            <a:ext cx="3549300" cy="5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Inter"/>
              <a:buNone/>
            </a:pPr>
            <a:r>
              <a:rPr lang="en-US" sz="15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Interface ScribBERT — Démonstration</a:t>
            </a:r>
            <a:endParaRPr sz="15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63"/>
          <p:cNvSpPr/>
          <p:nvPr/>
        </p:nvSpPr>
        <p:spPr>
          <a:xfrm>
            <a:off x="7987207" y="2686348"/>
            <a:ext cx="3549300" cy="9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Chaque réponse est accompagnée d'un journal d'audit complet : sources citées, scores de confiance, horodatage et chaîne de raisonnement.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63"/>
          <p:cNvSpPr/>
          <p:nvPr/>
        </p:nvSpPr>
        <p:spPr>
          <a:xfrm>
            <a:off x="7987207" y="3790851"/>
            <a:ext cx="3549300" cy="1038900"/>
          </a:xfrm>
          <a:prstGeom prst="roundRect">
            <a:avLst>
              <a:gd name="adj" fmla="val 6495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703" name="Google Shape;703;p6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47838" y="4028777"/>
            <a:ext cx="200814" cy="160635"/>
          </a:xfrm>
          <a:prstGeom prst="rect">
            <a:avLst/>
          </a:prstGeom>
          <a:noFill/>
          <a:ln>
            <a:noFill/>
          </a:ln>
        </p:spPr>
      </p:pic>
      <p:sp>
        <p:nvSpPr>
          <p:cNvPr id="704" name="Google Shape;704;p63"/>
          <p:cNvSpPr/>
          <p:nvPr/>
        </p:nvSpPr>
        <p:spPr>
          <a:xfrm>
            <a:off x="8509283" y="3953768"/>
            <a:ext cx="2866500" cy="7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Inter"/>
              <a:buNone/>
            </a:pPr>
            <a:r>
              <a:rPr lang="en-US" sz="12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Média à insérer :</a:t>
            </a: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Préparer un GIF ou vidéo courte de l'interface ScribBERT illustrant le flux de traçabilité.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63"/>
          <p:cNvSpPr/>
          <p:nvPr/>
        </p:nvSpPr>
        <p:spPr>
          <a:xfrm>
            <a:off x="661475" y="5713520"/>
            <a:ext cx="10868700" cy="396000"/>
          </a:xfrm>
          <a:prstGeom prst="roundRect">
            <a:avLst>
              <a:gd name="adj" fmla="val 8280"/>
            </a:avLst>
          </a:prstGeom>
          <a:solidFill>
            <a:srgbClr val="B6D6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706" name="Google Shape;706;p6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22106" y="5826497"/>
            <a:ext cx="200814" cy="160635"/>
          </a:xfrm>
          <a:prstGeom prst="rect">
            <a:avLst/>
          </a:prstGeom>
          <a:noFill/>
          <a:ln>
            <a:noFill/>
          </a:ln>
        </p:spPr>
      </p:pic>
      <p:sp>
        <p:nvSpPr>
          <p:cNvPr id="707" name="Google Shape;707;p63"/>
          <p:cNvSpPr/>
          <p:nvPr/>
        </p:nvSpPr>
        <p:spPr>
          <a:xfrm>
            <a:off x="1183994" y="5791891"/>
            <a:ext cx="1018590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Inter"/>
              <a:buNone/>
            </a:pPr>
            <a:r>
              <a:rPr lang="en-US" sz="12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Conformité</a:t>
            </a:r>
            <a:r>
              <a:rPr lang="en-US" sz="12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250" b="1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AI Act (UE, 2024)</a:t>
            </a:r>
            <a:r>
              <a:rPr lang="en-US" sz="12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: R</a:t>
            </a:r>
            <a:r>
              <a:rPr lang="fr-FR" sz="12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épond</a:t>
            </a:r>
            <a:r>
              <a:rPr lang="fr-FR" sz="12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aux exigences de transparence pour l'IA à haut risque en contexte réglementé.</a:t>
            </a:r>
            <a:endParaRPr sz="125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8D42E0F-32A4-CFA9-EB40-41D5D123D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4A1C8A-A6DD-C623-8B5F-EC57B71BBF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128" y="1426756"/>
            <a:ext cx="6575108" cy="41522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64"/>
          <p:cNvSpPr/>
          <p:nvPr/>
        </p:nvSpPr>
        <p:spPr>
          <a:xfrm>
            <a:off x="661475" y="743766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Analyse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des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Erreurs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715" name="Google Shape;715;p64"/>
          <p:cNvSpPr/>
          <p:nvPr/>
        </p:nvSpPr>
        <p:spPr>
          <a:xfrm>
            <a:off x="7927181" y="2285603"/>
            <a:ext cx="36093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None/>
            </a:pPr>
            <a:r>
              <a:rPr lang="en-US" sz="12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Distribution par catégorie d'erreur</a:t>
            </a:r>
            <a:endParaRPr sz="12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64"/>
          <p:cNvSpPr/>
          <p:nvPr/>
        </p:nvSpPr>
        <p:spPr>
          <a:xfrm>
            <a:off x="7927181" y="2557363"/>
            <a:ext cx="3609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Insérer manuellement la figure </a:t>
            </a:r>
            <a:r>
              <a:rPr lang="en-US" sz="950" b="0" i="0" u="none" strike="noStrike" cap="none">
                <a:solidFill>
                  <a:schemeClr val="tx1"/>
                </a:solidFill>
                <a:highlight>
                  <a:srgbClr val="F2F2F2"/>
                </a:highlight>
                <a:latin typeface="Barlow" panose="00000500000000000000" pitchFamily="2" charset="0"/>
                <a:ea typeface="Consolas"/>
                <a:cs typeface="Consolas"/>
                <a:sym typeface="Consolas"/>
              </a:rPr>
              <a:t>figures/fig_9_1_distribution_categories_erreur.png</a:t>
            </a: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— répartition des erreurs par type.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64"/>
          <p:cNvSpPr/>
          <p:nvPr/>
        </p:nvSpPr>
        <p:spPr>
          <a:xfrm>
            <a:off x="661475" y="4125218"/>
            <a:ext cx="10868700" cy="1944000"/>
          </a:xfrm>
          <a:prstGeom prst="roundRect">
            <a:avLst>
              <a:gd name="adj" fmla="val 2654"/>
            </a:avLst>
          </a:prstGeom>
          <a:noFill/>
          <a:ln w="9525" cap="flat" cmpd="sng">
            <a:solidFill>
              <a:srgbClr val="000000">
                <a:alpha val="784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18" name="Google Shape;718;p64"/>
          <p:cNvSpPr/>
          <p:nvPr/>
        </p:nvSpPr>
        <p:spPr>
          <a:xfrm>
            <a:off x="661475" y="4405213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19" name="Google Shape;719;p64"/>
          <p:cNvSpPr/>
          <p:nvPr/>
        </p:nvSpPr>
        <p:spPr>
          <a:xfrm>
            <a:off x="661475" y="4682034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0" name="Google Shape;720;p64"/>
          <p:cNvSpPr/>
          <p:nvPr/>
        </p:nvSpPr>
        <p:spPr>
          <a:xfrm>
            <a:off x="661475" y="4958854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1" name="Google Shape;721;p64"/>
          <p:cNvSpPr/>
          <p:nvPr/>
        </p:nvSpPr>
        <p:spPr>
          <a:xfrm>
            <a:off x="661475" y="5235674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2" name="Google Shape;722;p64"/>
          <p:cNvSpPr/>
          <p:nvPr/>
        </p:nvSpPr>
        <p:spPr>
          <a:xfrm>
            <a:off x="661475" y="5512495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3" name="Google Shape;723;p64"/>
          <p:cNvSpPr/>
          <p:nvPr/>
        </p:nvSpPr>
        <p:spPr>
          <a:xfrm>
            <a:off x="661475" y="5789315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4" name="Google Shape;724;p64"/>
          <p:cNvSpPr/>
          <p:nvPr/>
        </p:nvSpPr>
        <p:spPr>
          <a:xfrm>
            <a:off x="3707613" y="4125218"/>
            <a:ext cx="7800" cy="19440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5" name="Google Shape;725;p64"/>
          <p:cNvSpPr/>
          <p:nvPr/>
        </p:nvSpPr>
        <p:spPr>
          <a:xfrm>
            <a:off x="7615742" y="4125218"/>
            <a:ext cx="7800" cy="19440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6" name="Google Shape;726;p64"/>
          <p:cNvSpPr/>
          <p:nvPr/>
        </p:nvSpPr>
        <p:spPr>
          <a:xfrm>
            <a:off x="790754" y="4185741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Catégorie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64"/>
          <p:cNvSpPr/>
          <p:nvPr/>
        </p:nvSpPr>
        <p:spPr>
          <a:xfrm>
            <a:off x="3833617" y="4185741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Dimension mise en cause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64"/>
          <p:cNvSpPr/>
          <p:nvPr/>
        </p:nvSpPr>
        <p:spPr>
          <a:xfrm>
            <a:off x="7741746" y="4185741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Action correctrice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64"/>
          <p:cNvSpPr/>
          <p:nvPr/>
        </p:nvSpPr>
        <p:spPr>
          <a:xfrm>
            <a:off x="790754" y="4462562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Hallucination partielle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64"/>
          <p:cNvSpPr/>
          <p:nvPr/>
        </p:nvSpPr>
        <p:spPr>
          <a:xfrm>
            <a:off x="3833617" y="4462562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Fiabilité du générateur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64"/>
          <p:cNvSpPr/>
          <p:nvPr/>
        </p:nvSpPr>
        <p:spPr>
          <a:xfrm>
            <a:off x="7741746" y="4462562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Renforcement du filtrage post-génération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64"/>
          <p:cNvSpPr/>
          <p:nvPr/>
        </p:nvSpPr>
        <p:spPr>
          <a:xfrm>
            <a:off x="790754" y="4739382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Source manquante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64"/>
          <p:cNvSpPr/>
          <p:nvPr/>
        </p:nvSpPr>
        <p:spPr>
          <a:xfrm>
            <a:off x="3833617" y="4739382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Complétude du retriever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64"/>
          <p:cNvSpPr/>
          <p:nvPr/>
        </p:nvSpPr>
        <p:spPr>
          <a:xfrm>
            <a:off x="7741746" y="4739382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Enrichissement de la base vectorielle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64"/>
          <p:cNvSpPr/>
          <p:nvPr/>
        </p:nvSpPr>
        <p:spPr>
          <a:xfrm>
            <a:off x="790754" y="5016202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Paraphrase non reconnue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64"/>
          <p:cNvSpPr/>
          <p:nvPr/>
        </p:nvSpPr>
        <p:spPr>
          <a:xfrm>
            <a:off x="3833617" y="5016202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Robustesse sémantique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64"/>
          <p:cNvSpPr/>
          <p:nvPr/>
        </p:nvSpPr>
        <p:spPr>
          <a:xfrm>
            <a:off x="7741746" y="5016202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Fine-tuning sur corpus paraphrasé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64"/>
          <p:cNvSpPr/>
          <p:nvPr/>
        </p:nvSpPr>
        <p:spPr>
          <a:xfrm>
            <a:off x="790754" y="5293023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Réponse hors contexte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64"/>
          <p:cNvSpPr/>
          <p:nvPr/>
        </p:nvSpPr>
        <p:spPr>
          <a:xfrm>
            <a:off x="3833617" y="5293023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Pertinence contextuelle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64"/>
          <p:cNvSpPr/>
          <p:nvPr/>
        </p:nvSpPr>
        <p:spPr>
          <a:xfrm>
            <a:off x="7741746" y="5293023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Ajustement du seuil de similarité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64"/>
          <p:cNvSpPr/>
          <p:nvPr/>
        </p:nvSpPr>
        <p:spPr>
          <a:xfrm>
            <a:off x="790754" y="5569843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Latence excessive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64"/>
          <p:cNvSpPr/>
          <p:nvPr/>
        </p:nvSpPr>
        <p:spPr>
          <a:xfrm>
            <a:off x="3833617" y="5569843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Performance opérationnelle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64"/>
          <p:cNvSpPr/>
          <p:nvPr/>
        </p:nvSpPr>
        <p:spPr>
          <a:xfrm>
            <a:off x="7741746" y="5569843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Optimisation du pipeline d'inférence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64"/>
          <p:cNvSpPr/>
          <p:nvPr/>
        </p:nvSpPr>
        <p:spPr>
          <a:xfrm>
            <a:off x="790754" y="5846663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Métadonnées absentes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64"/>
          <p:cNvSpPr/>
          <p:nvPr/>
        </p:nvSpPr>
        <p:spPr>
          <a:xfrm>
            <a:off x="3833617" y="5846663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Traçabilité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64"/>
          <p:cNvSpPr/>
          <p:nvPr/>
        </p:nvSpPr>
        <p:spPr>
          <a:xfrm>
            <a:off x="7741746" y="5846663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Standardisation du schéma d'audit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A2C74A2-B8CC-989F-22DA-9ED40A620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0E49CA3-4A7F-E487-3B9E-EE95397B8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553" y="1304098"/>
            <a:ext cx="4736294" cy="28210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65"/>
          <p:cNvSpPr/>
          <p:nvPr/>
        </p:nvSpPr>
        <p:spPr>
          <a:xfrm>
            <a:off x="661475" y="746903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3800"/>
              <a:buFont typeface="Arial"/>
              <a:buNone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Trajectoire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d'Industrialisation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753" name="Google Shape;753;p65"/>
          <p:cNvSpPr/>
          <p:nvPr/>
        </p:nvSpPr>
        <p:spPr>
          <a:xfrm>
            <a:off x="6083148" y="1584722"/>
            <a:ext cx="25500" cy="3688500"/>
          </a:xfrm>
          <a:prstGeom prst="roundRect">
            <a:avLst>
              <a:gd name="adj" fmla="val 312562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54" name="Google Shape;754;p65"/>
          <p:cNvSpPr/>
          <p:nvPr/>
        </p:nvSpPr>
        <p:spPr>
          <a:xfrm>
            <a:off x="5341605" y="1784648"/>
            <a:ext cx="567000" cy="25500"/>
          </a:xfrm>
          <a:prstGeom prst="roundRect">
            <a:avLst>
              <a:gd name="adj" fmla="val 312550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55" name="Google Shape;755;p65"/>
          <p:cNvSpPr/>
          <p:nvPr/>
        </p:nvSpPr>
        <p:spPr>
          <a:xfrm>
            <a:off x="5883227" y="1584722"/>
            <a:ext cx="425100" cy="425400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9525" cap="flat" cmpd="sng">
            <a:solidFill>
              <a:srgbClr val="C0C1D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56" name="Google Shape;756;p65"/>
          <p:cNvSpPr/>
          <p:nvPr/>
        </p:nvSpPr>
        <p:spPr>
          <a:xfrm>
            <a:off x="5954117" y="1620143"/>
            <a:ext cx="2835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Inter"/>
              <a:buNone/>
            </a:pPr>
            <a:r>
              <a:rPr lang="en-US" sz="220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20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65"/>
          <p:cNvSpPr/>
          <p:nvPr/>
        </p:nvSpPr>
        <p:spPr>
          <a:xfrm>
            <a:off x="661475" y="1649611"/>
            <a:ext cx="44892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POC — 2024–2025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65"/>
          <p:cNvSpPr/>
          <p:nvPr/>
        </p:nvSpPr>
        <p:spPr>
          <a:xfrm>
            <a:off x="661475" y="2058293"/>
            <a:ext cx="4489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Validation du cadre d'évaluation et des 5 dimensions sur ScribBERT en environnement contrôlé. Résultats mesurés et documentés.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65"/>
          <p:cNvSpPr/>
          <p:nvPr/>
        </p:nvSpPr>
        <p:spPr>
          <a:xfrm>
            <a:off x="6283069" y="2918718"/>
            <a:ext cx="567000" cy="25500"/>
          </a:xfrm>
          <a:prstGeom prst="roundRect">
            <a:avLst>
              <a:gd name="adj" fmla="val 312550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0" name="Google Shape;760;p65"/>
          <p:cNvSpPr/>
          <p:nvPr/>
        </p:nvSpPr>
        <p:spPr>
          <a:xfrm>
            <a:off x="5883227" y="2718792"/>
            <a:ext cx="425100" cy="425400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9525" cap="flat" cmpd="sng">
            <a:solidFill>
              <a:srgbClr val="C0C1D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1" name="Google Shape;761;p65"/>
          <p:cNvSpPr/>
          <p:nvPr/>
        </p:nvSpPr>
        <p:spPr>
          <a:xfrm>
            <a:off x="5954117" y="2754213"/>
            <a:ext cx="2835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Inter"/>
              <a:buNone/>
            </a:pPr>
            <a:r>
              <a:rPr lang="en-US" sz="2200" b="1" i="0" u="none" strike="noStrike" cap="none" dirty="0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2200" b="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65"/>
          <p:cNvSpPr/>
          <p:nvPr/>
        </p:nvSpPr>
        <p:spPr>
          <a:xfrm>
            <a:off x="7040882" y="2783681"/>
            <a:ext cx="44892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Configuration Cible — 2026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65"/>
          <p:cNvSpPr/>
          <p:nvPr/>
        </p:nvSpPr>
        <p:spPr>
          <a:xfrm>
            <a:off x="7040882" y="3192363"/>
            <a:ext cx="4489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Déploiement de la configuration cible avec intégration des correctifs issus de l'analyse d'erreurs et renforcement de la robustesse.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65"/>
          <p:cNvSpPr/>
          <p:nvPr/>
        </p:nvSpPr>
        <p:spPr>
          <a:xfrm>
            <a:off x="5341605" y="3896221"/>
            <a:ext cx="567000" cy="25500"/>
          </a:xfrm>
          <a:prstGeom prst="roundRect">
            <a:avLst>
              <a:gd name="adj" fmla="val 312550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5" name="Google Shape;765;p65"/>
          <p:cNvSpPr/>
          <p:nvPr/>
        </p:nvSpPr>
        <p:spPr>
          <a:xfrm>
            <a:off x="5883227" y="3696295"/>
            <a:ext cx="425100" cy="425400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9525" cap="flat" cmpd="sng">
            <a:solidFill>
              <a:srgbClr val="C0C1D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6" name="Google Shape;766;p65"/>
          <p:cNvSpPr/>
          <p:nvPr/>
        </p:nvSpPr>
        <p:spPr>
          <a:xfrm>
            <a:off x="5954117" y="3731716"/>
            <a:ext cx="2835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Inter"/>
              <a:buNone/>
            </a:pPr>
            <a:r>
              <a:rPr lang="en-US" sz="220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sz="220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65"/>
          <p:cNvSpPr/>
          <p:nvPr/>
        </p:nvSpPr>
        <p:spPr>
          <a:xfrm>
            <a:off x="661475" y="3761184"/>
            <a:ext cx="44892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Inter"/>
              <a:buNone/>
            </a:pPr>
            <a:r>
              <a:rPr lang="en-US" sz="1850" b="1" i="0" u="none" strike="noStrike" cap="none" dirty="0" err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Industrialisation</a:t>
            </a:r>
            <a:r>
              <a:rPr lang="en-US" sz="1850" b="1" i="0" u="none" strike="noStrike" cap="none" dirty="0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 Groupe — 2026–2027</a:t>
            </a:r>
            <a:endParaRPr sz="1850" b="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65"/>
          <p:cNvSpPr/>
          <p:nvPr/>
        </p:nvSpPr>
        <p:spPr>
          <a:xfrm>
            <a:off x="661475" y="4169866"/>
            <a:ext cx="4489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Généralisation à l'ensemble du groupe avec gouvernance IA formalisée, monitoring continu et conformité AI Act maintenue.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65"/>
          <p:cNvSpPr/>
          <p:nvPr/>
        </p:nvSpPr>
        <p:spPr>
          <a:xfrm>
            <a:off x="661475" y="5485904"/>
            <a:ext cx="10868700" cy="756000"/>
          </a:xfrm>
          <a:prstGeom prst="roundRect">
            <a:avLst>
              <a:gd name="adj" fmla="val 10502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pic>
        <p:nvPicPr>
          <p:cNvPr id="770" name="Google Shape;770;p6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482" y="5753596"/>
            <a:ext cx="236234" cy="189012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p65"/>
          <p:cNvSpPr/>
          <p:nvPr/>
        </p:nvSpPr>
        <p:spPr>
          <a:xfrm>
            <a:off x="1275723" y="5722144"/>
            <a:ext cx="10675200" cy="3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Passage en industrialisation groupe validé — </a:t>
            </a:r>
            <a:r>
              <a:rPr lang="en-US" sz="14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juillet 2026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AD00740-A698-2B00-6C8C-09E7DFB67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6"/>
          <p:cNvSpPr/>
          <p:nvPr/>
        </p:nvSpPr>
        <p:spPr>
          <a:xfrm>
            <a:off x="661475" y="743395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Limites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&amp; Perspectives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778" name="Google Shape;778;p66"/>
          <p:cNvSpPr/>
          <p:nvPr/>
        </p:nvSpPr>
        <p:spPr>
          <a:xfrm>
            <a:off x="661475" y="1741091"/>
            <a:ext cx="52038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Limites identifiées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66"/>
          <p:cNvSpPr/>
          <p:nvPr/>
        </p:nvSpPr>
        <p:spPr>
          <a:xfrm>
            <a:off x="661475" y="2225377"/>
            <a:ext cx="5203800" cy="261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Couverture du corpus limitée aux documents structurés disponibles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Évaluation manuelle partielle pour les cas limites non automatisables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Biais potentiels liés à la granularité du chunking vectoriel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Généralisation hors domaine non encore validée empiriquement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66"/>
          <p:cNvSpPr/>
          <p:nvPr/>
        </p:nvSpPr>
        <p:spPr>
          <a:xfrm>
            <a:off x="6332776" y="1741091"/>
            <a:ext cx="52038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Perspectives de recherche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66"/>
          <p:cNvSpPr/>
          <p:nvPr/>
        </p:nvSpPr>
        <p:spPr>
          <a:xfrm>
            <a:off x="6332776" y="2225377"/>
            <a:ext cx="5203800" cy="261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Extension du cadre d'évaluation à d'autres systèmes RAG industriels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Automatisation complète du pipeline via agents d'évaluation autonomes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Intégration de métriques de fairness et de détection de biais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Adaptation du cadre aux exigences sectorielles (finance, santé, énergie)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66"/>
          <p:cNvSpPr/>
          <p:nvPr/>
        </p:nvSpPr>
        <p:spPr>
          <a:xfrm>
            <a:off x="661475" y="5121672"/>
            <a:ext cx="10868700" cy="1058400"/>
          </a:xfrm>
          <a:prstGeom prst="roundRect">
            <a:avLst>
              <a:gd name="adj" fmla="val 7501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pic>
        <p:nvPicPr>
          <p:cNvPr id="783" name="Google Shape;783;p6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482" y="5389364"/>
            <a:ext cx="236234" cy="189012"/>
          </a:xfrm>
          <a:prstGeom prst="rect">
            <a:avLst/>
          </a:prstGeom>
          <a:noFill/>
          <a:ln>
            <a:noFill/>
          </a:ln>
        </p:spPr>
      </p:pic>
      <p:sp>
        <p:nvSpPr>
          <p:cNvPr id="784" name="Google Shape;784;p66"/>
          <p:cNvSpPr/>
          <p:nvPr/>
        </p:nvSpPr>
        <p:spPr>
          <a:xfrm>
            <a:off x="1275723" y="5357912"/>
            <a:ext cx="1006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Cadre méthodologique transférable à d'autres contextes industriels critiques sous réserve d'adaptation des seuils de référence.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708273F-FEEE-D7EE-F6E3-3592AEFA7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7"/>
          <p:cNvSpPr/>
          <p:nvPr/>
        </p:nvSpPr>
        <p:spPr>
          <a:xfrm>
            <a:off x="661475" y="2414588"/>
            <a:ext cx="25500" cy="1332600"/>
          </a:xfrm>
          <a:prstGeom prst="roundRect">
            <a:avLst>
              <a:gd name="adj" fmla="val 60001"/>
            </a:avLst>
          </a:prstGeom>
          <a:solidFill>
            <a:srgbClr val="4950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92" name="Google Shape;792;p67"/>
          <p:cNvSpPr/>
          <p:nvPr/>
        </p:nvSpPr>
        <p:spPr>
          <a:xfrm>
            <a:off x="944936" y="2627213"/>
            <a:ext cx="10585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ScribBERT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démontre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qu'un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système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RAG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peut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atteindre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un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niveau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de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fiabilité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, de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stabilité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et de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traçabilité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compatible avec les exigences d'un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contexte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industriel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critique — à condition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d'une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évaluation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multidimensionnelle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rigoureuse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et continue.</a:t>
            </a:r>
            <a:endParaRPr sz="145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67"/>
          <p:cNvSpPr/>
          <p:nvPr/>
        </p:nvSpPr>
        <p:spPr>
          <a:xfrm>
            <a:off x="661475" y="4006949"/>
            <a:ext cx="10868700" cy="25500"/>
          </a:xfrm>
          <a:prstGeom prst="roundRect">
            <a:avLst>
              <a:gd name="adj" fmla="val 59999"/>
            </a:avLst>
          </a:prstGeom>
          <a:solidFill>
            <a:srgbClr val="272525">
              <a:alpha val="502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94" name="Google Shape;794;p67"/>
          <p:cNvSpPr/>
          <p:nvPr/>
        </p:nvSpPr>
        <p:spPr>
          <a:xfrm>
            <a:off x="661475" y="4292203"/>
            <a:ext cx="10868700" cy="11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Merci. Questions ?</a:t>
            </a:r>
            <a:endParaRPr sz="14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3000"/>
              </a:lnSpc>
              <a:spcBef>
                <a:spcPts val="165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1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Évaluer la cohérence et la fiabilité d'un système RAG en contexte industriel critique — Le cas ScribBERT</a:t>
            </a:r>
            <a:r>
              <a:rPr lang="en-US" sz="14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 ·  Soutenance de mémoire  ·  2025</a:t>
            </a:r>
            <a:endParaRPr sz="14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B41B6852-920A-61A1-9108-80B0F2F77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75" y="745964"/>
            <a:ext cx="11520000" cy="396000"/>
          </a:xfrm>
        </p:spPr>
        <p:txBody>
          <a:bodyPr/>
          <a:lstStyle/>
          <a:p>
            <a:r>
              <a:rPr lang="fr-FR" sz="2800" dirty="0">
                <a:solidFill>
                  <a:schemeClr val="tx1"/>
                </a:solidFill>
              </a:rPr>
              <a:t>Conclusion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7060CC1-F8F4-7A53-6C3A-F9FEDB6FA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1 - Atelier">
  <a:themeElements>
    <a:clrScheme name="Bouygues Construction">
      <a:dk1>
        <a:srgbClr val="000000"/>
      </a:dk1>
      <a:lt1>
        <a:srgbClr val="FFFFFF"/>
      </a:lt1>
      <a:dk2>
        <a:srgbClr val="102031"/>
      </a:dk2>
      <a:lt2>
        <a:srgbClr val="E75113"/>
      </a:lt2>
      <a:accent1>
        <a:srgbClr val="309BB2"/>
      </a:accent1>
      <a:accent2>
        <a:srgbClr val="FAB82F"/>
      </a:accent2>
      <a:accent3>
        <a:srgbClr val="096D6D"/>
      </a:accent3>
      <a:accent4>
        <a:srgbClr val="93C97B"/>
      </a:accent4>
      <a:accent5>
        <a:srgbClr val="878787"/>
      </a:accent5>
      <a:accent6>
        <a:srgbClr val="102031"/>
      </a:accent6>
      <a:hlink>
        <a:srgbClr val="6B8DE7"/>
      </a:hlink>
      <a:folHlink>
        <a:srgbClr val="10203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dfdd9a14-7b84-416b-97e8-b834b0f98713}" enabled="1" method="Standard" siteId="{4a3d9983-e936-4837-9552-9d9126a92eb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S1 - Atelier</Template>
  <TotalTime>105</TotalTime>
  <Words>907</Words>
  <Application>Microsoft Office PowerPoint</Application>
  <PresentationFormat>Widescreen</PresentationFormat>
  <Paragraphs>139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Avenir</vt:lpstr>
      <vt:lpstr>Inter</vt:lpstr>
      <vt:lpstr>Barlow</vt:lpstr>
      <vt:lpstr>Arial</vt:lpstr>
      <vt:lpstr>Patrick Hand</vt:lpstr>
      <vt:lpstr>Calibri</vt:lpstr>
      <vt:lpstr>S1 - Atelier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LELEU, Aurélien</cp:lastModifiedBy>
  <cp:revision>4</cp:revision>
  <dcterms:modified xsi:type="dcterms:W3CDTF">2026-07-18T12:30:53Z</dcterms:modified>
</cp:coreProperties>
</file>