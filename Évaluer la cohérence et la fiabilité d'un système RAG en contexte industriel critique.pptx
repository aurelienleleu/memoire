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70"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embeddedFontLst>
    <p:embeddedFont>
      <p:font typeface="Barlow" panose="00000500000000000000" pitchFamily="2" charset="0"/>
      <p:regular r:id="rId18"/>
      <p:bold r:id="rId19"/>
      <p:italic r:id="rId20"/>
      <p:boldItalic r:id="rId21"/>
    </p:embeddedFont>
    <p:embeddedFont>
      <p:font typeface="Inter" panose="020B0604020202020204" charset="0"/>
      <p:regular r:id="rId22"/>
      <p:bold r:id="rId23"/>
      <p:italic r:id="rId24"/>
      <p:boldItalic r:id="rId25"/>
    </p:embeddedFont>
    <p:embeddedFont>
      <p:font typeface="Patrick Hand" panose="00000500000000000000" pitchFamily="2"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0509E-C6B3-4B5F-9FA6-5028FE10BA34}" v="72" dt="2026-07-19T19:41:06.780"/>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569" autoAdjust="0"/>
  </p:normalViewPr>
  <p:slideViewPr>
    <p:cSldViewPr snapToGrid="0">
      <p:cViewPr>
        <p:scale>
          <a:sx n="125" d="100"/>
          <a:sy n="125" d="100"/>
        </p:scale>
        <p:origin x="-24" y="-384"/>
      </p:cViewPr>
      <p:guideLst/>
    </p:cSldViewPr>
  </p:slideViewPr>
  <p:notesTextViewPr>
    <p:cViewPr>
      <p:scale>
        <a:sx n="1" d="1"/>
        <a:sy n="1" d="1"/>
      </p:scale>
      <p:origin x="0" y="-774"/>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EU, Aurélien" userId="093eba4e-90a7-40ae-911e-f5260c33c50a" providerId="ADAL" clId="{FEF95D61-F379-41D7-B0A1-CC186124EBEF}"/>
    <pc:docChg chg="undo custSel addSld modSld sldOrd">
      <pc:chgData name="LELEU, Aurélien" userId="093eba4e-90a7-40ae-911e-f5260c33c50a" providerId="ADAL" clId="{FEF95D61-F379-41D7-B0A1-CC186124EBEF}" dt="2026-07-19T19:40:12.071" v="453" actId="6549"/>
      <pc:docMkLst>
        <pc:docMk/>
      </pc:docMkLst>
      <pc:sldChg chg="modSp mod">
        <pc:chgData name="LELEU, Aurélien" userId="093eba4e-90a7-40ae-911e-f5260c33c50a" providerId="ADAL" clId="{FEF95D61-F379-41D7-B0A1-CC186124EBEF}" dt="2026-07-19T11:32:57.188" v="69" actId="20577"/>
        <pc:sldMkLst>
          <pc:docMk/>
          <pc:sldMk cId="0" sldId="256"/>
        </pc:sldMkLst>
        <pc:spChg chg="mod">
          <ac:chgData name="LELEU, Aurélien" userId="093eba4e-90a7-40ae-911e-f5260c33c50a" providerId="ADAL" clId="{FEF95D61-F379-41D7-B0A1-CC186124EBEF}" dt="2026-07-19T11:32:57.188" v="69" actId="20577"/>
          <ac:spMkLst>
            <pc:docMk/>
            <pc:sldMk cId="0" sldId="256"/>
            <ac:spMk id="539" creationId="{00000000-0000-0000-0000-000000000000}"/>
          </ac:spMkLst>
        </pc:spChg>
      </pc:sldChg>
      <pc:sldChg chg="modSp mod">
        <pc:chgData name="LELEU, Aurélien" userId="093eba4e-90a7-40ae-911e-f5260c33c50a" providerId="ADAL" clId="{FEF95D61-F379-41D7-B0A1-CC186124EBEF}" dt="2026-07-19T11:36:33.911" v="104" actId="313"/>
        <pc:sldMkLst>
          <pc:docMk/>
          <pc:sldMk cId="0" sldId="258"/>
        </pc:sldMkLst>
        <pc:spChg chg="mod">
          <ac:chgData name="LELEU, Aurélien" userId="093eba4e-90a7-40ae-911e-f5260c33c50a" providerId="ADAL" clId="{FEF95D61-F379-41D7-B0A1-CC186124EBEF}" dt="2026-07-18T08:40:52.161" v="0" actId="1076"/>
          <ac:spMkLst>
            <pc:docMk/>
            <pc:sldMk cId="0" sldId="258"/>
            <ac:spMk id="566" creationId="{00000000-0000-0000-0000-000000000000}"/>
          </ac:spMkLst>
        </pc:spChg>
        <pc:spChg chg="mod">
          <ac:chgData name="LELEU, Aurélien" userId="093eba4e-90a7-40ae-911e-f5260c33c50a" providerId="ADAL" clId="{FEF95D61-F379-41D7-B0A1-CC186124EBEF}" dt="2026-07-19T11:36:33.911" v="104" actId="313"/>
          <ac:spMkLst>
            <pc:docMk/>
            <pc:sldMk cId="0" sldId="258"/>
            <ac:spMk id="568" creationId="{00000000-0000-0000-0000-000000000000}"/>
          </ac:spMkLst>
        </pc:spChg>
      </pc:sldChg>
      <pc:sldChg chg="addSp modSp mod modAnim">
        <pc:chgData name="LELEU, Aurélien" userId="093eba4e-90a7-40ae-911e-f5260c33c50a" providerId="ADAL" clId="{FEF95D61-F379-41D7-B0A1-CC186124EBEF}" dt="2026-07-19T18:45:55.740" v="299"/>
        <pc:sldMkLst>
          <pc:docMk/>
          <pc:sldMk cId="0" sldId="259"/>
        </pc:sldMkLst>
        <pc:spChg chg="add mod ord">
          <ac:chgData name="LELEU, Aurélien" userId="093eba4e-90a7-40ae-911e-f5260c33c50a" providerId="ADAL" clId="{FEF95D61-F379-41D7-B0A1-CC186124EBEF}" dt="2026-07-18T08:43:35.663" v="8" actId="171"/>
          <ac:spMkLst>
            <pc:docMk/>
            <pc:sldMk cId="0" sldId="259"/>
            <ac:spMk id="2" creationId="{071B6211-CC54-67CD-B956-34BB157BD530}"/>
          </ac:spMkLst>
        </pc:spChg>
      </pc:sldChg>
      <pc:sldChg chg="addSp delSp modSp mod">
        <pc:chgData name="LELEU, Aurélien" userId="093eba4e-90a7-40ae-911e-f5260c33c50a" providerId="ADAL" clId="{FEF95D61-F379-41D7-B0A1-CC186124EBEF}" dt="2026-07-19T18:41:54.739" v="286" actId="20577"/>
        <pc:sldMkLst>
          <pc:docMk/>
          <pc:sldMk cId="0" sldId="260"/>
        </pc:sldMkLst>
        <pc:spChg chg="add mod">
          <ac:chgData name="LELEU, Aurélien" userId="093eba4e-90a7-40ae-911e-f5260c33c50a" providerId="ADAL" clId="{FEF95D61-F379-41D7-B0A1-CC186124EBEF}" dt="2026-07-19T15:22:35.461" v="133" actId="20577"/>
          <ac:spMkLst>
            <pc:docMk/>
            <pc:sldMk cId="0" sldId="260"/>
            <ac:spMk id="4" creationId="{F0526974-4191-EF40-1BA6-66854F705DE3}"/>
          </ac:spMkLst>
        </pc:spChg>
        <pc:spChg chg="add mod">
          <ac:chgData name="LELEU, Aurélien" userId="093eba4e-90a7-40ae-911e-f5260c33c50a" providerId="ADAL" clId="{FEF95D61-F379-41D7-B0A1-CC186124EBEF}" dt="2026-07-19T15:22:51.404" v="147" actId="1076"/>
          <ac:spMkLst>
            <pc:docMk/>
            <pc:sldMk cId="0" sldId="260"/>
            <ac:spMk id="5" creationId="{EA92A5CA-C26D-67DD-D001-54AF4830D79A}"/>
          </ac:spMkLst>
        </pc:spChg>
        <pc:spChg chg="add mod">
          <ac:chgData name="LELEU, Aurélien" userId="093eba4e-90a7-40ae-911e-f5260c33c50a" providerId="ADAL" clId="{FEF95D61-F379-41D7-B0A1-CC186124EBEF}" dt="2026-07-19T15:23:49.501" v="173" actId="1076"/>
          <ac:spMkLst>
            <pc:docMk/>
            <pc:sldMk cId="0" sldId="260"/>
            <ac:spMk id="7" creationId="{53BFE7E8-401A-2C76-5786-ECDB063A28A2}"/>
          </ac:spMkLst>
        </pc:spChg>
        <pc:spChg chg="add mod">
          <ac:chgData name="LELEU, Aurélien" userId="093eba4e-90a7-40ae-911e-f5260c33c50a" providerId="ADAL" clId="{FEF95D61-F379-41D7-B0A1-CC186124EBEF}" dt="2026-07-19T15:23:57.272" v="182" actId="20577"/>
          <ac:spMkLst>
            <pc:docMk/>
            <pc:sldMk cId="0" sldId="260"/>
            <ac:spMk id="8" creationId="{A9A4C5A4-557C-D938-BD2B-344A6B935B0A}"/>
          </ac:spMkLst>
        </pc:spChg>
        <pc:graphicFrameChg chg="add mod modGraphic">
          <ac:chgData name="LELEU, Aurélien" userId="093eba4e-90a7-40ae-911e-f5260c33c50a" providerId="ADAL" clId="{FEF95D61-F379-41D7-B0A1-CC186124EBEF}" dt="2026-07-19T18:39:00.128" v="205" actId="20577"/>
          <ac:graphicFrameMkLst>
            <pc:docMk/>
            <pc:sldMk cId="0" sldId="260"/>
            <ac:graphicFrameMk id="2" creationId="{06E639B4-ED3C-4BE6-2AC0-EE1A61428124}"/>
          </ac:graphicFrameMkLst>
        </pc:graphicFrameChg>
        <pc:graphicFrameChg chg="add mod modGraphic">
          <ac:chgData name="LELEU, Aurélien" userId="093eba4e-90a7-40ae-911e-f5260c33c50a" providerId="ADAL" clId="{FEF95D61-F379-41D7-B0A1-CC186124EBEF}" dt="2026-07-19T18:41:54.739" v="286" actId="20577"/>
          <ac:graphicFrameMkLst>
            <pc:docMk/>
            <pc:sldMk cId="0" sldId="260"/>
            <ac:graphicFrameMk id="6" creationId="{78FDE50F-97BE-0F14-85D0-F9149E39820A}"/>
          </ac:graphicFrameMkLst>
        </pc:graphicFrameChg>
        <pc:picChg chg="del">
          <ac:chgData name="LELEU, Aurélien" userId="093eba4e-90a7-40ae-911e-f5260c33c50a" providerId="ADAL" clId="{FEF95D61-F379-41D7-B0A1-CC186124EBEF}" dt="2026-07-19T15:21:07.472" v="114" actId="478"/>
          <ac:picMkLst>
            <pc:docMk/>
            <pc:sldMk cId="0" sldId="260"/>
            <ac:picMk id="610" creationId="{00000000-0000-0000-0000-000000000000}"/>
          </ac:picMkLst>
        </pc:picChg>
      </pc:sldChg>
      <pc:sldChg chg="addSp delSp modSp mod">
        <pc:chgData name="LELEU, Aurélien" userId="093eba4e-90a7-40ae-911e-f5260c33c50a" providerId="ADAL" clId="{FEF95D61-F379-41D7-B0A1-CC186124EBEF}" dt="2026-07-19T19:39:41.229" v="451" actId="20577"/>
        <pc:sldMkLst>
          <pc:docMk/>
          <pc:sldMk cId="0" sldId="261"/>
        </pc:sldMkLst>
        <pc:spChg chg="mod">
          <ac:chgData name="LELEU, Aurélien" userId="093eba4e-90a7-40ae-911e-f5260c33c50a" providerId="ADAL" clId="{FEF95D61-F379-41D7-B0A1-CC186124EBEF}" dt="2026-07-19T19:39:41.229" v="451" actId="20577"/>
          <ac:spMkLst>
            <pc:docMk/>
            <pc:sldMk cId="0" sldId="261"/>
            <ac:spMk id="621" creationId="{00000000-0000-0000-0000-000000000000}"/>
          </ac:spMkLst>
        </pc:spChg>
        <pc:spChg chg="add del">
          <ac:chgData name="LELEU, Aurélien" userId="093eba4e-90a7-40ae-911e-f5260c33c50a" providerId="ADAL" clId="{FEF95D61-F379-41D7-B0A1-CC186124EBEF}" dt="2026-07-18T09:10:15.262" v="11" actId="478"/>
          <ac:spMkLst>
            <pc:docMk/>
            <pc:sldMk cId="0" sldId="261"/>
            <ac:spMk id="635" creationId="{00000000-0000-0000-0000-000000000000}"/>
          </ac:spMkLst>
        </pc:spChg>
        <pc:spChg chg="del">
          <ac:chgData name="LELEU, Aurélien" userId="093eba4e-90a7-40ae-911e-f5260c33c50a" providerId="ADAL" clId="{FEF95D61-F379-41D7-B0A1-CC186124EBEF}" dt="2026-07-18T09:10:17.802" v="12" actId="478"/>
          <ac:spMkLst>
            <pc:docMk/>
            <pc:sldMk cId="0" sldId="261"/>
            <ac:spMk id="636" creationId="{00000000-0000-0000-0000-000000000000}"/>
          </ac:spMkLst>
        </pc:spChg>
        <pc:spChg chg="del">
          <ac:chgData name="LELEU, Aurélien" userId="093eba4e-90a7-40ae-911e-f5260c33c50a" providerId="ADAL" clId="{FEF95D61-F379-41D7-B0A1-CC186124EBEF}" dt="2026-07-18T09:10:12.670" v="9" actId="478"/>
          <ac:spMkLst>
            <pc:docMk/>
            <pc:sldMk cId="0" sldId="261"/>
            <ac:spMk id="637" creationId="{00000000-0000-0000-0000-000000000000}"/>
          </ac:spMkLst>
        </pc:spChg>
        <pc:picChg chg="add mod">
          <ac:chgData name="LELEU, Aurélien" userId="093eba4e-90a7-40ae-911e-f5260c33c50a" providerId="ADAL" clId="{FEF95D61-F379-41D7-B0A1-CC186124EBEF}" dt="2026-07-18T09:10:28.440" v="17" actId="1076"/>
          <ac:picMkLst>
            <pc:docMk/>
            <pc:sldMk cId="0" sldId="261"/>
            <ac:picMk id="4" creationId="{23B4EAD4-F021-2384-7528-F9394855C070}"/>
          </ac:picMkLst>
        </pc:picChg>
      </pc:sldChg>
      <pc:sldChg chg="addSp delSp modSp mod">
        <pc:chgData name="LELEU, Aurélien" userId="093eba4e-90a7-40ae-911e-f5260c33c50a" providerId="ADAL" clId="{FEF95D61-F379-41D7-B0A1-CC186124EBEF}" dt="2026-07-18T09:20:35.531" v="34" actId="1076"/>
        <pc:sldMkLst>
          <pc:docMk/>
          <pc:sldMk cId="0" sldId="262"/>
        </pc:sldMkLst>
        <pc:spChg chg="mod">
          <ac:chgData name="LELEU, Aurélien" userId="093eba4e-90a7-40ae-911e-f5260c33c50a" providerId="ADAL" clId="{FEF95D61-F379-41D7-B0A1-CC186124EBEF}" dt="2026-07-18T09:20:18.866" v="32" actId="14100"/>
          <ac:spMkLst>
            <pc:docMk/>
            <pc:sldMk cId="0" sldId="262"/>
            <ac:spMk id="646" creationId="{00000000-0000-0000-0000-000000000000}"/>
          </ac:spMkLst>
        </pc:spChg>
        <pc:spChg chg="del">
          <ac:chgData name="LELEU, Aurélien" userId="093eba4e-90a7-40ae-911e-f5260c33c50a" providerId="ADAL" clId="{FEF95D61-F379-41D7-B0A1-CC186124EBEF}" dt="2026-07-18T09:19:38.032" v="18" actId="478"/>
          <ac:spMkLst>
            <pc:docMk/>
            <pc:sldMk cId="0" sldId="262"/>
            <ac:spMk id="647" creationId="{00000000-0000-0000-0000-000000000000}"/>
          </ac:spMkLst>
        </pc:spChg>
        <pc:spChg chg="del">
          <ac:chgData name="LELEU, Aurélien" userId="093eba4e-90a7-40ae-911e-f5260c33c50a" providerId="ADAL" clId="{FEF95D61-F379-41D7-B0A1-CC186124EBEF}" dt="2026-07-18T09:19:41.734" v="19" actId="478"/>
          <ac:spMkLst>
            <pc:docMk/>
            <pc:sldMk cId="0" sldId="262"/>
            <ac:spMk id="648"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49"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50" creationId="{00000000-0000-0000-0000-000000000000}"/>
          </ac:spMkLst>
        </pc:spChg>
        <pc:picChg chg="add mod">
          <ac:chgData name="LELEU, Aurélien" userId="093eba4e-90a7-40ae-911e-f5260c33c50a" providerId="ADAL" clId="{FEF95D61-F379-41D7-B0A1-CC186124EBEF}" dt="2026-07-18T09:20:25.775" v="33" actId="1076"/>
          <ac:picMkLst>
            <pc:docMk/>
            <pc:sldMk cId="0" sldId="262"/>
            <ac:picMk id="4" creationId="{CA3F327E-617F-5C09-E994-90E81965F3E9}"/>
          </ac:picMkLst>
        </pc:picChg>
      </pc:sldChg>
      <pc:sldChg chg="addSp delSp modSp mod">
        <pc:chgData name="LELEU, Aurélien" userId="093eba4e-90a7-40ae-911e-f5260c33c50a" providerId="ADAL" clId="{FEF95D61-F379-41D7-B0A1-CC186124EBEF}" dt="2026-07-19T15:14:21.373" v="113" actId="478"/>
        <pc:sldMkLst>
          <pc:docMk/>
          <pc:sldMk cId="0" sldId="263"/>
        </pc:sldMkLst>
        <pc:spChg chg="del">
          <ac:chgData name="LELEU, Aurélien" userId="093eba4e-90a7-40ae-911e-f5260c33c50a" providerId="ADAL" clId="{FEF95D61-F379-41D7-B0A1-CC186124EBEF}" dt="2026-07-19T15:14:21.373" v="113" actId="478"/>
          <ac:spMkLst>
            <pc:docMk/>
            <pc:sldMk cId="0" sldId="263"/>
            <ac:spMk id="665" creationId="{00000000-0000-0000-0000-000000000000}"/>
          </ac:spMkLst>
        </pc:spChg>
        <pc:spChg chg="del">
          <ac:chgData name="LELEU, Aurélien" userId="093eba4e-90a7-40ae-911e-f5260c33c50a" providerId="ADAL" clId="{FEF95D61-F379-41D7-B0A1-CC186124EBEF}" dt="2026-07-19T15:14:21.373" v="113" actId="478"/>
          <ac:spMkLst>
            <pc:docMk/>
            <pc:sldMk cId="0" sldId="263"/>
            <ac:spMk id="667" creationId="{00000000-0000-0000-0000-000000000000}"/>
          </ac:spMkLst>
        </pc:spChg>
        <pc:picChg chg="add mod">
          <ac:chgData name="LELEU, Aurélien" userId="093eba4e-90a7-40ae-911e-f5260c33c50a" providerId="ADAL" clId="{FEF95D61-F379-41D7-B0A1-CC186124EBEF}" dt="2026-07-18T09:29:28.740" v="38" actId="1076"/>
          <ac:picMkLst>
            <pc:docMk/>
            <pc:sldMk cId="0" sldId="263"/>
            <ac:picMk id="4" creationId="{78EF6584-0D68-37CB-E08A-1D23085AB4BA}"/>
          </ac:picMkLst>
        </pc:picChg>
        <pc:picChg chg="del">
          <ac:chgData name="LELEU, Aurélien" userId="093eba4e-90a7-40ae-911e-f5260c33c50a" providerId="ADAL" clId="{FEF95D61-F379-41D7-B0A1-CC186124EBEF}" dt="2026-07-18T09:29:26.474" v="37" actId="478"/>
          <ac:picMkLst>
            <pc:docMk/>
            <pc:sldMk cId="0" sldId="263"/>
            <ac:picMk id="662" creationId="{00000000-0000-0000-0000-000000000000}"/>
          </ac:picMkLst>
        </pc:picChg>
        <pc:picChg chg="del">
          <ac:chgData name="LELEU, Aurélien" userId="093eba4e-90a7-40ae-911e-f5260c33c50a" providerId="ADAL" clId="{FEF95D61-F379-41D7-B0A1-CC186124EBEF}" dt="2026-07-19T15:14:21.373" v="113" actId="478"/>
          <ac:picMkLst>
            <pc:docMk/>
            <pc:sldMk cId="0" sldId="263"/>
            <ac:picMk id="666" creationId="{00000000-0000-0000-0000-000000000000}"/>
          </ac:picMkLst>
        </pc:picChg>
      </pc:sldChg>
      <pc:sldChg chg="addSp delSp modSp mod">
        <pc:chgData name="LELEU, Aurélien" userId="093eba4e-90a7-40ae-911e-f5260c33c50a" providerId="ADAL" clId="{FEF95D61-F379-41D7-B0A1-CC186124EBEF}" dt="2026-07-19T15:14:11.574" v="112" actId="14100"/>
        <pc:sldMkLst>
          <pc:docMk/>
          <pc:sldMk cId="0" sldId="264"/>
        </pc:sldMkLst>
        <pc:spChg chg="del">
          <ac:chgData name="LELEU, Aurélien" userId="093eba4e-90a7-40ae-911e-f5260c33c50a" providerId="ADAL" clId="{FEF95D61-F379-41D7-B0A1-CC186124EBEF}" dt="2026-07-19T15:14:01.987" v="110" actId="478"/>
          <ac:spMkLst>
            <pc:docMk/>
            <pc:sldMk cId="0" sldId="264"/>
            <ac:spMk id="679" creationId="{00000000-0000-0000-0000-000000000000}"/>
          </ac:spMkLst>
        </pc:spChg>
        <pc:spChg chg="del">
          <ac:chgData name="LELEU, Aurélien" userId="093eba4e-90a7-40ae-911e-f5260c33c50a" providerId="ADAL" clId="{FEF95D61-F379-41D7-B0A1-CC186124EBEF}" dt="2026-07-19T15:14:01.987" v="110" actId="478"/>
          <ac:spMkLst>
            <pc:docMk/>
            <pc:sldMk cId="0" sldId="264"/>
            <ac:spMk id="681" creationId="{00000000-0000-0000-0000-000000000000}"/>
          </ac:spMkLst>
        </pc:spChg>
        <pc:picChg chg="add mod">
          <ac:chgData name="LELEU, Aurélien" userId="093eba4e-90a7-40ae-911e-f5260c33c50a" providerId="ADAL" clId="{FEF95D61-F379-41D7-B0A1-CC186124EBEF}" dt="2026-07-19T15:14:11.574" v="112" actId="14100"/>
          <ac:picMkLst>
            <pc:docMk/>
            <pc:sldMk cId="0" sldId="264"/>
            <ac:picMk id="4" creationId="{4708BF47-0673-C6AD-B273-158EF047B4CD}"/>
          </ac:picMkLst>
        </pc:picChg>
        <pc:picChg chg="del">
          <ac:chgData name="LELEU, Aurélien" userId="093eba4e-90a7-40ae-911e-f5260c33c50a" providerId="ADAL" clId="{FEF95D61-F379-41D7-B0A1-CC186124EBEF}" dt="2026-07-18T09:31:20.931" v="39" actId="478"/>
          <ac:picMkLst>
            <pc:docMk/>
            <pc:sldMk cId="0" sldId="264"/>
            <ac:picMk id="676" creationId="{00000000-0000-0000-0000-000000000000}"/>
          </ac:picMkLst>
        </pc:picChg>
        <pc:picChg chg="del">
          <ac:chgData name="LELEU, Aurélien" userId="093eba4e-90a7-40ae-911e-f5260c33c50a" providerId="ADAL" clId="{FEF95D61-F379-41D7-B0A1-CC186124EBEF}" dt="2026-07-19T15:14:01.987" v="110" actId="478"/>
          <ac:picMkLst>
            <pc:docMk/>
            <pc:sldMk cId="0" sldId="264"/>
            <ac:picMk id="680" creationId="{00000000-0000-0000-0000-000000000000}"/>
          </ac:picMkLst>
        </pc:picChg>
      </pc:sldChg>
      <pc:sldChg chg="delSp mod modNotesTx">
        <pc:chgData name="LELEU, Aurélien" userId="093eba4e-90a7-40ae-911e-f5260c33c50a" providerId="ADAL" clId="{FEF95D61-F379-41D7-B0A1-CC186124EBEF}" dt="2026-07-19T19:40:12.071" v="453" actId="6549"/>
        <pc:sldMkLst>
          <pc:docMk/>
          <pc:sldMk cId="0" sldId="265"/>
        </pc:sldMkLst>
        <pc:spChg chg="del">
          <ac:chgData name="LELEU, Aurélien" userId="093eba4e-90a7-40ae-911e-f5260c33c50a" providerId="ADAL" clId="{FEF95D61-F379-41D7-B0A1-CC186124EBEF}" dt="2026-07-19T15:13:56.674" v="109" actId="478"/>
          <ac:spMkLst>
            <pc:docMk/>
            <pc:sldMk cId="0" sldId="265"/>
            <ac:spMk id="700"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2"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4" creationId="{00000000-0000-0000-0000-000000000000}"/>
          </ac:spMkLst>
        </pc:spChg>
        <pc:picChg chg="del">
          <ac:chgData name="LELEU, Aurélien" userId="093eba4e-90a7-40ae-911e-f5260c33c50a" providerId="ADAL" clId="{FEF95D61-F379-41D7-B0A1-CC186124EBEF}" dt="2026-07-19T15:13:51.206" v="108" actId="478"/>
          <ac:picMkLst>
            <pc:docMk/>
            <pc:sldMk cId="0" sldId="265"/>
            <ac:picMk id="703" creationId="{00000000-0000-0000-0000-000000000000}"/>
          </ac:picMkLst>
        </pc:picChg>
      </pc:sldChg>
      <pc:sldChg chg="addSp delSp modSp mod">
        <pc:chgData name="LELEU, Aurélien" userId="093eba4e-90a7-40ae-911e-f5260c33c50a" providerId="ADAL" clId="{FEF95D61-F379-41D7-B0A1-CC186124EBEF}" dt="2026-07-19T19:37:39.481" v="450" actId="1076"/>
        <pc:sldMkLst>
          <pc:docMk/>
          <pc:sldMk cId="0" sldId="266"/>
        </pc:sldMkLst>
        <pc:spChg chg="add mod">
          <ac:chgData name="LELEU, Aurélien" userId="093eba4e-90a7-40ae-911e-f5260c33c50a" providerId="ADAL" clId="{FEF95D61-F379-41D7-B0A1-CC186124EBEF}" dt="2026-07-19T19:36:24.703" v="431" actId="1076"/>
          <ac:spMkLst>
            <pc:docMk/>
            <pc:sldMk cId="0" sldId="266"/>
            <ac:spMk id="2" creationId="{85FBC24D-7E9C-37E7-BF83-70EDC955BC1C}"/>
          </ac:spMkLst>
        </pc:spChg>
        <pc:spChg chg="add mod">
          <ac:chgData name="LELEU, Aurélien" userId="093eba4e-90a7-40ae-911e-f5260c33c50a" providerId="ADAL" clId="{FEF95D61-F379-41D7-B0A1-CC186124EBEF}" dt="2026-07-19T19:36:57.752" v="444" actId="20577"/>
          <ac:spMkLst>
            <pc:docMk/>
            <pc:sldMk cId="0" sldId="266"/>
            <ac:spMk id="6" creationId="{B37A43D3-F7AA-4ACE-14D6-6AD21548261C}"/>
          </ac:spMkLst>
        </pc:spChg>
        <pc:spChg chg="del mod">
          <ac:chgData name="LELEU, Aurélien" userId="093eba4e-90a7-40ae-911e-f5260c33c50a" providerId="ADAL" clId="{FEF95D61-F379-41D7-B0A1-CC186124EBEF}" dt="2026-07-19T15:13:41.496" v="107" actId="478"/>
          <ac:spMkLst>
            <pc:docMk/>
            <pc:sldMk cId="0" sldId="266"/>
            <ac:spMk id="715" creationId="{00000000-0000-0000-0000-000000000000}"/>
          </ac:spMkLst>
        </pc:spChg>
        <pc:spChg chg="del">
          <ac:chgData name="LELEU, Aurélien" userId="093eba4e-90a7-40ae-911e-f5260c33c50a" providerId="ADAL" clId="{FEF95D61-F379-41D7-B0A1-CC186124EBEF}" dt="2026-07-19T15:13:31.117" v="105" actId="478"/>
          <ac:spMkLst>
            <pc:docMk/>
            <pc:sldMk cId="0" sldId="266"/>
            <ac:spMk id="716" creationId="{00000000-0000-0000-0000-000000000000}"/>
          </ac:spMkLst>
        </pc:spChg>
        <pc:spChg chg="mod">
          <ac:chgData name="LELEU, Aurélien" userId="093eba4e-90a7-40ae-911e-f5260c33c50a" providerId="ADAL" clId="{FEF95D61-F379-41D7-B0A1-CC186124EBEF}" dt="2026-07-19T19:11:47.569" v="335" actId="14100"/>
          <ac:spMkLst>
            <pc:docMk/>
            <pc:sldMk cId="0" sldId="266"/>
            <ac:spMk id="71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2" creationId="{00000000-0000-0000-0000-000000000000}"/>
          </ac:spMkLst>
        </pc:spChg>
        <pc:spChg chg="mod">
          <ac:chgData name="LELEU, Aurélien" userId="093eba4e-90a7-40ae-911e-f5260c33c50a" providerId="ADAL" clId="{FEF95D61-F379-41D7-B0A1-CC186124EBEF}" dt="2026-07-19T19:12:07.812" v="337" actId="1076"/>
          <ac:spMkLst>
            <pc:docMk/>
            <pc:sldMk cId="0" sldId="266"/>
            <ac:spMk id="724"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2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1"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5"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6"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0"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3"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5"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6" creationId="{00000000-0000-0000-0000-000000000000}"/>
          </ac:spMkLst>
        </pc:spChg>
        <pc:graphicFrameChg chg="add mod modGraphic">
          <ac:chgData name="LELEU, Aurélien" userId="093eba4e-90a7-40ae-911e-f5260c33c50a" providerId="ADAL" clId="{FEF95D61-F379-41D7-B0A1-CC186124EBEF}" dt="2026-07-19T19:37:34.290" v="449" actId="1076"/>
          <ac:graphicFrameMkLst>
            <pc:docMk/>
            <pc:sldMk cId="0" sldId="266"/>
            <ac:graphicFrameMk id="7" creationId="{054A2E7F-5E21-82D9-A036-DC4F2473AB16}"/>
          </ac:graphicFrameMkLst>
        </pc:graphicFrameChg>
        <pc:picChg chg="add mod">
          <ac:chgData name="LELEU, Aurélien" userId="093eba4e-90a7-40ae-911e-f5260c33c50a" providerId="ADAL" clId="{FEF95D61-F379-41D7-B0A1-CC186124EBEF}" dt="2026-07-19T19:37:39.481" v="450" actId="1076"/>
          <ac:picMkLst>
            <pc:docMk/>
            <pc:sldMk cId="0" sldId="266"/>
            <ac:picMk id="4" creationId="{30E49CA3-4A7F-E487-3B9E-EE95397B8259}"/>
          </ac:picMkLst>
        </pc:picChg>
        <pc:picChg chg="add mod">
          <ac:chgData name="LELEU, Aurélien" userId="093eba4e-90a7-40ae-911e-f5260c33c50a" providerId="ADAL" clId="{FEF95D61-F379-41D7-B0A1-CC186124EBEF}" dt="2026-07-19T19:36:24.703" v="431" actId="1076"/>
          <ac:picMkLst>
            <pc:docMk/>
            <pc:sldMk cId="0" sldId="266"/>
            <ac:picMk id="5" creationId="{705DBA61-355A-AD97-F6F6-F9AE584E0B5E}"/>
          </ac:picMkLst>
        </pc:picChg>
        <pc:picChg chg="del">
          <ac:chgData name="LELEU, Aurélien" userId="093eba4e-90a7-40ae-911e-f5260c33c50a" providerId="ADAL" clId="{FEF95D61-F379-41D7-B0A1-CC186124EBEF}" dt="2026-07-18T09:32:50.961" v="45" actId="478"/>
          <ac:picMkLst>
            <pc:docMk/>
            <pc:sldMk cId="0" sldId="266"/>
            <ac:picMk id="714" creationId="{00000000-0000-0000-0000-000000000000}"/>
          </ac:picMkLst>
        </pc:picChg>
      </pc:sldChg>
      <pc:sldChg chg="new ord setBg">
        <pc:chgData name="LELEU, Aurélien" userId="093eba4e-90a7-40ae-911e-f5260c33c50a" providerId="ADAL" clId="{FEF95D61-F379-41D7-B0A1-CC186124EBEF}" dt="2026-07-19T11:31:28.045" v="52"/>
        <pc:sldMkLst>
          <pc:docMk/>
          <pc:sldMk cId="1085008028" sldId="270"/>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3E65CCD-84AB-462C-A4FC-80D9222920A7}"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fr-FR"/>
        </a:p>
      </dgm:t>
    </dgm:pt>
    <dgm:pt modelId="{20BB13F5-9734-48F2-BDAA-324A494A4FDF}">
      <dgm:prSet phldrT="[Texte]" phldr="0"/>
      <dgm:spPr/>
      <dgm:t>
        <a:bodyPr/>
        <a:lstStyle/>
        <a:p>
          <a:r>
            <a:rPr lang="fr-FR" dirty="0"/>
            <a:t>Chunking</a:t>
          </a:r>
        </a:p>
      </dgm:t>
    </dgm:pt>
    <dgm:pt modelId="{31780956-B423-4D0A-8214-34E3D90B8A73}" type="parTrans" cxnId="{6CAD2A80-E9AA-446F-BBFE-A1BF96FDBABD}">
      <dgm:prSet/>
      <dgm:spPr/>
      <dgm:t>
        <a:bodyPr/>
        <a:lstStyle/>
        <a:p>
          <a:endParaRPr lang="fr-FR"/>
        </a:p>
      </dgm:t>
    </dgm:pt>
    <dgm:pt modelId="{D50278AB-17CD-446D-9F55-B97CA25474CF}" type="sibTrans" cxnId="{6CAD2A80-E9AA-446F-BBFE-A1BF96FDBABD}">
      <dgm:prSet/>
      <dgm:spPr/>
      <dgm:t>
        <a:bodyPr/>
        <a:lstStyle/>
        <a:p>
          <a:endParaRPr lang="fr-FR"/>
        </a:p>
      </dgm:t>
    </dgm:pt>
    <dgm:pt modelId="{853646DE-A085-4211-83BA-E4785BAB1077}">
      <dgm:prSet phldrT="[Texte]" phldr="0"/>
      <dgm:spPr/>
      <dgm:t>
        <a:bodyPr/>
        <a:lstStyle/>
        <a:p>
          <a:r>
            <a:rPr lang="fr-FR" dirty="0"/>
            <a:t>Vectorisation</a:t>
          </a:r>
        </a:p>
      </dgm:t>
    </dgm:pt>
    <dgm:pt modelId="{F7CCDF80-5F83-49DB-9ABA-727DD4D5A768}" type="parTrans" cxnId="{666C54A6-7F4F-4416-BBA1-12EFC434D786}">
      <dgm:prSet/>
      <dgm:spPr/>
      <dgm:t>
        <a:bodyPr/>
        <a:lstStyle/>
        <a:p>
          <a:endParaRPr lang="fr-FR"/>
        </a:p>
      </dgm:t>
    </dgm:pt>
    <dgm:pt modelId="{EC6C7F6B-45B2-4DDF-BC15-083DEA76CA97}" type="sibTrans" cxnId="{666C54A6-7F4F-4416-BBA1-12EFC434D786}">
      <dgm:prSet/>
      <dgm:spPr/>
      <dgm:t>
        <a:bodyPr/>
        <a:lstStyle/>
        <a:p>
          <a:endParaRPr lang="fr-FR"/>
        </a:p>
      </dgm:t>
    </dgm:pt>
    <dgm:pt modelId="{D3853D79-4ACB-41DD-A68C-7C692E01A690}" type="pres">
      <dgm:prSet presAssocID="{E3E65CCD-84AB-462C-A4FC-80D9222920A7}" presName="Name0" presStyleCnt="0">
        <dgm:presLayoutVars>
          <dgm:dir/>
          <dgm:animLvl val="lvl"/>
          <dgm:resizeHandles val="exact"/>
        </dgm:presLayoutVars>
      </dgm:prSet>
      <dgm:spPr/>
    </dgm:pt>
    <dgm:pt modelId="{3B131679-98CE-4E88-A5E7-C8DAEF4873E8}" type="pres">
      <dgm:prSet presAssocID="{20BB13F5-9734-48F2-BDAA-324A494A4FDF}" presName="parTxOnly" presStyleLbl="node1" presStyleIdx="0" presStyleCnt="2">
        <dgm:presLayoutVars>
          <dgm:chMax val="0"/>
          <dgm:chPref val="0"/>
          <dgm:bulletEnabled val="1"/>
        </dgm:presLayoutVars>
      </dgm:prSet>
      <dgm:spPr/>
    </dgm:pt>
    <dgm:pt modelId="{B7F2C88D-29F0-4D3E-B517-808FB68EFE77}" type="pres">
      <dgm:prSet presAssocID="{D50278AB-17CD-446D-9F55-B97CA25474CF}" presName="parTxOnlySpace" presStyleCnt="0"/>
      <dgm:spPr/>
    </dgm:pt>
    <dgm:pt modelId="{A7FCEB46-14F5-41A5-A0A4-2625E00EACA1}" type="pres">
      <dgm:prSet presAssocID="{853646DE-A085-4211-83BA-E4785BAB1077}" presName="parTxOnly" presStyleLbl="node1" presStyleIdx="1" presStyleCnt="2">
        <dgm:presLayoutVars>
          <dgm:chMax val="0"/>
          <dgm:chPref val="0"/>
          <dgm:bulletEnabled val="1"/>
        </dgm:presLayoutVars>
      </dgm:prSet>
      <dgm:spPr/>
    </dgm:pt>
  </dgm:ptLst>
  <dgm:cxnLst>
    <dgm:cxn modelId="{02C36B6B-EE7B-4B8C-BEEC-BF49F5756476}" type="presOf" srcId="{20BB13F5-9734-48F2-BDAA-324A494A4FDF}" destId="{3B131679-98CE-4E88-A5E7-C8DAEF4873E8}" srcOrd="0" destOrd="0" presId="urn:microsoft.com/office/officeart/2005/8/layout/chevron1"/>
    <dgm:cxn modelId="{6CAD2A80-E9AA-446F-BBFE-A1BF96FDBABD}" srcId="{E3E65CCD-84AB-462C-A4FC-80D9222920A7}" destId="{20BB13F5-9734-48F2-BDAA-324A494A4FDF}" srcOrd="0" destOrd="0" parTransId="{31780956-B423-4D0A-8214-34E3D90B8A73}" sibTransId="{D50278AB-17CD-446D-9F55-B97CA25474CF}"/>
    <dgm:cxn modelId="{C5D64983-E55E-4803-918A-D49A941645CF}" type="presOf" srcId="{E3E65CCD-84AB-462C-A4FC-80D9222920A7}" destId="{D3853D79-4ACB-41DD-A68C-7C692E01A690}" srcOrd="0" destOrd="0" presId="urn:microsoft.com/office/officeart/2005/8/layout/chevron1"/>
    <dgm:cxn modelId="{A138EEA4-E5C8-4161-8E1B-027D2CE68778}" type="presOf" srcId="{853646DE-A085-4211-83BA-E4785BAB1077}" destId="{A7FCEB46-14F5-41A5-A0A4-2625E00EACA1}" srcOrd="0" destOrd="0" presId="urn:microsoft.com/office/officeart/2005/8/layout/chevron1"/>
    <dgm:cxn modelId="{666C54A6-7F4F-4416-BBA1-12EFC434D786}" srcId="{E3E65CCD-84AB-462C-A4FC-80D9222920A7}" destId="{853646DE-A085-4211-83BA-E4785BAB1077}" srcOrd="1" destOrd="0" parTransId="{F7CCDF80-5F83-49DB-9ABA-727DD4D5A768}" sibTransId="{EC6C7F6B-45B2-4DDF-BC15-083DEA76CA97}"/>
    <dgm:cxn modelId="{B6A3CB58-47FD-4D4C-B8C4-E3F2D4D7D5C5}" type="presParOf" srcId="{D3853D79-4ACB-41DD-A68C-7C692E01A690}" destId="{3B131679-98CE-4E88-A5E7-C8DAEF4873E8}" srcOrd="0" destOrd="0" presId="urn:microsoft.com/office/officeart/2005/8/layout/chevron1"/>
    <dgm:cxn modelId="{E03E1654-E07A-4878-BF2C-A480E5DB121D}" type="presParOf" srcId="{D3853D79-4ACB-41DD-A68C-7C692E01A690}" destId="{B7F2C88D-29F0-4D3E-B517-808FB68EFE77}" srcOrd="1" destOrd="0" presId="urn:microsoft.com/office/officeart/2005/8/layout/chevron1"/>
    <dgm:cxn modelId="{9E9A5E84-A75E-4B2E-A0BC-5815BA8DB754}" type="presParOf" srcId="{D3853D79-4ACB-41DD-A68C-7C692E01A690}" destId="{A7FCEB46-14F5-41A5-A0A4-2625E00EACA1}" srcOrd="2" destOrd="0" presId="urn:microsoft.com/office/officeart/2005/8/layout/chevron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3E65CCD-84AB-462C-A4FC-80D9222920A7}" type="doc">
      <dgm:prSet loTypeId="urn:microsoft.com/office/officeart/2005/8/layout/chevron1" loCatId="process" qsTypeId="urn:microsoft.com/office/officeart/2005/8/quickstyle/simple1" qsCatId="simple" csTypeId="urn:microsoft.com/office/officeart/2005/8/colors/accent1_2" csCatId="accent1" phldr="1"/>
      <dgm:spPr/>
      <dgm:t>
        <a:bodyPr/>
        <a:lstStyle/>
        <a:p>
          <a:endParaRPr lang="fr-FR"/>
        </a:p>
      </dgm:t>
    </dgm:pt>
    <dgm:pt modelId="{20BB13F5-9734-48F2-BDAA-324A494A4FDF}">
      <dgm:prSet phldrT="[Texte]" phldr="0"/>
      <dgm:spPr/>
      <dgm:t>
        <a:bodyPr/>
        <a:lstStyle/>
        <a:p>
          <a:r>
            <a:rPr lang="fr-FR" dirty="0"/>
            <a:t>Vectorisation</a:t>
          </a:r>
        </a:p>
      </dgm:t>
    </dgm:pt>
    <dgm:pt modelId="{31780956-B423-4D0A-8214-34E3D90B8A73}" type="parTrans" cxnId="{6CAD2A80-E9AA-446F-BBFE-A1BF96FDBABD}">
      <dgm:prSet/>
      <dgm:spPr/>
      <dgm:t>
        <a:bodyPr/>
        <a:lstStyle/>
        <a:p>
          <a:endParaRPr lang="fr-FR"/>
        </a:p>
      </dgm:t>
    </dgm:pt>
    <dgm:pt modelId="{D50278AB-17CD-446D-9F55-B97CA25474CF}" type="sibTrans" cxnId="{6CAD2A80-E9AA-446F-BBFE-A1BF96FDBABD}">
      <dgm:prSet/>
      <dgm:spPr/>
      <dgm:t>
        <a:bodyPr/>
        <a:lstStyle/>
        <a:p>
          <a:endParaRPr lang="fr-FR"/>
        </a:p>
      </dgm:t>
    </dgm:pt>
    <dgm:pt modelId="{853646DE-A085-4211-83BA-E4785BAB1077}">
      <dgm:prSet phldrT="[Texte]" phldr="0"/>
      <dgm:spPr/>
      <dgm:t>
        <a:bodyPr/>
        <a:lstStyle/>
        <a:p>
          <a:r>
            <a:rPr lang="fr-FR" dirty="0" err="1"/>
            <a:t>Récuperation</a:t>
          </a:r>
          <a:r>
            <a:rPr lang="fr-FR" dirty="0"/>
            <a:t> </a:t>
          </a:r>
          <a:r>
            <a:rPr lang="fr-FR" dirty="0" err="1"/>
            <a:t>Vectorstore</a:t>
          </a:r>
          <a:endParaRPr lang="fr-FR" dirty="0"/>
        </a:p>
      </dgm:t>
    </dgm:pt>
    <dgm:pt modelId="{F7CCDF80-5F83-49DB-9ABA-727DD4D5A768}" type="parTrans" cxnId="{666C54A6-7F4F-4416-BBA1-12EFC434D786}">
      <dgm:prSet/>
      <dgm:spPr/>
      <dgm:t>
        <a:bodyPr/>
        <a:lstStyle/>
        <a:p>
          <a:endParaRPr lang="fr-FR"/>
        </a:p>
      </dgm:t>
    </dgm:pt>
    <dgm:pt modelId="{EC6C7F6B-45B2-4DDF-BC15-083DEA76CA97}" type="sibTrans" cxnId="{666C54A6-7F4F-4416-BBA1-12EFC434D786}">
      <dgm:prSet/>
      <dgm:spPr/>
      <dgm:t>
        <a:bodyPr/>
        <a:lstStyle/>
        <a:p>
          <a:endParaRPr lang="fr-FR"/>
        </a:p>
      </dgm:t>
    </dgm:pt>
    <dgm:pt modelId="{A0E00697-F58D-49E9-A1EF-87E9775757B1}">
      <dgm:prSet phldrT="[Texte]" phldr="0"/>
      <dgm:spPr/>
      <dgm:t>
        <a:bodyPr/>
        <a:lstStyle/>
        <a:p>
          <a:r>
            <a:rPr lang="fr-FR" dirty="0"/>
            <a:t>Prompt template</a:t>
          </a:r>
        </a:p>
      </dgm:t>
    </dgm:pt>
    <dgm:pt modelId="{4ED59F80-5C10-4E7C-B6DE-59962EFFBFB2}" type="parTrans" cxnId="{7FB1A503-56D8-4410-ACD5-2FDB33763194}">
      <dgm:prSet/>
      <dgm:spPr/>
      <dgm:t>
        <a:bodyPr/>
        <a:lstStyle/>
        <a:p>
          <a:endParaRPr lang="fr-FR"/>
        </a:p>
      </dgm:t>
    </dgm:pt>
    <dgm:pt modelId="{C274CF9D-6679-4FDA-8737-1B0F5A477F88}" type="sibTrans" cxnId="{7FB1A503-56D8-4410-ACD5-2FDB33763194}">
      <dgm:prSet/>
      <dgm:spPr/>
      <dgm:t>
        <a:bodyPr/>
        <a:lstStyle/>
        <a:p>
          <a:endParaRPr lang="fr-FR"/>
        </a:p>
      </dgm:t>
    </dgm:pt>
    <dgm:pt modelId="{CBE860EB-FF04-44A4-BBD2-114A74EE219C}">
      <dgm:prSet phldrT="[Texte]" phldr="0"/>
      <dgm:spPr/>
      <dgm:t>
        <a:bodyPr/>
        <a:lstStyle/>
        <a:p>
          <a:r>
            <a:rPr lang="fr-FR" dirty="0"/>
            <a:t>LLM</a:t>
          </a:r>
        </a:p>
      </dgm:t>
    </dgm:pt>
    <dgm:pt modelId="{AFF158CA-059D-4DE7-AF53-D3C684320DF9}" type="parTrans" cxnId="{CC1E9134-25AC-4A00-AA44-EC98CA1D270C}">
      <dgm:prSet/>
      <dgm:spPr/>
      <dgm:t>
        <a:bodyPr/>
        <a:lstStyle/>
        <a:p>
          <a:endParaRPr lang="fr-FR"/>
        </a:p>
      </dgm:t>
    </dgm:pt>
    <dgm:pt modelId="{9AC4A882-10EA-4CE1-8DBD-EE6ECAE87A80}" type="sibTrans" cxnId="{CC1E9134-25AC-4A00-AA44-EC98CA1D270C}">
      <dgm:prSet/>
      <dgm:spPr/>
      <dgm:t>
        <a:bodyPr/>
        <a:lstStyle/>
        <a:p>
          <a:endParaRPr lang="fr-FR"/>
        </a:p>
      </dgm:t>
    </dgm:pt>
    <dgm:pt modelId="{D3853D79-4ACB-41DD-A68C-7C692E01A690}" type="pres">
      <dgm:prSet presAssocID="{E3E65CCD-84AB-462C-A4FC-80D9222920A7}" presName="Name0" presStyleCnt="0">
        <dgm:presLayoutVars>
          <dgm:dir/>
          <dgm:animLvl val="lvl"/>
          <dgm:resizeHandles val="exact"/>
        </dgm:presLayoutVars>
      </dgm:prSet>
      <dgm:spPr/>
    </dgm:pt>
    <dgm:pt modelId="{3B131679-98CE-4E88-A5E7-C8DAEF4873E8}" type="pres">
      <dgm:prSet presAssocID="{20BB13F5-9734-48F2-BDAA-324A494A4FDF}" presName="parTxOnly" presStyleLbl="node1" presStyleIdx="0" presStyleCnt="4">
        <dgm:presLayoutVars>
          <dgm:chMax val="0"/>
          <dgm:chPref val="0"/>
          <dgm:bulletEnabled val="1"/>
        </dgm:presLayoutVars>
      </dgm:prSet>
      <dgm:spPr/>
    </dgm:pt>
    <dgm:pt modelId="{B7F2C88D-29F0-4D3E-B517-808FB68EFE77}" type="pres">
      <dgm:prSet presAssocID="{D50278AB-17CD-446D-9F55-B97CA25474CF}" presName="parTxOnlySpace" presStyleCnt="0"/>
      <dgm:spPr/>
    </dgm:pt>
    <dgm:pt modelId="{A7FCEB46-14F5-41A5-A0A4-2625E00EACA1}" type="pres">
      <dgm:prSet presAssocID="{853646DE-A085-4211-83BA-E4785BAB1077}" presName="parTxOnly" presStyleLbl="node1" presStyleIdx="1" presStyleCnt="4">
        <dgm:presLayoutVars>
          <dgm:chMax val="0"/>
          <dgm:chPref val="0"/>
          <dgm:bulletEnabled val="1"/>
        </dgm:presLayoutVars>
      </dgm:prSet>
      <dgm:spPr/>
    </dgm:pt>
    <dgm:pt modelId="{9C3850FB-B548-4656-BE81-7BAF99B92540}" type="pres">
      <dgm:prSet presAssocID="{EC6C7F6B-45B2-4DDF-BC15-083DEA76CA97}" presName="parTxOnlySpace" presStyleCnt="0"/>
      <dgm:spPr/>
    </dgm:pt>
    <dgm:pt modelId="{E1B4DCD0-26D4-4CFF-AFA3-0B3737A8E1BD}" type="pres">
      <dgm:prSet presAssocID="{A0E00697-F58D-49E9-A1EF-87E9775757B1}" presName="parTxOnly" presStyleLbl="node1" presStyleIdx="2" presStyleCnt="4">
        <dgm:presLayoutVars>
          <dgm:chMax val="0"/>
          <dgm:chPref val="0"/>
          <dgm:bulletEnabled val="1"/>
        </dgm:presLayoutVars>
      </dgm:prSet>
      <dgm:spPr/>
    </dgm:pt>
    <dgm:pt modelId="{7597A096-36D4-44B8-8CB0-8B4CA8878B31}" type="pres">
      <dgm:prSet presAssocID="{C274CF9D-6679-4FDA-8737-1B0F5A477F88}" presName="parTxOnlySpace" presStyleCnt="0"/>
      <dgm:spPr/>
    </dgm:pt>
    <dgm:pt modelId="{E5531B45-B93B-4D1A-B6C5-AFF9C2AA3774}" type="pres">
      <dgm:prSet presAssocID="{CBE860EB-FF04-44A4-BBD2-114A74EE219C}" presName="parTxOnly" presStyleLbl="node1" presStyleIdx="3" presStyleCnt="4">
        <dgm:presLayoutVars>
          <dgm:chMax val="0"/>
          <dgm:chPref val="0"/>
          <dgm:bulletEnabled val="1"/>
        </dgm:presLayoutVars>
      </dgm:prSet>
      <dgm:spPr/>
    </dgm:pt>
  </dgm:ptLst>
  <dgm:cxnLst>
    <dgm:cxn modelId="{7FB1A503-56D8-4410-ACD5-2FDB33763194}" srcId="{E3E65CCD-84AB-462C-A4FC-80D9222920A7}" destId="{A0E00697-F58D-49E9-A1EF-87E9775757B1}" srcOrd="2" destOrd="0" parTransId="{4ED59F80-5C10-4E7C-B6DE-59962EFFBFB2}" sibTransId="{C274CF9D-6679-4FDA-8737-1B0F5A477F88}"/>
    <dgm:cxn modelId="{CC1E9134-25AC-4A00-AA44-EC98CA1D270C}" srcId="{E3E65CCD-84AB-462C-A4FC-80D9222920A7}" destId="{CBE860EB-FF04-44A4-BBD2-114A74EE219C}" srcOrd="3" destOrd="0" parTransId="{AFF158CA-059D-4DE7-AF53-D3C684320DF9}" sibTransId="{9AC4A882-10EA-4CE1-8DBD-EE6ECAE87A80}"/>
    <dgm:cxn modelId="{A16E1C51-6F4B-40AF-AF8B-C97A0271B370}" type="presOf" srcId="{CBE860EB-FF04-44A4-BBD2-114A74EE219C}" destId="{E5531B45-B93B-4D1A-B6C5-AFF9C2AA3774}" srcOrd="0" destOrd="0" presId="urn:microsoft.com/office/officeart/2005/8/layout/chevron1"/>
    <dgm:cxn modelId="{C2165D57-1778-4460-B600-A9D5B4F1D58A}" type="presOf" srcId="{A0E00697-F58D-49E9-A1EF-87E9775757B1}" destId="{E1B4DCD0-26D4-4CFF-AFA3-0B3737A8E1BD}" srcOrd="0" destOrd="0" presId="urn:microsoft.com/office/officeart/2005/8/layout/chevron1"/>
    <dgm:cxn modelId="{6CAD2A80-E9AA-446F-BBFE-A1BF96FDBABD}" srcId="{E3E65CCD-84AB-462C-A4FC-80D9222920A7}" destId="{20BB13F5-9734-48F2-BDAA-324A494A4FDF}" srcOrd="0" destOrd="0" parTransId="{31780956-B423-4D0A-8214-34E3D90B8A73}" sibTransId="{D50278AB-17CD-446D-9F55-B97CA25474CF}"/>
    <dgm:cxn modelId="{C5D64983-E55E-4803-918A-D49A941645CF}" type="presOf" srcId="{E3E65CCD-84AB-462C-A4FC-80D9222920A7}" destId="{D3853D79-4ACB-41DD-A68C-7C692E01A690}" srcOrd="0" destOrd="0" presId="urn:microsoft.com/office/officeart/2005/8/layout/chevron1"/>
    <dgm:cxn modelId="{666C54A6-7F4F-4416-BBA1-12EFC434D786}" srcId="{E3E65CCD-84AB-462C-A4FC-80D9222920A7}" destId="{853646DE-A085-4211-83BA-E4785BAB1077}" srcOrd="1" destOrd="0" parTransId="{F7CCDF80-5F83-49DB-9ABA-727DD4D5A768}" sibTransId="{EC6C7F6B-45B2-4DDF-BC15-083DEA76CA97}"/>
    <dgm:cxn modelId="{075B01C4-6E66-4645-8EB8-9D0F8A329530}" type="presOf" srcId="{20BB13F5-9734-48F2-BDAA-324A494A4FDF}" destId="{3B131679-98CE-4E88-A5E7-C8DAEF4873E8}" srcOrd="0" destOrd="0" presId="urn:microsoft.com/office/officeart/2005/8/layout/chevron1"/>
    <dgm:cxn modelId="{F39672DB-584C-41B7-BF4B-9EC3638A8058}" type="presOf" srcId="{853646DE-A085-4211-83BA-E4785BAB1077}" destId="{A7FCEB46-14F5-41A5-A0A4-2625E00EACA1}" srcOrd="0" destOrd="0" presId="urn:microsoft.com/office/officeart/2005/8/layout/chevron1"/>
    <dgm:cxn modelId="{FC63161D-A177-4385-8383-FA2FF6011567}" type="presParOf" srcId="{D3853D79-4ACB-41DD-A68C-7C692E01A690}" destId="{3B131679-98CE-4E88-A5E7-C8DAEF4873E8}" srcOrd="0" destOrd="0" presId="urn:microsoft.com/office/officeart/2005/8/layout/chevron1"/>
    <dgm:cxn modelId="{B9C5D2F1-6E51-4DD9-A149-32508304415C}" type="presParOf" srcId="{D3853D79-4ACB-41DD-A68C-7C692E01A690}" destId="{B7F2C88D-29F0-4D3E-B517-808FB68EFE77}" srcOrd="1" destOrd="0" presId="urn:microsoft.com/office/officeart/2005/8/layout/chevron1"/>
    <dgm:cxn modelId="{A5516893-93EE-43FF-932B-D9AEE1BB7E2D}" type="presParOf" srcId="{D3853D79-4ACB-41DD-A68C-7C692E01A690}" destId="{A7FCEB46-14F5-41A5-A0A4-2625E00EACA1}" srcOrd="2" destOrd="0" presId="urn:microsoft.com/office/officeart/2005/8/layout/chevron1"/>
    <dgm:cxn modelId="{392894E7-378F-45D7-8D0C-0BD3CD349CC6}" type="presParOf" srcId="{D3853D79-4ACB-41DD-A68C-7C692E01A690}" destId="{9C3850FB-B548-4656-BE81-7BAF99B92540}" srcOrd="3" destOrd="0" presId="urn:microsoft.com/office/officeart/2005/8/layout/chevron1"/>
    <dgm:cxn modelId="{C9351154-F2E0-4630-97C2-C11C72DC9FB7}" type="presParOf" srcId="{D3853D79-4ACB-41DD-A68C-7C692E01A690}" destId="{E1B4DCD0-26D4-4CFF-AFA3-0B3737A8E1BD}" srcOrd="4" destOrd="0" presId="urn:microsoft.com/office/officeart/2005/8/layout/chevron1"/>
    <dgm:cxn modelId="{43324692-8A0A-466E-94E0-AAA35A394685}" type="presParOf" srcId="{D3853D79-4ACB-41DD-A68C-7C692E01A690}" destId="{7597A096-36D4-44B8-8CB0-8B4CA8878B31}" srcOrd="5" destOrd="0" presId="urn:microsoft.com/office/officeart/2005/8/layout/chevron1"/>
    <dgm:cxn modelId="{3D5BACD0-46EB-4B87-9417-21C0F5CB64C6}" type="presParOf" srcId="{D3853D79-4ACB-41DD-A68C-7C692E01A690}" destId="{E5531B45-B93B-4D1A-B6C5-AFF9C2AA3774}" srcOrd="6" destOrd="0" presId="urn:microsoft.com/office/officeart/2005/8/layout/chevron1"/>
  </dgm:cxnLst>
  <dgm:bg/>
  <dgm:whole/>
  <dgm:extLst>
    <a:ext uri="http://schemas.microsoft.com/office/drawing/2008/diagram">
      <dsp:dataModelExt xmlns:dsp="http://schemas.microsoft.com/office/drawing/2008/diagram" relId="rId13"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31679-98CE-4E88-A5E7-C8DAEF4873E8}">
      <dsp:nvSpPr>
        <dsp:cNvPr id="0" name=""/>
        <dsp:cNvSpPr/>
      </dsp:nvSpPr>
      <dsp:spPr>
        <a:xfrm>
          <a:off x="2362" y="1113234"/>
          <a:ext cx="1412397" cy="564959"/>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kern="1200" dirty="0"/>
            <a:t>Chunking</a:t>
          </a:r>
        </a:p>
      </dsp:txBody>
      <dsp:txXfrm>
        <a:off x="284842" y="1113234"/>
        <a:ext cx="847438" cy="564959"/>
      </dsp:txXfrm>
    </dsp:sp>
    <dsp:sp modelId="{A7FCEB46-14F5-41A5-A0A4-2625E00EACA1}">
      <dsp:nvSpPr>
        <dsp:cNvPr id="0" name=""/>
        <dsp:cNvSpPr/>
      </dsp:nvSpPr>
      <dsp:spPr>
        <a:xfrm>
          <a:off x="1273520" y="1113234"/>
          <a:ext cx="1412397" cy="564959"/>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0005" tIns="13335" rIns="13335" bIns="13335" numCol="1" spcCol="1270" anchor="ctr" anchorCtr="0">
          <a:noAutofit/>
        </a:bodyPr>
        <a:lstStyle/>
        <a:p>
          <a:pPr marL="0" lvl="0" indent="0" algn="ctr" defTabSz="444500">
            <a:lnSpc>
              <a:spcPct val="90000"/>
            </a:lnSpc>
            <a:spcBef>
              <a:spcPct val="0"/>
            </a:spcBef>
            <a:spcAft>
              <a:spcPct val="35000"/>
            </a:spcAft>
            <a:buNone/>
          </a:pPr>
          <a:r>
            <a:rPr lang="fr-FR" sz="1000" kern="1200" dirty="0"/>
            <a:t>Vectorisation</a:t>
          </a:r>
        </a:p>
      </dsp:txBody>
      <dsp:txXfrm>
        <a:off x="1556000" y="1113234"/>
        <a:ext cx="847438" cy="5649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131679-98CE-4E88-A5E7-C8DAEF4873E8}">
      <dsp:nvSpPr>
        <dsp:cNvPr id="0" name=""/>
        <dsp:cNvSpPr/>
      </dsp:nvSpPr>
      <dsp:spPr>
        <a:xfrm>
          <a:off x="1247"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a:t>Vectorisation</a:t>
          </a:r>
        </a:p>
      </dsp:txBody>
      <dsp:txXfrm>
        <a:off x="146425" y="1250536"/>
        <a:ext cx="435533" cy="290355"/>
      </dsp:txXfrm>
    </dsp:sp>
    <dsp:sp modelId="{A7FCEB46-14F5-41A5-A0A4-2625E00EACA1}">
      <dsp:nvSpPr>
        <dsp:cNvPr id="0" name=""/>
        <dsp:cNvSpPr/>
      </dsp:nvSpPr>
      <dsp:spPr>
        <a:xfrm>
          <a:off x="654546"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err="1"/>
            <a:t>Récuperation</a:t>
          </a:r>
          <a:r>
            <a:rPr lang="fr-FR" sz="500" kern="1200" dirty="0"/>
            <a:t> </a:t>
          </a:r>
          <a:r>
            <a:rPr lang="fr-FR" sz="500" kern="1200" dirty="0" err="1"/>
            <a:t>Vectorstore</a:t>
          </a:r>
          <a:endParaRPr lang="fr-FR" sz="500" kern="1200" dirty="0"/>
        </a:p>
      </dsp:txBody>
      <dsp:txXfrm>
        <a:off x="799724" y="1250536"/>
        <a:ext cx="435533" cy="290355"/>
      </dsp:txXfrm>
    </dsp:sp>
    <dsp:sp modelId="{E1B4DCD0-26D4-4CFF-AFA3-0B3737A8E1BD}">
      <dsp:nvSpPr>
        <dsp:cNvPr id="0" name=""/>
        <dsp:cNvSpPr/>
      </dsp:nvSpPr>
      <dsp:spPr>
        <a:xfrm>
          <a:off x="1307846"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a:t>Prompt template</a:t>
          </a:r>
        </a:p>
      </dsp:txBody>
      <dsp:txXfrm>
        <a:off x="1453024" y="1250536"/>
        <a:ext cx="435533" cy="290355"/>
      </dsp:txXfrm>
    </dsp:sp>
    <dsp:sp modelId="{E5531B45-B93B-4D1A-B6C5-AFF9C2AA3774}">
      <dsp:nvSpPr>
        <dsp:cNvPr id="0" name=""/>
        <dsp:cNvSpPr/>
      </dsp:nvSpPr>
      <dsp:spPr>
        <a:xfrm>
          <a:off x="1961145" y="1250536"/>
          <a:ext cx="725888" cy="290355"/>
        </a:xfrm>
        <a:prstGeom prst="chevron">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0003" tIns="6668" rIns="6668" bIns="6668" numCol="1" spcCol="1270" anchor="ctr" anchorCtr="0">
          <a:noAutofit/>
        </a:bodyPr>
        <a:lstStyle/>
        <a:p>
          <a:pPr marL="0" lvl="0" indent="0" algn="ctr" defTabSz="222250">
            <a:lnSpc>
              <a:spcPct val="90000"/>
            </a:lnSpc>
            <a:spcBef>
              <a:spcPct val="0"/>
            </a:spcBef>
            <a:spcAft>
              <a:spcPct val="35000"/>
            </a:spcAft>
            <a:buNone/>
          </a:pPr>
          <a:r>
            <a:rPr lang="fr-FR" sz="500" kern="1200" dirty="0"/>
            <a:t>LLM</a:t>
          </a:r>
        </a:p>
      </dsp:txBody>
      <dsp:txXfrm>
        <a:off x="2106323" y="1250536"/>
        <a:ext cx="435533" cy="290355"/>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Des chiffres faux, une question mal interprétée, paraphrasée, non traitée — qui n'a jamais été déçu par une réponse de son système IA favori ? C'est ce que je cherche à adresser dans mon mémoire.</a:t>
            </a:r>
          </a:p>
          <a:p>
            <a:endParaRPr lang="fr-FR"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9846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3" name="Google Shape;5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Bonjour à toutes et à tous. Je vous présente aujourd'hui mon mémoire de fin d'études, réalisé dans le cadre de mon alternance au département Prévention Santé-Sécurité de Bouygues Travaux Publics. Le sujet, c'est ScribBERT : un assistant conversationnel RAG que j'ai développé pour permettre aux collaborateurs d'interroger en langage naturel les référentiels santé-sécurité internes du groupe. Mais la vraie question, celle qui structure tout ce travail, n'est pas « comment construire un RAG », c'est plutôt « comment prouver qu'il est fiable ». Vingt minutes, cinq dimensions d'évaluation, un cas concret. On y va.</a:t>
            </a:r>
          </a:p>
          <a:p>
            <a:pPr marL="0" lvl="0" indent="0" algn="l" rtl="0">
              <a:spcBef>
                <a:spcPts val="0"/>
              </a:spcBef>
              <a:spcAft>
                <a:spcPts val="0"/>
              </a:spcAft>
              <a:buNone/>
            </a:pPr>
            <a:endParaRPr dirty="0"/>
          </a:p>
        </p:txBody>
      </p:sp>
      <p:sp>
        <p:nvSpPr>
          <p:cNvPr id="534" name="Google Shape;5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département P2S produit plus de 130 documents de référence — procédures, standards, guides — sur des sujets critiques comme le travail en hauteur ou les espaces confinés. Nos statistiques internes montrent qu'un collaborateur y passe en moyenne 2 minutes 30 par recherche, jusqu'à 10 minutes sur les cas complexes. Et ces recherches précèdent souvent des décisions opérationnelles.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point à poser d'entrée : ScribBERT n'est pas un dispositif de sécurité au sens technique. Il ne pilote pas un capteur, il ne déclenche pas d'arrêt d'urgence. C'est un outil documentaire qui alimente des décisions de prévention. Et c'est précisément ce qui fait l'enjeu : une réponse plausible mais fausse — une obligation restituée comme une simple recommandation, par exemple — peut orienter à tort un arbitrage. Ce n'est pas grave qu'un outil se trompe si on le sait ; c'est grave si on ne peut pas le mesurer.</a:t>
            </a:r>
          </a:p>
          <a:p>
            <a:pPr marL="0" lvl="0" indent="0" algn="l" rtl="0">
              <a:spcBef>
                <a:spcPts val="0"/>
              </a:spcBef>
              <a:spcAft>
                <a:spcPts val="0"/>
              </a:spcAft>
              <a:buNone/>
            </a:pPr>
            <a:endParaRPr dirty="0"/>
          </a:p>
        </p:txBody>
      </p:sp>
      <p:sp>
        <p:nvSpPr>
          <p:cNvPr id="543" name="Google Shape;54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2" name="Google Shape;56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Ma problématique, c'est : comment évaluer la cohérence et la fiabilité d'un système RAG en contexte industriel critique ? Et la thèse que je défends dans ce mémoire tient en une phrase que vous voyez à l'écran : la fiabilité d'un RAG n'est pas un score global qu'on additionne à la fin, c'est un faisceau de cinq dimensions distinctes, qu'il faut mesurer séparément si on veut être capable de diagnostiquer où la chaîne échoue. Je vais vous montrer ces cinq dimensions, comment je les ai instrumentées, et ce qu'elles disent concrètement sur ScribBERT.</a:t>
            </a:r>
          </a:p>
          <a:p>
            <a:pPr marL="0" lvl="0" indent="0" algn="l" rtl="0">
              <a:spcBef>
                <a:spcPts val="0"/>
              </a:spcBef>
              <a:spcAft>
                <a:spcPts val="0"/>
              </a:spcAft>
              <a:buNone/>
            </a:pPr>
            <a:endParaRPr dirty="0"/>
          </a:p>
        </p:txBody>
      </p:sp>
      <p:sp>
        <p:nvSpPr>
          <p:cNvPr id="563" name="Google Shape;56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9" name="Google Shape;57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mot rapide sur ce qu'est concrètement un RAG, parce que le terme est technique et je préfère m'assurer que tout le monde parte du même endroit. L'idée est en fait très intuitive.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modèle de langage seul, comme </a:t>
            </a:r>
            <a:r>
              <a:rPr lang="fr-FR" sz="1200" b="0" i="0" u="none" strike="noStrike" cap="none" dirty="0" err="1">
                <a:solidFill>
                  <a:schemeClr val="dk1"/>
                </a:solidFill>
                <a:effectLst/>
                <a:latin typeface="Calibri"/>
                <a:ea typeface="Calibri"/>
                <a:cs typeface="Calibri"/>
                <a:sym typeface="Calibri"/>
              </a:rPr>
              <a:t>ChatGPT</a:t>
            </a:r>
            <a:r>
              <a:rPr lang="fr-FR" sz="1200" b="0" i="0" u="none" strike="noStrike" cap="none" dirty="0">
                <a:solidFill>
                  <a:schemeClr val="dk1"/>
                </a:solidFill>
                <a:effectLst/>
                <a:latin typeface="Calibri"/>
                <a:ea typeface="Calibri"/>
                <a:cs typeface="Calibri"/>
                <a:sym typeface="Calibri"/>
              </a:rPr>
              <a:t>, peut produire un texte fluide sur à peu près n'importe quel sujet, mais il peut aussi inventer — c'est ce qu'on appelle une hallucination — et il ne cite pas ses sources. À l'inverse, un moteur de recherche classique vous trouve des documents mais ne rédige rien : à vous de les ouvrir, de les lire, de synthétiser.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RAG, c'est l'assemblage des deux. Pour reprendre une image que j'aime bien : c'est un modèle de langage à qui on impose de faire comme un bon préventeur — consulter la documentation avant de répondre. Concrètement, quand un utilisateur pose une question, le système commence par chercher dans le corpus documentaire les passages les plus pertinents, puis il les injecte dans le contexte du modèle de langage, et il lui demande de rédiger la réponse à partir de ces passages, avec les citations qui vont avec. On ancre la génération sur des documents vérifiables.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580" name="Google Shape;58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4" name="Google Shape;6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Les cinq étages, en une phrase chacun. L'ingestion transforme les PDF en texte exploitable.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découpe ce texte en unités indexables. La vectorisation transforme chaque unité en un vecteur numérique qui capture son sens. La récupération retrouve, à chaque requête, les vecteurs les plus proches de la question. Et la génération assemble tout ça dans un prompt fourni au modèle de langage, qui rédige la réponse finale.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point clé, celui qui va justifier toute ma démarche d'évaluation, c'est que chaque étage a ses propres modes d'échec, souvent invisibles depuis la réponse finale. Un tableau perdu à l'ingestion, une règle coupée en deux au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un passage thématiquement proche mais non applicable remonté au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une extrapolation à la génération. Un excellent score de récupération reste parfaitement compatible avec une réponse finale fausse. C'est ce qui rend nécessaire une évaluation décomposable, dimension par dimension.</a:t>
            </a:r>
          </a:p>
          <a:p>
            <a:pPr marL="0" lvl="0" indent="0" algn="l" rtl="0">
              <a:spcBef>
                <a:spcPts val="0"/>
              </a:spcBef>
              <a:spcAft>
                <a:spcPts val="0"/>
              </a:spcAft>
              <a:buNone/>
            </a:pPr>
            <a:endParaRPr dirty="0"/>
          </a:p>
        </p:txBody>
      </p:sp>
      <p:sp>
        <p:nvSpPr>
          <p:cNvPr id="605" name="Google Shape;6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6" name="Google Shape;61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Une précaution de vocabulaire avant d'aller plus loin. Ces étages que vous venez de voir, c'est où l'erreur peut naître — c'est la structure de la chaîne. Les cinq dimensions que je vais présenter maintenant, c'est ce qu'on mesure sur le système. Deux grilles différentes, qui se croisent — et c'est précisément ce croisement qui va rendre l'analyse d'erreurs actionnable, en fin de présentation.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Première dimension, donc : est-ce que le bon passage est bien dans le top-k renvoyé par la récupération ? On dispose ici de métriques classiques héritées de la recherche d'information — </a:t>
            </a:r>
            <a:r>
              <a:rPr lang="fr-FR" sz="1200" b="0" i="0" u="none" strike="noStrike" cap="none" dirty="0" err="1">
                <a:solidFill>
                  <a:schemeClr val="dk1"/>
                </a:solidFill>
                <a:effectLst/>
                <a:latin typeface="Calibri"/>
                <a:ea typeface="Calibri"/>
                <a:cs typeface="Calibri"/>
                <a:sym typeface="Calibri"/>
              </a:rPr>
              <a:t>Recall@k</a:t>
            </a:r>
            <a:r>
              <a:rPr lang="fr-FR" sz="1200" b="0" i="0" u="none" strike="noStrike" cap="none" dirty="0">
                <a:solidFill>
                  <a:schemeClr val="dk1"/>
                </a:solidFill>
                <a:effectLst/>
                <a:latin typeface="Calibri"/>
                <a:ea typeface="Calibri"/>
                <a:cs typeface="Calibri"/>
                <a:sym typeface="Calibri"/>
              </a:rPr>
              <a:t>, MRR, </a:t>
            </a:r>
            <a:r>
              <a:rPr lang="fr-FR" sz="1200" b="0" i="0" u="none" strike="noStrike" cap="none" dirty="0" err="1">
                <a:solidFill>
                  <a:schemeClr val="dk1"/>
                </a:solidFill>
                <a:effectLst/>
                <a:latin typeface="Calibri"/>
                <a:ea typeface="Calibri"/>
                <a:cs typeface="Calibri"/>
                <a:sym typeface="Calibri"/>
              </a:rPr>
              <a:t>nDCG</a:t>
            </a:r>
            <a:r>
              <a:rPr lang="fr-FR" sz="1200" b="0" i="0" u="none" strike="noStrike" cap="none" dirty="0">
                <a:solidFill>
                  <a:schemeClr val="dk1"/>
                </a:solidFill>
                <a:effectLst/>
                <a:latin typeface="Calibri"/>
                <a:ea typeface="Calibri"/>
                <a:cs typeface="Calibri"/>
                <a:sym typeface="Calibri"/>
              </a:rPr>
              <a:t> — que j'ai adaptées à un jeu de test que j'ai construit sur mesure : 50 questions annotées manuellement, stratifiées par type, difficulté, criticité métier et langue.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j'ai lancé un plan factoriel complet : 16 modèles de vectorisation croisés avec 9 stratégies de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et 6 variantes de récupération. Ça fait 864 configurations, dont 750 exploitables. Ce que vous voyez à l'écran, c'est la </a:t>
            </a:r>
            <a:r>
              <a:rPr lang="fr-FR" sz="1200" b="0" i="0" u="none" strike="noStrike" cap="none" dirty="0" err="1">
                <a:solidFill>
                  <a:schemeClr val="dk1"/>
                </a:solidFill>
                <a:effectLst/>
                <a:latin typeface="Calibri"/>
                <a:ea typeface="Calibri"/>
                <a:cs typeface="Calibri"/>
                <a:sym typeface="Calibri"/>
              </a:rPr>
              <a:t>heatmap</a:t>
            </a:r>
            <a:r>
              <a:rPr lang="fr-FR" sz="1200" b="0" i="0" u="none" strike="noStrike" cap="none" dirty="0">
                <a:solidFill>
                  <a:schemeClr val="dk1"/>
                </a:solidFill>
                <a:effectLst/>
                <a:latin typeface="Calibri"/>
                <a:ea typeface="Calibri"/>
                <a:cs typeface="Calibri"/>
                <a:sym typeface="Calibri"/>
              </a:rPr>
              <a:t> des scores MRR moyens : chaque case est une combinaison modèle-</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 enseignements. D'abord, les huit meilleurs modèles se tiennent dans une bande de plus ou moins 3 centièmes de MRR : sur ce corpus, il n'y a pas de modèle miracle. Ada-002, embed-3-large, Nomic, Qwen3, Solon, E5, Jina : ils sont tous à égalité statistique. Ce qui veut dire que le choix se fait sur les critères pratiques — latence, coût, souveraineté — pas sur la MRR seule.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Ensuite, deuxième enseignement plus contre-intuitif :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optimal dépend du modèle. Les gros modèles avec fenêtre de contexte large préfèrent des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de 1024 tokens. Les modèles francophones spécialisés préfèrent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par paragraphe. Les modèles compacts sont pénalisés par les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longs. Autrement dit, on ne peut pas recommander « le meilleur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dans l'abstrait — il faut le tester conjointement avec le modèle.</a:t>
            </a:r>
          </a:p>
          <a:p>
            <a:pPr marL="0" lvl="0" indent="0" algn="l" rtl="0">
              <a:spcBef>
                <a:spcPts val="0"/>
              </a:spcBef>
              <a:spcAft>
                <a:spcPts val="0"/>
              </a:spcAft>
              <a:buNone/>
            </a:pPr>
            <a:endParaRPr dirty="0"/>
          </a:p>
        </p:txBody>
      </p:sp>
      <p:sp>
        <p:nvSpPr>
          <p:cNvPr id="617" name="Google Shape;61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0" name="Google Shape;64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Deuxième dimension, et sans doute la plus critique pour un usage santé-sécurité : la fidélité aux sources. La question n'est plus « le bon passage est-il dans le contexte » mais « la réponse générée reste-t-elle vraiment fidèle à ce que disent ces passages, ou est-ce que le modèle a rajouté, extrapolé, inversé une modalité ? »</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Pour la mesurer automatiquement, j'ai utilisé le </a:t>
            </a:r>
            <a:r>
              <a:rPr lang="fr-FR" sz="1200" b="0" i="0" u="none" strike="noStrike" cap="none" dirty="0" err="1">
                <a:solidFill>
                  <a:schemeClr val="dk1"/>
                </a:solidFill>
                <a:effectLst/>
                <a:latin typeface="Calibri"/>
                <a:ea typeface="Calibri"/>
                <a:cs typeface="Calibri"/>
                <a:sym typeface="Calibri"/>
              </a:rPr>
              <a:t>framework</a:t>
            </a:r>
            <a:r>
              <a:rPr lang="fr-FR" sz="1200" b="0" i="0" u="none" strike="noStrike" cap="none" dirty="0">
                <a:solidFill>
                  <a:schemeClr val="dk1"/>
                </a:solidFill>
                <a:effectLst/>
                <a:latin typeface="Calibri"/>
                <a:ea typeface="Calibri"/>
                <a:cs typeface="Calibri"/>
                <a:sym typeface="Calibri"/>
              </a:rPr>
              <a:t> RAGAS, qui décompose la réponse en propositions atomiques et vérifie chacune contre le contexte à l'aide d'un LLM-juge. Sur cinq configurations sélectionnées — trois côté Azure avec GPT-3.5, deux côté Mistral-7B local — vous voyez le profil complet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 observations. Premièrement, la configuration hybride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domine sur les quatre axes simultanément :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context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precision</a:t>
            </a:r>
            <a:r>
              <a:rPr lang="fr-FR" sz="1200" b="0" i="0" u="none" strike="noStrike" cap="none" dirty="0">
                <a:solidFill>
                  <a:schemeClr val="dk1"/>
                </a:solidFill>
                <a:effectLst/>
                <a:latin typeface="Calibri"/>
                <a:ea typeface="Calibri"/>
                <a:cs typeface="Calibri"/>
                <a:sym typeface="Calibri"/>
              </a:rPr>
              <a:t>. Ça confirme, côté génération, ce qu'on avait déjà vu côté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une récupération plus précise se traduit par une génération plus fidèle. Deuxièmement, GPT-3.5 plafonne à environ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Pour aller vers 0,90, il faudra passer à un modèle plus récent et durcir la consigne de citation.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Troisième point, plus délicat : Mistral-7B en local. En performance pure, il est en retrait — 0,68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Mais surtout, en latence, on est à 36 secondes par question contre 5 secondes pour Azure. Il reste néanmoins pertinent comme voie de repli souverain, pour les chantiers en environnement isolé — nucléaire, militaire — où on ne peut pas sortir d'Internet.</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41" name="Google Shape;64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g3f54c2447b2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g3f54c2447b2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Troisième dimension : est-ce que la réponse traite vraiment la question posée, avec la bonne complétude, sans dériver ? Une réponse peut être parfaitement fidèle à ses sources et complètement à côté de la question. On mesure ça avec l'</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de RAGAS, croisée avec la stratification par type de question.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graphe à l'écran montre les scores RAGAS par type. Les questions factuelles et procédurales performent très bien. Deux catégories décrochent : les conditionnelles — les fameuses « que faire si… » — parce que le système attrape la règle générale mais rate parfois l'exception ; et les comparatives — « quelle différence entre A et B » — parce que le top-5 se fait souvent dominer par l'entité la plus représentée dans le corpus.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C'est justement pour ce type de questions comparatives que j'ai développé une fonctionnalité de gap analysis dans ScribBERT, que vous voyez en bas à droite : l'utilisateur sélectionne deux sous-ensembles de documents, la même requête est exécutée sur chacun, et les écarts sont visibles directement. Au-delà du cas comparatif, cette fonctionnalité a aussi vocation à accélérer l'ouverture de chantiers dans un nouveau pays, en identifiant les écarts entre nos référentiels internes et les réglementations locales applicables.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57" name="Google Shape;657;g3f54c2447b2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3f54c2447b2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g3f54c2447b2_0_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Quatrième dimension : la stabilité. La plupart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d'évaluation la traitent comme un effet de bord — on lance une exécution, on prend le score. Mais un système qui donne une bonne réponse un jour et une réponse médiocre le lendemain sur la même question est bon en moyenne mais pas fiable. Pour un usage santé-sécurité, la variabilité fait partie intégrante de la fiabilité perçue.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construit un protocole dédié : pour chaque question, dix exécutions à </a:t>
            </a:r>
            <a:r>
              <a:rPr lang="fr-FR" sz="1200" b="0" i="0" u="none" strike="noStrike" cap="none" dirty="0" err="1">
                <a:solidFill>
                  <a:schemeClr val="dk1"/>
                </a:solidFill>
                <a:effectLst/>
                <a:latin typeface="Calibri"/>
                <a:ea typeface="Calibri"/>
                <a:cs typeface="Calibri"/>
                <a:sym typeface="Calibri"/>
              </a:rPr>
              <a:t>seed</a:t>
            </a:r>
            <a:r>
              <a:rPr lang="fr-FR" sz="1200" b="0" i="0" u="none" strike="noStrike" cap="none" dirty="0">
                <a:solidFill>
                  <a:schemeClr val="dk1"/>
                </a:solidFill>
                <a:effectLst/>
                <a:latin typeface="Calibri"/>
                <a:ea typeface="Calibri"/>
                <a:cs typeface="Calibri"/>
                <a:sym typeface="Calibri"/>
              </a:rPr>
              <a:t> constante, plus les paraphrases annotées dans le jeu de test. Quatre indicateurs mesurés : stabilité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stabilité des citations, stabilité sémantique de la réponse, et robustesse aux paraphrases.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résultat central est à droite en gros : 0,94 de stabilité inter-runs, mais seulement 0,77 de robustesse aux paraphrases. Dix-sept points d'écart. Autrement dit : ScribBERT est stable quand on lui repose exactement la même question, mais dès que l'utilisateur reformule — ce qui est le comportement naturel — la réponse peut sensiblement varier. C'est l'indicateur prioritaire à améliorer pour la production, probablement via une étape de normalisation de requête en amont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Et c'est un résultat qu'aucune évaluation ponctuelle n'aurait pu remonter.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71" name="Google Shape;671;g3f54c2447b2_0_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54c2447b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3" name="Google Shape;693;g3f54c2447b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Cinquième dimension : la traçabilité. Une réponse ne suffit pas ; il faut pouvoir prouver d'où elle vient. Dans un contexte santé-sécurité, et à plus forte raison avec l'entrée en application progressive de l'AI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européen, c'est un prérequis non négociable.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Concrètement, dans ScribBERT — vous voyez à l'écran une démonstration — chaque affirmation est rattachée à un identifiant de chunk journalisé, lui-même relié au document d'origine et à la page. L'utilisateur clique sur la citation, le PDF s'ouvre à la bonne page. Rien de spectaculaire techniquement, mais c'est cette chaîne complète qui rend la réponse auditable, et c'est ce qui fait le plus la différence dans les retours utilisateurs collectés pendant la phase de test : la présence systématique des sources vérifiables est le facteur numéro un d'acceptabilité.</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Cette dimension n'est pas capturée par les métriques quantitatives : on la mesure par la complétude et la correction des citations, et surtout par un design volontariste — pas de réponse sans source, refus contrôlé si aucun chunk pertinent, avertissement permanent rappelant que l'utilisateur reste responsable de la vérification.</a:t>
            </a:r>
          </a:p>
          <a:p>
            <a:pPr marL="0" lvl="0" indent="0" algn="l" rtl="0">
              <a:spcBef>
                <a:spcPts val="0"/>
              </a:spcBef>
              <a:spcAft>
                <a:spcPts val="0"/>
              </a:spcAft>
              <a:buNone/>
            </a:pPr>
            <a:endParaRPr dirty="0"/>
          </a:p>
        </p:txBody>
      </p:sp>
      <p:sp>
        <p:nvSpPr>
          <p:cNvPr id="694" name="Google Shape;694;g3f54c2447b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3f54c2447b2_0_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0" name="Google Shape;710;g3f54c2447b2_0_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C'est ici que le cadre à cinq dimensions devient vraiment utile. Sur la configuration de référence, j'ai classé chaque erreur du jeu de test dans une typologie en huit catégories, à l'aide de seuils simples sur les scores RAGAS. Le résultat, c'est le graphe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bénéfice n'est pas seulement descriptif, il est actionnable : chaque catégorie d'erreur remonte à une dimension défaillante, et donc à une action correctrice précise. Je vais en détailler quelques-unes.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L'échec de récupération et le bruit de récupération touchent tous les deux la dimension 1. La distinction est importante : l'échec signifie que le bon chunk n'a pas été remonté du tout, d'où le </a:t>
            </a:r>
            <a:r>
              <a:rPr lang="fr-FR" sz="1200" b="0" i="0" u="none" strike="noStrike" cap="none" dirty="0" err="1">
                <a:solidFill>
                  <a:schemeClr val="dk1"/>
                </a:solidFill>
                <a:effectLst/>
                <a:latin typeface="Calibri"/>
                <a:ea typeface="Calibri"/>
                <a:cs typeface="Calibri"/>
                <a:sym typeface="Calibri"/>
              </a:rPr>
              <a:t>query</a:t>
            </a:r>
            <a:r>
              <a:rPr lang="fr-FR" sz="1200" b="0" i="0" u="none" strike="noStrike" cap="none" dirty="0">
                <a:solidFill>
                  <a:schemeClr val="dk1"/>
                </a:solidFill>
                <a:effectLst/>
                <a:latin typeface="Calibri"/>
                <a:ea typeface="Calibri"/>
                <a:cs typeface="Calibri"/>
                <a:sym typeface="Calibri"/>
              </a:rPr>
              <a:t> rewriting ; le bruit signifie que le bon chunk est là mais noyé dans des résultats non pertinents, d'où le cross-encoder, qui relit et </a:t>
            </a:r>
            <a:r>
              <a:rPr lang="fr-FR" sz="1200" b="0" i="0" u="none" strike="noStrike" cap="none" dirty="0" err="1">
                <a:solidFill>
                  <a:schemeClr val="dk1"/>
                </a:solidFill>
                <a:effectLst/>
                <a:latin typeface="Calibri"/>
                <a:ea typeface="Calibri"/>
                <a:cs typeface="Calibri"/>
                <a:sym typeface="Calibri"/>
              </a:rPr>
              <a:t>reordonne</a:t>
            </a:r>
            <a:r>
              <a:rPr lang="fr-FR" sz="1200" b="0" i="0" u="none" strike="noStrike" cap="none" dirty="0">
                <a:solidFill>
                  <a:schemeClr val="dk1"/>
                </a:solidFill>
                <a:effectLst/>
                <a:latin typeface="Calibri"/>
                <a:ea typeface="Calibri"/>
                <a:cs typeface="Calibri"/>
                <a:sym typeface="Calibri"/>
              </a:rPr>
              <a:t> les candidats en contexte.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L'hallucination factuelle relève de la dimension 2 : le modèle a bien récupéré le contexte mais en a outrepassé les limites à la génération. L'action correctrice est un prompt plus contraignant, avec une instruction explicite de refus si aucun élément du contexte ne supporte l'affirmation.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L'omission d'exception pointe vers la dimension 3 : la réponse est correcte dans ses grandes lignes mais incomplète sur un cas particulier. Le problème vient du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l'exception figure dans un passage parent non remonté. La solution est le parent-document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contradiction silencieuse est une défaillance de la dimension 2 : le modèle produit une réponse fluide qui contredit le document source sans le signaler. Le garde-fou applicatif consiste à comparer systématiquement la réponse générée aux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injectés.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Refus à tort et hors-périmètre accepté sont les deux faces opposées du même problème de seuillage en dimension 5. Dans les deux cas, la réponse est une calibration fine du seuil sur données annotées.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Enfin, l'inversion de modalité — confondre une obligation et une recommandation — est une erreur de dimension 3 que l'on corrige par un prompt structuré qui demande explicitement au modèle d'identifier la modalité déontique du texte source avant de formuler sa réponse.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ce diagnostic donne des priorités très claires : environ un quart des questions sont concernées par un problème 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ce qui fait de l'hybridation et du </a:t>
            </a:r>
            <a:r>
              <a:rPr lang="fr-FR" sz="1200" b="0" i="0" u="none" strike="noStrike" cap="none" dirty="0" err="1">
                <a:solidFill>
                  <a:schemeClr val="dk1"/>
                </a:solidFill>
                <a:effectLst/>
                <a:latin typeface="Calibri"/>
                <a:ea typeface="Calibri"/>
                <a:cs typeface="Calibri"/>
                <a:sym typeface="Calibri"/>
              </a:rPr>
              <a:t>reranking</a:t>
            </a:r>
            <a:r>
              <a:rPr lang="fr-FR" sz="1200" b="0" i="0" u="none" strike="noStrike" cap="none" dirty="0">
                <a:solidFill>
                  <a:schemeClr val="dk1"/>
                </a:solidFill>
                <a:effectLst/>
                <a:latin typeface="Calibri"/>
                <a:ea typeface="Calibri"/>
                <a:cs typeface="Calibri"/>
                <a:sym typeface="Calibri"/>
              </a:rPr>
              <a:t> les leviers numéro un pour la prochaine itération.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711" name="Google Shape;711;g3f54c2447b2_0_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3f54c2447b2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g3f54c2447b2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protocole d'évaluation ne sert pas juste à noter un système : il sert à décider quoi améliorer et dans quel ordre. Sur ScribBERT, la trajectoire est celle que vous voyez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POC actuel — dense pur, ada-002, GPT-3.5 — tourne en production interne au département P2S. Les priorités court terme identifiées par le diagnostic sont l'hybridation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l'ajout d'un </a:t>
            </a:r>
            <a:r>
              <a:rPr lang="fr-FR" sz="1200" b="0" i="0" u="none" strike="noStrike" cap="none" dirty="0" err="1">
                <a:solidFill>
                  <a:schemeClr val="dk1"/>
                </a:solidFill>
                <a:effectLst/>
                <a:latin typeface="Calibri"/>
                <a:ea typeface="Calibri"/>
                <a:cs typeface="Calibri"/>
                <a:sym typeface="Calibri"/>
              </a:rPr>
              <a:t>reranker</a:t>
            </a:r>
            <a:r>
              <a:rPr lang="fr-FR" sz="1200" b="0" i="0" u="none" strike="noStrike" cap="none" dirty="0">
                <a:solidFill>
                  <a:schemeClr val="dk1"/>
                </a:solidFill>
                <a:effectLst/>
                <a:latin typeface="Calibri"/>
                <a:ea typeface="Calibri"/>
                <a:cs typeface="Calibri"/>
                <a:sym typeface="Calibri"/>
              </a:rPr>
              <a:t> cross-encoder, et une chaîne image-to-</a:t>
            </a:r>
            <a:r>
              <a:rPr lang="fr-FR" sz="1200" b="0" i="0" u="none" strike="noStrike" cap="none" dirty="0" err="1">
                <a:solidFill>
                  <a:schemeClr val="dk1"/>
                </a:solidFill>
                <a:effectLst/>
                <a:latin typeface="Calibri"/>
                <a:ea typeface="Calibri"/>
                <a:cs typeface="Calibri"/>
                <a:sym typeface="Calibri"/>
              </a:rPr>
              <a:t>text</a:t>
            </a:r>
            <a:r>
              <a:rPr lang="fr-FR" sz="1200" b="0" i="0" u="none" strike="noStrike" cap="none" dirty="0">
                <a:solidFill>
                  <a:schemeClr val="dk1"/>
                </a:solidFill>
                <a:effectLst/>
                <a:latin typeface="Calibri"/>
                <a:ea typeface="Calibri"/>
                <a:cs typeface="Calibri"/>
                <a:sym typeface="Calibri"/>
              </a:rPr>
              <a:t> pour les tableaux et schémas, qui sont aujourd'hui perdus lors de l'ingestion. Chacune de ces briques est justifiée par un résultat précis du benchmark, pas par une intuition.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L'annonce que je peux faire aujourd'hui, et qui est pour moi la meilleure validation possible de ce travail : le projet vient d'être validé pour un passage en industrialisation à l'échelle du groupe Bouygues Construction. Ça veut dire une extension aux filiales, l'intégration des référentiels clients internationaux, un multilinguisme élargi, et surtout la mise en place d'une gouvernance conforme aux exigences 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Le cadre d'évaluation développé dans ce mémoire va être directement réutilisé pour piloter cette montée en charge.</a:t>
            </a:r>
          </a:p>
          <a:p>
            <a:pPr marL="0" lvl="0" indent="0" algn="l" rtl="0">
              <a:spcBef>
                <a:spcPts val="0"/>
              </a:spcBef>
              <a:spcAft>
                <a:spcPts val="0"/>
              </a:spcAft>
              <a:buNone/>
            </a:pPr>
            <a:endParaRPr dirty="0"/>
          </a:p>
        </p:txBody>
      </p:sp>
      <p:sp>
        <p:nvSpPr>
          <p:cNvPr id="750" name="Google Shape;750;g3f54c2447b2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3f54c2447b2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g3f54c2447b2_0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veux être honnête sur ce que ce travail ne fait pas. Le jeu de test est limité à 50 questions annotées — c'est cohérent pour une phase exploratoire, mais en-dessous des 150 à 300 questions qu'il faudrait pour des comparaisons statistiquement décisives. La campagne de stabilité n'a porté que sur une seule configuration ; il faudra la répliquer sur les meilleures variantes identifiées. Et la validation humaine reste ciblée : elle doit être élargie avant le passage en production.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Côté perspectives, quatre pistes ressortent : un fine-tuning d'</a:t>
            </a:r>
            <a:r>
              <a:rPr lang="fr-FR" sz="1200" b="0" i="0" u="none" strike="noStrike" cap="none" dirty="0" err="1">
                <a:solidFill>
                  <a:schemeClr val="dk1"/>
                </a:solidFill>
                <a:effectLst/>
                <a:latin typeface="Calibri"/>
                <a:ea typeface="Calibri"/>
                <a:cs typeface="Calibri"/>
                <a:sym typeface="Calibri"/>
              </a:rPr>
              <a:t>embedding</a:t>
            </a:r>
            <a:r>
              <a:rPr lang="fr-FR" sz="1200" b="0" i="0" u="none" strike="noStrike" cap="none" dirty="0">
                <a:solidFill>
                  <a:schemeClr val="dk1"/>
                </a:solidFill>
                <a:effectLst/>
                <a:latin typeface="Calibri"/>
                <a:ea typeface="Calibri"/>
                <a:cs typeface="Calibri"/>
                <a:sym typeface="Calibri"/>
              </a:rPr>
              <a:t> sur le corpus santé-sécurité pour combler l'absence de modèle spécialisé BTP, une variante </a:t>
            </a:r>
            <a:r>
              <a:rPr lang="fr-FR" sz="1200" b="0" i="0" u="none" strike="noStrike" cap="none" dirty="0" err="1">
                <a:solidFill>
                  <a:schemeClr val="dk1"/>
                </a:solidFill>
                <a:effectLst/>
                <a:latin typeface="Calibri"/>
                <a:ea typeface="Calibri"/>
                <a:cs typeface="Calibri"/>
                <a:sym typeface="Calibri"/>
              </a:rPr>
              <a:t>GraphRAG</a:t>
            </a:r>
            <a:r>
              <a:rPr lang="fr-FR" sz="1200" b="0" i="0" u="none" strike="noStrike" cap="none" dirty="0">
                <a:solidFill>
                  <a:schemeClr val="dk1"/>
                </a:solidFill>
                <a:effectLst/>
                <a:latin typeface="Calibri"/>
                <a:ea typeface="Calibri"/>
                <a:cs typeface="Calibri"/>
                <a:sym typeface="Calibri"/>
              </a:rPr>
              <a:t> pour les questions à raisonnement multi-saut, une extension multimodale pour intégrer les schémas et photos de chantier, et une architecture </a:t>
            </a:r>
            <a:r>
              <a:rPr lang="fr-FR" sz="1200" b="0" i="0" u="none" strike="noStrike" cap="none" dirty="0" err="1">
                <a:solidFill>
                  <a:schemeClr val="dk1"/>
                </a:solidFill>
                <a:effectLst/>
                <a:latin typeface="Calibri"/>
                <a:ea typeface="Calibri"/>
                <a:cs typeface="Calibri"/>
                <a:sym typeface="Calibri"/>
              </a:rPr>
              <a:t>agentic</a:t>
            </a:r>
            <a:r>
              <a:rPr lang="fr-FR" sz="1200" b="0" i="0" u="none" strike="noStrike" cap="none" dirty="0">
                <a:solidFill>
                  <a:schemeClr val="dk1"/>
                </a:solidFill>
                <a:effectLst/>
                <a:latin typeface="Calibri"/>
                <a:ea typeface="Calibri"/>
                <a:cs typeface="Calibri"/>
                <a:sym typeface="Calibri"/>
              </a:rPr>
              <a:t> pour décomposer automatiquement les questions complexes.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dernier point : le cadre méthodologique proposé ne dépend pas du corpus santé-sécurité. Il est </a:t>
            </a:r>
            <a:r>
              <a:rPr lang="fr-FR" sz="1200" b="0" i="0" u="none" strike="noStrike" cap="none" dirty="0" err="1">
                <a:solidFill>
                  <a:schemeClr val="dk1"/>
                </a:solidFill>
                <a:effectLst/>
                <a:latin typeface="Calibri"/>
                <a:ea typeface="Calibri"/>
                <a:cs typeface="Calibri"/>
                <a:sym typeface="Calibri"/>
              </a:rPr>
              <a:t>réinstanciable</a:t>
            </a:r>
            <a:r>
              <a:rPr lang="fr-FR" sz="1200" b="0" i="0" u="none" strike="noStrike" cap="none" dirty="0">
                <a:solidFill>
                  <a:schemeClr val="dk1"/>
                </a:solidFill>
                <a:effectLst/>
                <a:latin typeface="Calibri"/>
                <a:ea typeface="Calibri"/>
                <a:cs typeface="Calibri"/>
                <a:sym typeface="Calibri"/>
              </a:rPr>
              <a:t> sur d'autres domaines documentaires soumis à des exigences fortes — juridique, ressources humaines, maintenance industrielle. C'est un des apports que je revendique de ce travail.</a:t>
            </a:r>
          </a:p>
          <a:p>
            <a:pPr marL="0" lvl="0" indent="0" algn="l" rtl="0">
              <a:spcBef>
                <a:spcPts val="0"/>
              </a:spcBef>
              <a:spcAft>
                <a:spcPts val="0"/>
              </a:spcAft>
              <a:buNone/>
            </a:pPr>
            <a:endParaRPr dirty="0"/>
          </a:p>
        </p:txBody>
      </p:sp>
      <p:sp>
        <p:nvSpPr>
          <p:cNvPr id="775" name="Google Shape;775;g3f54c2447b2_0_1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f54c2447b2_0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7" name="Google Shape;787;g3f54c2447b2_0_1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referme là où j'ai commencé. La fiabilité d'un système RAG en contexte critique n'est pas un score qu'on appose après coup, c'est une propriété systémique qu'il faut décomposer, instrumenter, éprouver et gouverner — au même titre que n'importe quel autre indicateur de performance industrielle. Ce mémoire aura cherché à en faire la démonstration sur un cas concret ; le passage à l'échelle groupe qui vient d'être validé en sera, je l'espère, la confirmation la plus utile.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Je vous remercie pour votre attention, et je suis à votre disposition pour vos questions.</a:t>
            </a:r>
          </a:p>
          <a:p>
            <a:br>
              <a:rPr lang="fr-FR" sz="1200" b="0" i="0" u="none" strike="noStrike" cap="none">
                <a:solidFill>
                  <a:schemeClr val="dk1"/>
                </a:solidFill>
                <a:effectLst/>
                <a:latin typeface="Calibri"/>
                <a:ea typeface="Calibri"/>
                <a:cs typeface="Calibri"/>
                <a:sym typeface="Calibri"/>
              </a:rPr>
            </a:br>
            <a:endParaRPr lang="fr-FR" sz="1200" b="0" i="0" u="none" strike="noStrike" cap="none">
              <a:solidFill>
                <a:schemeClr val="dk1"/>
              </a:solidFill>
              <a:effectLst/>
              <a:latin typeface="Calibri"/>
              <a:ea typeface="Calibri"/>
              <a:cs typeface="Calibri"/>
              <a:sym typeface="Calibri"/>
            </a:endParaRPr>
          </a:p>
          <a:p>
            <a:pPr marL="0" lvl="0" indent="0" algn="l" rtl="0">
              <a:spcBef>
                <a:spcPts val="0"/>
              </a:spcBef>
              <a:spcAft>
                <a:spcPts val="0"/>
              </a:spcAft>
              <a:buNone/>
            </a:pPr>
            <a:endParaRPr/>
          </a:p>
        </p:txBody>
      </p:sp>
      <p:sp>
        <p:nvSpPr>
          <p:cNvPr id="788" name="Google Shape;788;g3f54c2447b2_0_1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https://www.instagram.com/bouygues_construction/" TargetMode="External"/><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hyperlink" Target="https://twitter.com/Bouygues_C?fbclid=IwAR0rLDPzJxhRTdTUJog0sdblFGyK1gIxCbZG0TU6ZKPMIp6vl7gQbAHjMS8" TargetMode="External"/><Relationship Id="rId5" Type="http://schemas.openxmlformats.org/officeDocument/2006/relationships/hyperlink" Target="https://www.linkedin.com/company/bouygues-construction/mycompany/" TargetMode="External"/><Relationship Id="rId4"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ark blue cover">
  <p:cSld name="Dark blue cover">
    <p:bg>
      <p:bgPr>
        <a:solidFill>
          <a:schemeClr val="dk2"/>
        </a:solidFill>
        <a:effectLst/>
      </p:bgPr>
    </p:bg>
    <p:spTree>
      <p:nvGrpSpPr>
        <p:cNvPr id="1" name="Shape 13"/>
        <p:cNvGrpSpPr/>
        <p:nvPr/>
      </p:nvGrpSpPr>
      <p:grpSpPr>
        <a:xfrm>
          <a:off x="0" y="0"/>
          <a:ext cx="0" cy="0"/>
          <a:chOff x="0" y="0"/>
          <a:chExt cx="0" cy="0"/>
        </a:xfrm>
      </p:grpSpPr>
      <p:sp>
        <p:nvSpPr>
          <p:cNvPr id="14" name="Google Shape;14;p2"/>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5" name="Google Shape;15;p2"/>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lt1"/>
              </a:buClr>
              <a:buSzPts val="4800"/>
              <a:buFont typeface="Avenir"/>
              <a:buNone/>
              <a:defRPr sz="4000">
                <a:solidFill>
                  <a:schemeClr val="lt1"/>
                </a:solidFill>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16" name="Google Shape;16;p2"/>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 name="Google Shape;17;p2"/>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42604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 1 picture">
  <p:cSld name="Text + 1 picture">
    <p:bg>
      <p:bgPr>
        <a:solidFill>
          <a:schemeClr val="lt1"/>
        </a:solidFill>
        <a:effectLst/>
      </p:bgPr>
    </p:bg>
    <p:spTree>
      <p:nvGrpSpPr>
        <p:cNvPr id="1" name="Shape 18"/>
        <p:cNvGrpSpPr/>
        <p:nvPr/>
      </p:nvGrpSpPr>
      <p:grpSpPr>
        <a:xfrm>
          <a:off x="0" y="0"/>
          <a:ext cx="0" cy="0"/>
          <a:chOff x="0" y="0"/>
          <a:chExt cx="0" cy="0"/>
        </a:xfrm>
      </p:grpSpPr>
      <p:sp>
        <p:nvSpPr>
          <p:cNvPr id="19" name="Google Shape;19;p3"/>
          <p:cNvSpPr>
            <a:spLocks noGrp="1"/>
          </p:cNvSpPr>
          <p:nvPr>
            <p:ph type="pic" idx="2"/>
          </p:nvPr>
        </p:nvSpPr>
        <p:spPr>
          <a:xfrm>
            <a:off x="8323383" y="0"/>
            <a:ext cx="3868500" cy="6858000"/>
          </a:xfrm>
          <a:prstGeom prst="rect">
            <a:avLst/>
          </a:prstGeom>
          <a:solidFill>
            <a:srgbClr val="F2F2F2"/>
          </a:solidFill>
          <a:ln>
            <a:noFill/>
          </a:ln>
        </p:spPr>
      </p:sp>
      <p:sp>
        <p:nvSpPr>
          <p:cNvPr id="20" name="Google Shape;20;p3"/>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 name="Google Shape;21;p3"/>
          <p:cNvSpPr txBox="1">
            <a:spLocks noGrp="1"/>
          </p:cNvSpPr>
          <p:nvPr>
            <p:ph type="body" idx="1"/>
          </p:nvPr>
        </p:nvSpPr>
        <p:spPr>
          <a:xfrm>
            <a:off x="695326" y="1599687"/>
            <a:ext cx="6798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 name="Google Shape;22;p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 name="Google Shape;23;p3"/>
          <p:cNvSpPr txBox="1">
            <a:spLocks noGrp="1"/>
          </p:cNvSpPr>
          <p:nvPr>
            <p:ph type="body" idx="3"/>
          </p:nvPr>
        </p:nvSpPr>
        <p:spPr>
          <a:xfrm>
            <a:off x="695325" y="2379541"/>
            <a:ext cx="6798000" cy="3521000"/>
          </a:xfrm>
          <a:prstGeom prst="rect">
            <a:avLst/>
          </a:prstGeom>
          <a:noFill/>
          <a:ln>
            <a:noFill/>
          </a:ln>
        </p:spPr>
        <p:txBody>
          <a:bodyPr spcFirstLastPara="1" wrap="square" lIns="0" tIns="0" rIns="0" bIns="0" anchor="t" anchorCtr="0">
            <a:norm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 name="Google Shape;24;p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 name="Google Shape;25;p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6" name="Google Shape;26;p3"/>
          <p:cNvSpPr txBox="1">
            <a:spLocks noGrp="1"/>
          </p:cNvSpPr>
          <p:nvPr>
            <p:ph type="body" idx="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 name="Google Shape;27;p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7877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mple">
  <p:cSld name="Simple">
    <p:bg>
      <p:bgPr>
        <a:solidFill>
          <a:schemeClr val="lt1"/>
        </a:soli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0" name="Google Shape;30;p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 name="Google Shape;31;p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 name="Google Shape;32;p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33" name="Google Shape;33;p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 name="Google Shape;34;p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93423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ver brand block">
  <p:cSld name="Cover brand block">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7" name="Google Shape;37;p5"/>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 name="Google Shape;38;p5"/>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137268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hoto 1">
  <p:cSld name="Cover photo 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1" name="Google Shape;41;p6"/>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 name="Google Shape;42;p6"/>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889869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ver photo 2">
  <p:cSld name="Cover photo 2">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5" name="Google Shape;45;p7"/>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 name="Google Shape;46;p7"/>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38496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ver photo 3">
  <p:cSld name="Cover photo 3">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9" name="Google Shape;49;p8"/>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0" name="Google Shape;50;p8"/>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527248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hite cover">
  <p:cSld name="White cover">
    <p:spTree>
      <p:nvGrpSpPr>
        <p:cNvPr id="1" name="Shape 51"/>
        <p:cNvGrpSpPr/>
        <p:nvPr/>
      </p:nvGrpSpPr>
      <p:grpSpPr>
        <a:xfrm>
          <a:off x="0" y="0"/>
          <a:ext cx="0" cy="0"/>
          <a:chOff x="0" y="0"/>
          <a:chExt cx="0" cy="0"/>
        </a:xfrm>
      </p:grpSpPr>
      <p:sp>
        <p:nvSpPr>
          <p:cNvPr id="52" name="Google Shape;52;p9"/>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53" name="Google Shape;53;p9"/>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54" name="Google Shape;54;p9"/>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5" name="Google Shape;55;p9"/>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09606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ummary">
  <p:cSld name="Summary">
    <p:bg>
      <p:bgPr>
        <a:solidFill>
          <a:schemeClr val="lt1"/>
        </a:solidFill>
        <a:effectLst/>
      </p:bgPr>
    </p:bg>
    <p:spTree>
      <p:nvGrpSpPr>
        <p:cNvPr id="1" name="Shape 56"/>
        <p:cNvGrpSpPr/>
        <p:nvPr/>
      </p:nvGrpSpPr>
      <p:grpSpPr>
        <a:xfrm>
          <a:off x="0" y="0"/>
          <a:ext cx="0" cy="0"/>
          <a:chOff x="0" y="0"/>
          <a:chExt cx="0" cy="0"/>
        </a:xfrm>
      </p:grpSpPr>
      <p:sp>
        <p:nvSpPr>
          <p:cNvPr id="57" name="Google Shape;57;p10"/>
          <p:cNvSpPr/>
          <p:nvPr/>
        </p:nvSpPr>
        <p:spPr>
          <a:xfrm rot="5400000">
            <a:off x="5704863"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58" name="Google Shape;58;p10"/>
          <p:cNvSpPr txBox="1">
            <a:spLocks noGrp="1"/>
          </p:cNvSpPr>
          <p:nvPr>
            <p:ph type="body" idx="1"/>
          </p:nvPr>
        </p:nvSpPr>
        <p:spPr>
          <a:xfrm>
            <a:off x="1510118" y="162626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9" name="Google Shape;59;p10"/>
          <p:cNvSpPr txBox="1">
            <a:spLocks noGrp="1"/>
          </p:cNvSpPr>
          <p:nvPr>
            <p:ph type="body" idx="2"/>
          </p:nvPr>
        </p:nvSpPr>
        <p:spPr>
          <a:xfrm>
            <a:off x="1510118" y="204762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0" name="Google Shape;60;p10"/>
          <p:cNvSpPr txBox="1">
            <a:spLocks noGrp="1"/>
          </p:cNvSpPr>
          <p:nvPr>
            <p:ph type="body" idx="3"/>
          </p:nvPr>
        </p:nvSpPr>
        <p:spPr>
          <a:xfrm>
            <a:off x="1510118" y="246898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1" name="Google Shape;61;p10"/>
          <p:cNvSpPr txBox="1">
            <a:spLocks noGrp="1"/>
          </p:cNvSpPr>
          <p:nvPr>
            <p:ph type="body" idx="4"/>
          </p:nvPr>
        </p:nvSpPr>
        <p:spPr>
          <a:xfrm>
            <a:off x="1510118" y="289034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2" name="Google Shape;62;p10"/>
          <p:cNvSpPr txBox="1">
            <a:spLocks noGrp="1"/>
          </p:cNvSpPr>
          <p:nvPr>
            <p:ph type="body" idx="5"/>
          </p:nvPr>
        </p:nvSpPr>
        <p:spPr>
          <a:xfrm>
            <a:off x="1510118" y="3311701"/>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3" name="Google Shape;63;p10"/>
          <p:cNvSpPr txBox="1">
            <a:spLocks noGrp="1"/>
          </p:cNvSpPr>
          <p:nvPr>
            <p:ph type="body" idx="6"/>
          </p:nvPr>
        </p:nvSpPr>
        <p:spPr>
          <a:xfrm>
            <a:off x="1510118" y="373305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4" name="Google Shape;64;p10"/>
          <p:cNvSpPr txBox="1">
            <a:spLocks noGrp="1"/>
          </p:cNvSpPr>
          <p:nvPr>
            <p:ph type="body" idx="7"/>
          </p:nvPr>
        </p:nvSpPr>
        <p:spPr>
          <a:xfrm>
            <a:off x="1510118" y="415441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5" name="Google Shape;65;p10"/>
          <p:cNvSpPr txBox="1">
            <a:spLocks noGrp="1"/>
          </p:cNvSpPr>
          <p:nvPr>
            <p:ph type="body" idx="8"/>
          </p:nvPr>
        </p:nvSpPr>
        <p:spPr>
          <a:xfrm>
            <a:off x="1510118" y="457577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6" name="Google Shape;66;p10"/>
          <p:cNvSpPr txBox="1">
            <a:spLocks noGrp="1"/>
          </p:cNvSpPr>
          <p:nvPr>
            <p:ph type="body" idx="9"/>
          </p:nvPr>
        </p:nvSpPr>
        <p:spPr>
          <a:xfrm>
            <a:off x="1510118" y="499713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7" name="Google Shape;67;p10"/>
          <p:cNvSpPr txBox="1">
            <a:spLocks noGrp="1"/>
          </p:cNvSpPr>
          <p:nvPr>
            <p:ph type="body" idx="13"/>
          </p:nvPr>
        </p:nvSpPr>
        <p:spPr>
          <a:xfrm>
            <a:off x="1510118" y="541848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8" name="Google Shape;68;p10"/>
          <p:cNvSpPr txBox="1">
            <a:spLocks noGrp="1"/>
          </p:cNvSpPr>
          <p:nvPr>
            <p:ph type="body" idx="14"/>
          </p:nvPr>
        </p:nvSpPr>
        <p:spPr>
          <a:xfrm>
            <a:off x="720496" y="162626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9" name="Google Shape;69;p10"/>
          <p:cNvSpPr txBox="1">
            <a:spLocks noGrp="1"/>
          </p:cNvSpPr>
          <p:nvPr>
            <p:ph type="body" idx="15"/>
          </p:nvPr>
        </p:nvSpPr>
        <p:spPr>
          <a:xfrm>
            <a:off x="720496" y="204762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0" name="Google Shape;70;p10"/>
          <p:cNvSpPr txBox="1">
            <a:spLocks noGrp="1"/>
          </p:cNvSpPr>
          <p:nvPr>
            <p:ph type="body" idx="16"/>
          </p:nvPr>
        </p:nvSpPr>
        <p:spPr>
          <a:xfrm>
            <a:off x="720496" y="246898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1" name="Google Shape;71;p10"/>
          <p:cNvSpPr txBox="1">
            <a:spLocks noGrp="1"/>
          </p:cNvSpPr>
          <p:nvPr>
            <p:ph type="body" idx="17"/>
          </p:nvPr>
        </p:nvSpPr>
        <p:spPr>
          <a:xfrm>
            <a:off x="720496" y="289034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2" name="Google Shape;72;p10"/>
          <p:cNvSpPr txBox="1">
            <a:spLocks noGrp="1"/>
          </p:cNvSpPr>
          <p:nvPr>
            <p:ph type="body" idx="18"/>
          </p:nvPr>
        </p:nvSpPr>
        <p:spPr>
          <a:xfrm>
            <a:off x="720496" y="3311701"/>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3" name="Google Shape;73;p10"/>
          <p:cNvSpPr txBox="1">
            <a:spLocks noGrp="1"/>
          </p:cNvSpPr>
          <p:nvPr>
            <p:ph type="body" idx="19"/>
          </p:nvPr>
        </p:nvSpPr>
        <p:spPr>
          <a:xfrm>
            <a:off x="720496" y="373305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4" name="Google Shape;74;p10"/>
          <p:cNvSpPr txBox="1">
            <a:spLocks noGrp="1"/>
          </p:cNvSpPr>
          <p:nvPr>
            <p:ph type="body" idx="20"/>
          </p:nvPr>
        </p:nvSpPr>
        <p:spPr>
          <a:xfrm>
            <a:off x="720496" y="415441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5" name="Google Shape;75;p10"/>
          <p:cNvSpPr txBox="1">
            <a:spLocks noGrp="1"/>
          </p:cNvSpPr>
          <p:nvPr>
            <p:ph type="body" idx="21"/>
          </p:nvPr>
        </p:nvSpPr>
        <p:spPr>
          <a:xfrm>
            <a:off x="720496" y="457577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6" name="Google Shape;76;p10"/>
          <p:cNvSpPr txBox="1">
            <a:spLocks noGrp="1"/>
          </p:cNvSpPr>
          <p:nvPr>
            <p:ph type="body" idx="22"/>
          </p:nvPr>
        </p:nvSpPr>
        <p:spPr>
          <a:xfrm>
            <a:off x="720496" y="499713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7" name="Google Shape;77;p10"/>
          <p:cNvSpPr txBox="1">
            <a:spLocks noGrp="1"/>
          </p:cNvSpPr>
          <p:nvPr>
            <p:ph type="body" idx="23"/>
          </p:nvPr>
        </p:nvSpPr>
        <p:spPr>
          <a:xfrm>
            <a:off x="720496" y="541848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8" name="Google Shape;78;p10"/>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79" name="Google Shape;79;p10"/>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0" name="Google Shape;80;p10"/>
          <p:cNvSpPr txBox="1">
            <a:spLocks noGrp="1"/>
          </p:cNvSpPr>
          <p:nvPr>
            <p:ph type="title"/>
          </p:nvPr>
        </p:nvSpPr>
        <p:spPr>
          <a:xfrm>
            <a:off x="695325" y="512763"/>
            <a:ext cx="10515500" cy="470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2200"/>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1" name="Google Shape;81;p10"/>
          <p:cNvSpPr txBox="1">
            <a:spLocks noGrp="1"/>
          </p:cNvSpPr>
          <p:nvPr>
            <p:ph type="body" idx="2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82" name="Google Shape;82;p1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83" name="Google Shape;83;p1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28718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genda">
  <p:cSld name="Agenda">
    <p:bg>
      <p:bgPr>
        <a:solidFill>
          <a:schemeClr val="lt1"/>
        </a:solidFill>
        <a:effectLst/>
      </p:bgPr>
    </p:bg>
    <p:spTree>
      <p:nvGrpSpPr>
        <p:cNvPr id="1" name="Shape 84"/>
        <p:cNvGrpSpPr/>
        <p:nvPr/>
      </p:nvGrpSpPr>
      <p:grpSpPr>
        <a:xfrm>
          <a:off x="0" y="0"/>
          <a:ext cx="0" cy="0"/>
          <a:chOff x="0" y="0"/>
          <a:chExt cx="0" cy="0"/>
        </a:xfrm>
      </p:grpSpPr>
      <p:sp>
        <p:nvSpPr>
          <p:cNvPr id="85" name="Google Shape;85;p11"/>
          <p:cNvSpPr txBox="1">
            <a:spLocks noGrp="1"/>
          </p:cNvSpPr>
          <p:nvPr>
            <p:ph type="title"/>
          </p:nvPr>
        </p:nvSpPr>
        <p:spPr>
          <a:xfrm>
            <a:off x="700073" y="517498"/>
            <a:ext cx="3659750" cy="466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6" name="Google Shape;86;p11"/>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7" name="Google Shape;87;p11"/>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chemeClr val="lt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88" name="Google Shape;88;p11"/>
          <p:cNvSpPr txBox="1">
            <a:spLocks noGrp="1"/>
          </p:cNvSpPr>
          <p:nvPr>
            <p:ph type="body" idx="1"/>
          </p:nvPr>
        </p:nvSpPr>
        <p:spPr>
          <a:xfrm>
            <a:off x="3353945" y="1853587"/>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89" name="Google Shape;89;p11"/>
          <p:cNvSpPr txBox="1">
            <a:spLocks noGrp="1"/>
          </p:cNvSpPr>
          <p:nvPr>
            <p:ph type="body" idx="2"/>
          </p:nvPr>
        </p:nvSpPr>
        <p:spPr>
          <a:xfrm>
            <a:off x="700073" y="2718197"/>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0" name="Google Shape;90;p11"/>
          <p:cNvSpPr txBox="1">
            <a:spLocks noGrp="1"/>
          </p:cNvSpPr>
          <p:nvPr>
            <p:ph type="body" idx="3"/>
          </p:nvPr>
        </p:nvSpPr>
        <p:spPr>
          <a:xfrm>
            <a:off x="700073" y="3617631"/>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1" name="Google Shape;91;p11"/>
          <p:cNvSpPr txBox="1">
            <a:spLocks noGrp="1"/>
          </p:cNvSpPr>
          <p:nvPr>
            <p:ph type="body" idx="4"/>
          </p:nvPr>
        </p:nvSpPr>
        <p:spPr>
          <a:xfrm>
            <a:off x="700073" y="1827160"/>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2" name="Google Shape;92;p11"/>
          <p:cNvSpPr txBox="1">
            <a:spLocks noGrp="1"/>
          </p:cNvSpPr>
          <p:nvPr>
            <p:ph type="body" idx="5"/>
          </p:nvPr>
        </p:nvSpPr>
        <p:spPr>
          <a:xfrm>
            <a:off x="3353945" y="2152194"/>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3" name="Google Shape;93;p11"/>
          <p:cNvSpPr txBox="1">
            <a:spLocks noGrp="1"/>
          </p:cNvSpPr>
          <p:nvPr>
            <p:ph type="body" idx="6"/>
          </p:nvPr>
        </p:nvSpPr>
        <p:spPr>
          <a:xfrm>
            <a:off x="3353945" y="2744624"/>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4" name="Google Shape;94;p11"/>
          <p:cNvSpPr txBox="1">
            <a:spLocks noGrp="1"/>
          </p:cNvSpPr>
          <p:nvPr>
            <p:ph type="body" idx="7"/>
          </p:nvPr>
        </p:nvSpPr>
        <p:spPr>
          <a:xfrm>
            <a:off x="3353945" y="3043231"/>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5" name="Google Shape;95;p11"/>
          <p:cNvSpPr txBox="1">
            <a:spLocks noGrp="1"/>
          </p:cNvSpPr>
          <p:nvPr>
            <p:ph type="body" idx="8"/>
          </p:nvPr>
        </p:nvSpPr>
        <p:spPr>
          <a:xfrm>
            <a:off x="3353945" y="3649293"/>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6" name="Google Shape;96;p11"/>
          <p:cNvSpPr txBox="1">
            <a:spLocks noGrp="1"/>
          </p:cNvSpPr>
          <p:nvPr>
            <p:ph type="body" idx="9"/>
          </p:nvPr>
        </p:nvSpPr>
        <p:spPr>
          <a:xfrm>
            <a:off x="3353945" y="3947900"/>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7" name="Google Shape;97;p11"/>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98" name="Google Shape;98;p11"/>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99" name="Google Shape;99;p1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00" name="Google Shape;100;p1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267155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photo">
  <p:cSld name="Section photo">
    <p:bg>
      <p:bgPr>
        <a:blipFill>
          <a:blip r:embed="rId2">
            <a:alphaModFix/>
          </a:blip>
          <a:stretch>
            <a:fillRect/>
          </a:stretch>
        </a:blipFill>
        <a:effectLst/>
      </p:bgPr>
    </p:bg>
    <p:spTree>
      <p:nvGrpSpPr>
        <p:cNvPr id="1" name="Shape 101"/>
        <p:cNvGrpSpPr/>
        <p:nvPr/>
      </p:nvGrpSpPr>
      <p:grpSpPr>
        <a:xfrm>
          <a:off x="0" y="0"/>
          <a:ext cx="0" cy="0"/>
          <a:chOff x="0" y="0"/>
          <a:chExt cx="0" cy="0"/>
        </a:xfrm>
      </p:grpSpPr>
      <p:sp>
        <p:nvSpPr>
          <p:cNvPr id="102" name="Google Shape;102;p1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03" name="Google Shape;103;p12"/>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4" name="Google Shape;104;p12"/>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5" name="Google Shape;105;p12"/>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6" name="Google Shape;106;p1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18365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White section">
  <p:cSld name="White section">
    <p:bg>
      <p:bgPr>
        <a:solidFill>
          <a:schemeClr val="lt1"/>
        </a:solidFill>
        <a:effectLst/>
      </p:bgPr>
    </p:bg>
    <p:spTree>
      <p:nvGrpSpPr>
        <p:cNvPr id="1" name="Shape 107"/>
        <p:cNvGrpSpPr/>
        <p:nvPr/>
      </p:nvGrpSpPr>
      <p:grpSpPr>
        <a:xfrm>
          <a:off x="0" y="0"/>
          <a:ext cx="0" cy="0"/>
          <a:chOff x="0" y="0"/>
          <a:chExt cx="0" cy="0"/>
        </a:xfrm>
      </p:grpSpPr>
      <p:sp>
        <p:nvSpPr>
          <p:cNvPr id="108" name="Google Shape;108;p13"/>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09" name="Google Shape;109;p1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0" name="Google Shape;110;p13"/>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1" name="Google Shape;111;p13"/>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2" name="Google Shape;112;p13"/>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3" name="Google Shape;113;p1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869122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blue section">
  <p:cSld name="Dark blue section">
    <p:bg>
      <p:bgPr>
        <a:solidFill>
          <a:schemeClr val="dk2"/>
        </a:solidFill>
        <a:effectLst/>
      </p:bgPr>
    </p:bg>
    <p:spTree>
      <p:nvGrpSpPr>
        <p:cNvPr id="1" name="Shape 114"/>
        <p:cNvGrpSpPr/>
        <p:nvPr/>
      </p:nvGrpSpPr>
      <p:grpSpPr>
        <a:xfrm>
          <a:off x="0" y="0"/>
          <a:ext cx="0" cy="0"/>
          <a:chOff x="0" y="0"/>
          <a:chExt cx="0" cy="0"/>
        </a:xfrm>
      </p:grpSpPr>
      <p:sp>
        <p:nvSpPr>
          <p:cNvPr id="115" name="Google Shape;115;p14"/>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7F7F7F"/>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16" name="Google Shape;116;p1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7" name="Google Shape;117;p14"/>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8" name="Google Shape;118;p14"/>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9" name="Google Shape;119;p14"/>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0" name="Google Shape;120;p1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578337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ext">
  <p:cSld name="Text">
    <p:bg>
      <p:bgPr>
        <a:solidFill>
          <a:schemeClr val="lt1"/>
        </a:solidFill>
        <a:effectLst/>
      </p:bgPr>
    </p:bg>
    <p:spTree>
      <p:nvGrpSpPr>
        <p:cNvPr id="1" name="Shape 121"/>
        <p:cNvGrpSpPr/>
        <p:nvPr/>
      </p:nvGrpSpPr>
      <p:grpSpPr>
        <a:xfrm>
          <a:off x="0" y="0"/>
          <a:ext cx="0" cy="0"/>
          <a:chOff x="0" y="0"/>
          <a:chExt cx="0" cy="0"/>
        </a:xfrm>
      </p:grpSpPr>
      <p:sp>
        <p:nvSpPr>
          <p:cNvPr id="122" name="Google Shape;122;p1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3" name="Google Shape;123;p15"/>
          <p:cNvSpPr txBox="1">
            <a:spLocks noGrp="1"/>
          </p:cNvSpPr>
          <p:nvPr>
            <p:ph type="body" idx="1"/>
          </p:nvPr>
        </p:nvSpPr>
        <p:spPr>
          <a:xfrm>
            <a:off x="700073" y="1599687"/>
            <a:ext cx="10810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4" name="Google Shape;124;p15"/>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5" name="Google Shape;125;p15"/>
          <p:cNvSpPr txBox="1">
            <a:spLocks noGrp="1"/>
          </p:cNvSpPr>
          <p:nvPr>
            <p:ph type="body" idx="2"/>
          </p:nvPr>
        </p:nvSpPr>
        <p:spPr>
          <a:xfrm>
            <a:off x="700073" y="2379540"/>
            <a:ext cx="10810000" cy="313932"/>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6" name="Google Shape;126;p1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27" name="Google Shape;127;p1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28" name="Google Shape;128;p15"/>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9" name="Google Shape;129;p1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010547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ext + 2 picutres">
  <p:cSld name="Text + 2 picutres">
    <p:bg>
      <p:bgPr>
        <a:solidFill>
          <a:schemeClr val="lt1"/>
        </a:solidFill>
        <a:effectLst/>
      </p:bgPr>
    </p:bg>
    <p:spTree>
      <p:nvGrpSpPr>
        <p:cNvPr id="1" name="Shape 130"/>
        <p:cNvGrpSpPr/>
        <p:nvPr/>
      </p:nvGrpSpPr>
      <p:grpSpPr>
        <a:xfrm>
          <a:off x="0" y="0"/>
          <a:ext cx="0" cy="0"/>
          <a:chOff x="0" y="0"/>
          <a:chExt cx="0" cy="0"/>
        </a:xfrm>
      </p:grpSpPr>
      <p:sp>
        <p:nvSpPr>
          <p:cNvPr id="131" name="Google Shape;131;p16"/>
          <p:cNvSpPr>
            <a:spLocks noGrp="1"/>
          </p:cNvSpPr>
          <p:nvPr>
            <p:ph type="pic" idx="2"/>
          </p:nvPr>
        </p:nvSpPr>
        <p:spPr>
          <a:xfrm>
            <a:off x="6096000" y="3429000"/>
            <a:ext cx="6096000" cy="3429000"/>
          </a:xfrm>
          <a:prstGeom prst="rect">
            <a:avLst/>
          </a:prstGeom>
          <a:solidFill>
            <a:srgbClr val="D8D8D8"/>
          </a:solidFill>
          <a:ln>
            <a:noFill/>
          </a:ln>
        </p:spPr>
      </p:sp>
      <p:sp>
        <p:nvSpPr>
          <p:cNvPr id="132" name="Google Shape;132;p16"/>
          <p:cNvSpPr txBox="1">
            <a:spLocks noGrp="1"/>
          </p:cNvSpPr>
          <p:nvPr>
            <p:ph type="body" idx="1"/>
          </p:nvPr>
        </p:nvSpPr>
        <p:spPr>
          <a:xfrm>
            <a:off x="700073" y="209498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3" name="Google Shape;133;p1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4" name="Google Shape;134;p16"/>
          <p:cNvSpPr txBox="1">
            <a:spLocks noGrp="1"/>
          </p:cNvSpPr>
          <p:nvPr>
            <p:ph type="body" idx="3"/>
          </p:nvPr>
        </p:nvSpPr>
        <p:spPr>
          <a:xfrm>
            <a:off x="700073" y="287484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5" name="Google Shape;135;p16"/>
          <p:cNvSpPr>
            <a:spLocks noGrp="1"/>
          </p:cNvSpPr>
          <p:nvPr>
            <p:ph type="pic" idx="4"/>
          </p:nvPr>
        </p:nvSpPr>
        <p:spPr>
          <a:xfrm>
            <a:off x="6096000" y="0"/>
            <a:ext cx="6096000" cy="3429000"/>
          </a:xfrm>
          <a:prstGeom prst="rect">
            <a:avLst/>
          </a:prstGeom>
          <a:solidFill>
            <a:srgbClr val="F2F2F2"/>
          </a:solidFill>
          <a:ln>
            <a:noFill/>
          </a:ln>
        </p:spPr>
      </p:sp>
      <p:sp>
        <p:nvSpPr>
          <p:cNvPr id="136" name="Google Shape;136;p1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7" name="Google Shape;137;p1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38" name="Google Shape;138;p1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39" name="Google Shape;139;p1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0" name="Google Shape;140;p1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90573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4 pictures">
  <p:cSld name="4 pictures">
    <p:bg>
      <p:bgPr>
        <a:solidFill>
          <a:schemeClr val="lt1"/>
        </a:solidFill>
        <a:effectLst/>
      </p:bgPr>
    </p:bg>
    <p:spTree>
      <p:nvGrpSpPr>
        <p:cNvPr id="1" name="Shape 141"/>
        <p:cNvGrpSpPr/>
        <p:nvPr/>
      </p:nvGrpSpPr>
      <p:grpSpPr>
        <a:xfrm>
          <a:off x="0" y="0"/>
          <a:ext cx="0" cy="0"/>
          <a:chOff x="0" y="0"/>
          <a:chExt cx="0" cy="0"/>
        </a:xfrm>
      </p:grpSpPr>
      <p:sp>
        <p:nvSpPr>
          <p:cNvPr id="142" name="Google Shape;142;p17"/>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3" name="Google Shape;143;p17"/>
          <p:cNvSpPr>
            <a:spLocks noGrp="1"/>
          </p:cNvSpPr>
          <p:nvPr>
            <p:ph type="pic" idx="2"/>
          </p:nvPr>
        </p:nvSpPr>
        <p:spPr>
          <a:xfrm>
            <a:off x="696000" y="1389259"/>
            <a:ext cx="5364000" cy="2412000"/>
          </a:xfrm>
          <a:prstGeom prst="rect">
            <a:avLst/>
          </a:prstGeom>
          <a:solidFill>
            <a:srgbClr val="F2F2F2"/>
          </a:solidFill>
          <a:ln>
            <a:noFill/>
          </a:ln>
        </p:spPr>
      </p:sp>
      <p:sp>
        <p:nvSpPr>
          <p:cNvPr id="144" name="Google Shape;144;p17"/>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5" name="Google Shape;145;p17"/>
          <p:cNvSpPr>
            <a:spLocks noGrp="1"/>
          </p:cNvSpPr>
          <p:nvPr>
            <p:ph type="pic" idx="3"/>
          </p:nvPr>
        </p:nvSpPr>
        <p:spPr>
          <a:xfrm>
            <a:off x="6132675" y="1389259"/>
            <a:ext cx="5364000" cy="2412000"/>
          </a:xfrm>
          <a:prstGeom prst="rect">
            <a:avLst/>
          </a:prstGeom>
          <a:solidFill>
            <a:srgbClr val="D8D8D8"/>
          </a:solidFill>
          <a:ln>
            <a:noFill/>
          </a:ln>
        </p:spPr>
      </p:sp>
      <p:sp>
        <p:nvSpPr>
          <p:cNvPr id="146" name="Google Shape;146;p17"/>
          <p:cNvSpPr>
            <a:spLocks noGrp="1"/>
          </p:cNvSpPr>
          <p:nvPr>
            <p:ph type="pic" idx="4"/>
          </p:nvPr>
        </p:nvSpPr>
        <p:spPr>
          <a:xfrm>
            <a:off x="696000" y="3842584"/>
            <a:ext cx="5364000" cy="2412000"/>
          </a:xfrm>
          <a:prstGeom prst="rect">
            <a:avLst/>
          </a:prstGeom>
          <a:solidFill>
            <a:srgbClr val="D8D8D8"/>
          </a:solidFill>
          <a:ln>
            <a:noFill/>
          </a:ln>
        </p:spPr>
      </p:sp>
      <p:sp>
        <p:nvSpPr>
          <p:cNvPr id="147" name="Google Shape;147;p17"/>
          <p:cNvSpPr>
            <a:spLocks noGrp="1"/>
          </p:cNvSpPr>
          <p:nvPr>
            <p:ph type="pic" idx="5"/>
          </p:nvPr>
        </p:nvSpPr>
        <p:spPr>
          <a:xfrm>
            <a:off x="6132675" y="3842584"/>
            <a:ext cx="5364000" cy="2412000"/>
          </a:xfrm>
          <a:prstGeom prst="rect">
            <a:avLst/>
          </a:prstGeom>
          <a:solidFill>
            <a:srgbClr val="F2F2F2"/>
          </a:solidFill>
          <a:ln>
            <a:noFill/>
          </a:ln>
        </p:spPr>
      </p:sp>
      <p:sp>
        <p:nvSpPr>
          <p:cNvPr id="148" name="Google Shape;148;p17"/>
          <p:cNvSpPr>
            <a:spLocks noGrp="1"/>
          </p:cNvSpPr>
          <p:nvPr>
            <p:ph type="body" idx="1"/>
          </p:nvPr>
        </p:nvSpPr>
        <p:spPr>
          <a:xfrm>
            <a:off x="4836338" y="2582584"/>
            <a:ext cx="2520000" cy="252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9" name="Google Shape;149;p1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50" name="Google Shape;150;p1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51" name="Google Shape;151;p17"/>
          <p:cNvSpPr txBox="1">
            <a:spLocks noGrp="1"/>
          </p:cNvSpPr>
          <p:nvPr>
            <p:ph type="body" idx="6"/>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2" name="Google Shape;152;p1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74637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P">
  <p:cSld name="MAP">
    <p:bg>
      <p:bgPr>
        <a:solidFill>
          <a:schemeClr val="lt1"/>
        </a:solidFill>
        <a:effectLst/>
      </p:bgPr>
    </p:bg>
    <p:spTree>
      <p:nvGrpSpPr>
        <p:cNvPr id="1" name="Shape 153"/>
        <p:cNvGrpSpPr/>
        <p:nvPr/>
      </p:nvGrpSpPr>
      <p:grpSpPr>
        <a:xfrm>
          <a:off x="0" y="0"/>
          <a:ext cx="0" cy="0"/>
          <a:chOff x="0" y="0"/>
          <a:chExt cx="0" cy="0"/>
        </a:xfrm>
      </p:grpSpPr>
      <p:sp>
        <p:nvSpPr>
          <p:cNvPr id="154" name="Google Shape;154;p1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55" name="Google Shape;155;p18"/>
          <p:cNvSpPr txBox="1">
            <a:spLocks noGrp="1"/>
          </p:cNvSpPr>
          <p:nvPr>
            <p:ph type="body" idx="1"/>
          </p:nvPr>
        </p:nvSpPr>
        <p:spPr>
          <a:xfrm>
            <a:off x="1614490" y="3429000"/>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6" name="Google Shape;156;p18"/>
          <p:cNvSpPr txBox="1">
            <a:spLocks noGrp="1"/>
          </p:cNvSpPr>
          <p:nvPr>
            <p:ph type="body" idx="2"/>
          </p:nvPr>
        </p:nvSpPr>
        <p:spPr>
          <a:xfrm>
            <a:off x="1614490" y="3983637"/>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7" name="Google Shape;157;p18"/>
          <p:cNvSpPr txBox="1">
            <a:spLocks noGrp="1"/>
          </p:cNvSpPr>
          <p:nvPr>
            <p:ph type="body" idx="3"/>
          </p:nvPr>
        </p:nvSpPr>
        <p:spPr>
          <a:xfrm>
            <a:off x="1606977" y="4543459"/>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8" name="Google Shape;158;p18"/>
          <p:cNvSpPr>
            <a:spLocks noGrp="1"/>
          </p:cNvSpPr>
          <p:nvPr>
            <p:ph type="body" idx="4"/>
          </p:nvPr>
        </p:nvSpPr>
        <p:spPr>
          <a:xfrm>
            <a:off x="692575" y="3423815"/>
            <a:ext cx="825000" cy="380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9" name="Google Shape;159;p18"/>
          <p:cNvSpPr>
            <a:spLocks noGrp="1"/>
          </p:cNvSpPr>
          <p:nvPr>
            <p:ph type="body" idx="5"/>
          </p:nvPr>
        </p:nvSpPr>
        <p:spPr>
          <a:xfrm>
            <a:off x="700073" y="3983636"/>
            <a:ext cx="825000" cy="3807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0" name="Google Shape;160;p18" descr="Texte"/>
          <p:cNvSpPr>
            <a:spLocks noGrp="1"/>
          </p:cNvSpPr>
          <p:nvPr>
            <p:ph type="body" idx="6"/>
          </p:nvPr>
        </p:nvSpPr>
        <p:spPr>
          <a:xfrm>
            <a:off x="700073" y="4543457"/>
            <a:ext cx="825000" cy="3807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1" name="Google Shape;161;p18"/>
          <p:cNvSpPr txBox="1">
            <a:spLocks noGrp="1"/>
          </p:cNvSpPr>
          <p:nvPr>
            <p:ph type="body" idx="7"/>
          </p:nvPr>
        </p:nvSpPr>
        <p:spPr>
          <a:xfrm>
            <a:off x="4654550" y="2090738"/>
            <a:ext cx="5521250" cy="2833750"/>
          </a:xfrm>
          <a:prstGeom prst="rect">
            <a:avLst/>
          </a:prstGeom>
          <a:noFill/>
          <a:ln>
            <a:noFill/>
          </a:ln>
        </p:spPr>
        <p:txBody>
          <a:bodyPr spcFirstLastPara="1" wrap="square" lIns="0" tIns="0" rIns="0" bIns="0" anchor="t" anchorCtr="0">
            <a:normAutofit/>
          </a:bodyPr>
          <a:lstStyle>
            <a:lvl1pPr marL="380985" lvl="0" indent="-296321" algn="l">
              <a:lnSpc>
                <a:spcPct val="120000"/>
              </a:lnSpc>
              <a:spcBef>
                <a:spcPts val="0"/>
              </a:spcBef>
              <a:spcAft>
                <a:spcPts val="0"/>
              </a:spcAft>
              <a:buSzPts val="20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2" name="Google Shape;162;p1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3" name="Google Shape;163;p1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64" name="Google Shape;164;p1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65" name="Google Shape;165;p18"/>
          <p:cNvSpPr txBox="1">
            <a:spLocks noGrp="1"/>
          </p:cNvSpPr>
          <p:nvPr>
            <p:ph type="body" idx="8"/>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6" name="Google Shape;166;p1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28465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meline 1">
  <p:cSld name="Timeline 1">
    <p:bg>
      <p:bgPr>
        <a:solidFill>
          <a:schemeClr val="lt1"/>
        </a:solidFill>
        <a:effectLst/>
      </p:bgPr>
    </p:bg>
    <p:spTree>
      <p:nvGrpSpPr>
        <p:cNvPr id="1" name="Shape 167"/>
        <p:cNvGrpSpPr/>
        <p:nvPr/>
      </p:nvGrpSpPr>
      <p:grpSpPr>
        <a:xfrm>
          <a:off x="0" y="0"/>
          <a:ext cx="0" cy="0"/>
          <a:chOff x="0" y="0"/>
          <a:chExt cx="0" cy="0"/>
        </a:xfrm>
      </p:grpSpPr>
      <p:sp>
        <p:nvSpPr>
          <p:cNvPr id="168" name="Google Shape;168;p19"/>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9" name="Google Shape;169;p19"/>
          <p:cNvSpPr/>
          <p:nvPr/>
        </p:nvSpPr>
        <p:spPr>
          <a:xfrm rot="5400000">
            <a:off x="5704864"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70" name="Google Shape;170;p19"/>
          <p:cNvSpPr>
            <a:spLocks noGrp="1"/>
          </p:cNvSpPr>
          <p:nvPr>
            <p:ph type="body" idx="1"/>
          </p:nvPr>
        </p:nvSpPr>
        <p:spPr>
          <a:xfrm>
            <a:off x="695325" y="2266309"/>
            <a:ext cx="1173250" cy="4952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1" name="Google Shape;171;p19"/>
          <p:cNvSpPr>
            <a:spLocks noGrp="1"/>
          </p:cNvSpPr>
          <p:nvPr>
            <p:ph type="body" idx="2"/>
          </p:nvPr>
        </p:nvSpPr>
        <p:spPr>
          <a:xfrm>
            <a:off x="2939837" y="2266309"/>
            <a:ext cx="1173250" cy="4952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2" name="Google Shape;172;p19"/>
          <p:cNvSpPr>
            <a:spLocks noGrp="1"/>
          </p:cNvSpPr>
          <p:nvPr>
            <p:ph type="body" idx="3"/>
          </p:nvPr>
        </p:nvSpPr>
        <p:spPr>
          <a:xfrm>
            <a:off x="5184350" y="2266309"/>
            <a:ext cx="1173250" cy="4952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3" name="Google Shape;173;p19"/>
          <p:cNvSpPr>
            <a:spLocks noGrp="1"/>
          </p:cNvSpPr>
          <p:nvPr>
            <p:ph type="body" idx="4"/>
          </p:nvPr>
        </p:nvSpPr>
        <p:spPr>
          <a:xfrm>
            <a:off x="7428863" y="2266309"/>
            <a:ext cx="1173250" cy="495250"/>
          </a:xfrm>
          <a:prstGeom prst="roundRect">
            <a:avLst>
              <a:gd name="adj" fmla="val 50000"/>
            </a:avLst>
          </a:prstGeom>
          <a:solidFill>
            <a:schemeClr val="accen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4" name="Google Shape;174;p19"/>
          <p:cNvSpPr>
            <a:spLocks noGrp="1"/>
          </p:cNvSpPr>
          <p:nvPr>
            <p:ph type="body" idx="5"/>
          </p:nvPr>
        </p:nvSpPr>
        <p:spPr>
          <a:xfrm>
            <a:off x="9673375" y="2266309"/>
            <a:ext cx="1173250" cy="495250"/>
          </a:xfrm>
          <a:prstGeom prst="roundRect">
            <a:avLst>
              <a:gd name="adj" fmla="val 50000"/>
            </a:avLst>
          </a:prstGeom>
          <a:solidFill>
            <a:schemeClr val="accent5"/>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5" name="Google Shape;175;p19"/>
          <p:cNvSpPr txBox="1">
            <a:spLocks noGrp="1"/>
          </p:cNvSpPr>
          <p:nvPr>
            <p:ph type="body" idx="6"/>
          </p:nvPr>
        </p:nvSpPr>
        <p:spPr>
          <a:xfrm>
            <a:off x="695324"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6" name="Google Shape;176;p19"/>
          <p:cNvSpPr txBox="1">
            <a:spLocks noGrp="1"/>
          </p:cNvSpPr>
          <p:nvPr>
            <p:ph type="body" idx="7"/>
          </p:nvPr>
        </p:nvSpPr>
        <p:spPr>
          <a:xfrm>
            <a:off x="2939837"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7" name="Google Shape;177;p19"/>
          <p:cNvSpPr txBox="1">
            <a:spLocks noGrp="1"/>
          </p:cNvSpPr>
          <p:nvPr>
            <p:ph type="body" idx="8"/>
          </p:nvPr>
        </p:nvSpPr>
        <p:spPr>
          <a:xfrm>
            <a:off x="5184350"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8" name="Google Shape;178;p19"/>
          <p:cNvSpPr txBox="1">
            <a:spLocks noGrp="1"/>
          </p:cNvSpPr>
          <p:nvPr>
            <p:ph type="body" idx="9"/>
          </p:nvPr>
        </p:nvSpPr>
        <p:spPr>
          <a:xfrm>
            <a:off x="7428863"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9" name="Google Shape;179;p19"/>
          <p:cNvSpPr txBox="1">
            <a:spLocks noGrp="1"/>
          </p:cNvSpPr>
          <p:nvPr>
            <p:ph type="body" idx="13"/>
          </p:nvPr>
        </p:nvSpPr>
        <p:spPr>
          <a:xfrm>
            <a:off x="9673375"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0" name="Google Shape;180;p1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81" name="Google Shape;181;p1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82" name="Google Shape;182;p1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3" name="Google Shape;183;p1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781325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meline 2">
  <p:cSld name="Timeline 2">
    <p:spTree>
      <p:nvGrpSpPr>
        <p:cNvPr id="1" name="Shape 184"/>
        <p:cNvGrpSpPr/>
        <p:nvPr/>
      </p:nvGrpSpPr>
      <p:grpSpPr>
        <a:xfrm>
          <a:off x="0" y="0"/>
          <a:ext cx="0" cy="0"/>
          <a:chOff x="0" y="0"/>
          <a:chExt cx="0" cy="0"/>
        </a:xfrm>
      </p:grpSpPr>
      <p:sp>
        <p:nvSpPr>
          <p:cNvPr id="185" name="Google Shape;185;p2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86" name="Google Shape;186;p20"/>
          <p:cNvSpPr txBox="1">
            <a:spLocks noGrp="1"/>
          </p:cNvSpPr>
          <p:nvPr>
            <p:ph type="body" idx="1"/>
          </p:nvPr>
        </p:nvSpPr>
        <p:spPr>
          <a:xfrm>
            <a:off x="351708" y="2378385"/>
            <a:ext cx="2232000" cy="23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7" name="Google Shape;187;p20"/>
          <p:cNvSpPr txBox="1">
            <a:spLocks noGrp="1"/>
          </p:cNvSpPr>
          <p:nvPr>
            <p:ph type="body" idx="2"/>
          </p:nvPr>
        </p:nvSpPr>
        <p:spPr>
          <a:xfrm>
            <a:off x="2665706" y="2378385"/>
            <a:ext cx="2232000" cy="23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8" name="Google Shape;188;p20"/>
          <p:cNvSpPr txBox="1">
            <a:spLocks noGrp="1"/>
          </p:cNvSpPr>
          <p:nvPr>
            <p:ph type="body" idx="3"/>
          </p:nvPr>
        </p:nvSpPr>
        <p:spPr>
          <a:xfrm>
            <a:off x="4979704" y="2378385"/>
            <a:ext cx="2232000" cy="23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9" name="Google Shape;189;p20"/>
          <p:cNvSpPr txBox="1">
            <a:spLocks noGrp="1"/>
          </p:cNvSpPr>
          <p:nvPr>
            <p:ph type="body" idx="4"/>
          </p:nvPr>
        </p:nvSpPr>
        <p:spPr>
          <a:xfrm>
            <a:off x="7293702" y="2378385"/>
            <a:ext cx="2232000" cy="2340000"/>
          </a:xfrm>
          <a:prstGeom prst="rect">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0" name="Google Shape;190;p20"/>
          <p:cNvSpPr txBox="1">
            <a:spLocks noGrp="1"/>
          </p:cNvSpPr>
          <p:nvPr>
            <p:ph type="body" idx="5"/>
          </p:nvPr>
        </p:nvSpPr>
        <p:spPr>
          <a:xfrm>
            <a:off x="9607700" y="2378385"/>
            <a:ext cx="2232000" cy="2340000"/>
          </a:xfrm>
          <a:prstGeom prst="rect">
            <a:avLst/>
          </a:prstGeom>
          <a:solidFill>
            <a:schemeClr val="accent5"/>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1" name="Google Shape;191;p20"/>
          <p:cNvSpPr txBox="1">
            <a:spLocks noGrp="1"/>
          </p:cNvSpPr>
          <p:nvPr>
            <p:ph type="body" idx="6"/>
          </p:nvPr>
        </p:nvSpPr>
        <p:spPr>
          <a:xfrm>
            <a:off x="541622"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2" name="Google Shape;192;p20"/>
          <p:cNvSpPr txBox="1">
            <a:spLocks noGrp="1"/>
          </p:cNvSpPr>
          <p:nvPr>
            <p:ph type="body" idx="7"/>
          </p:nvPr>
        </p:nvSpPr>
        <p:spPr>
          <a:xfrm>
            <a:off x="2859811"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3" name="Google Shape;193;p20"/>
          <p:cNvSpPr txBox="1">
            <a:spLocks noGrp="1"/>
          </p:cNvSpPr>
          <p:nvPr>
            <p:ph type="body" idx="8"/>
          </p:nvPr>
        </p:nvSpPr>
        <p:spPr>
          <a:xfrm>
            <a:off x="5178000"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4" name="Google Shape;194;p20"/>
          <p:cNvSpPr txBox="1">
            <a:spLocks noGrp="1"/>
          </p:cNvSpPr>
          <p:nvPr>
            <p:ph type="body" idx="9"/>
          </p:nvPr>
        </p:nvSpPr>
        <p:spPr>
          <a:xfrm>
            <a:off x="2859811"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5" name="Google Shape;195;p20"/>
          <p:cNvSpPr txBox="1">
            <a:spLocks noGrp="1"/>
          </p:cNvSpPr>
          <p:nvPr>
            <p:ph type="body" idx="13"/>
          </p:nvPr>
        </p:nvSpPr>
        <p:spPr>
          <a:xfrm>
            <a:off x="5178000"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6" name="Google Shape;196;p20"/>
          <p:cNvSpPr txBox="1">
            <a:spLocks noGrp="1"/>
          </p:cNvSpPr>
          <p:nvPr>
            <p:ph type="body" idx="14"/>
          </p:nvPr>
        </p:nvSpPr>
        <p:spPr>
          <a:xfrm>
            <a:off x="9814378"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7" name="Google Shape;197;p20"/>
          <p:cNvSpPr txBox="1">
            <a:spLocks noGrp="1"/>
          </p:cNvSpPr>
          <p:nvPr>
            <p:ph type="body" idx="15"/>
          </p:nvPr>
        </p:nvSpPr>
        <p:spPr>
          <a:xfrm>
            <a:off x="9814378"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8" name="Google Shape;198;p20"/>
          <p:cNvSpPr txBox="1">
            <a:spLocks noGrp="1"/>
          </p:cNvSpPr>
          <p:nvPr>
            <p:ph type="body" idx="16"/>
          </p:nvPr>
        </p:nvSpPr>
        <p:spPr>
          <a:xfrm>
            <a:off x="7496189"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9" name="Google Shape;199;p2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00" name="Google Shape;200;p20"/>
          <p:cNvSpPr txBox="1">
            <a:spLocks noGrp="1"/>
          </p:cNvSpPr>
          <p:nvPr>
            <p:ph type="body" idx="17"/>
          </p:nvPr>
        </p:nvSpPr>
        <p:spPr>
          <a:xfrm>
            <a:off x="541622"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1" name="Google Shape;201;p20"/>
          <p:cNvSpPr txBox="1">
            <a:spLocks noGrp="1"/>
          </p:cNvSpPr>
          <p:nvPr>
            <p:ph type="body" idx="18"/>
          </p:nvPr>
        </p:nvSpPr>
        <p:spPr>
          <a:xfrm>
            <a:off x="7496189" y="28614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2" name="Google Shape;202;p20"/>
          <p:cNvSpPr>
            <a:spLocks noGrp="1"/>
          </p:cNvSpPr>
          <p:nvPr>
            <p:ph type="body" idx="19"/>
          </p:nvPr>
        </p:nvSpPr>
        <p:spPr>
          <a:xfrm rot="-8100000">
            <a:off x="2437196" y="3400714"/>
            <a:ext cx="288146" cy="288146"/>
          </a:xfrm>
          <a:prstGeom prst="rtTriangl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3" name="Google Shape;203;p20"/>
          <p:cNvSpPr>
            <a:spLocks noGrp="1"/>
          </p:cNvSpPr>
          <p:nvPr>
            <p:ph type="body" idx="20"/>
          </p:nvPr>
        </p:nvSpPr>
        <p:spPr>
          <a:xfrm rot="-8100000">
            <a:off x="4755385" y="3400714"/>
            <a:ext cx="288146" cy="288146"/>
          </a:xfrm>
          <a:prstGeom prst="rtTriangle">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4" name="Google Shape;204;p20"/>
          <p:cNvSpPr>
            <a:spLocks noGrp="1"/>
          </p:cNvSpPr>
          <p:nvPr>
            <p:ph type="body" idx="21"/>
          </p:nvPr>
        </p:nvSpPr>
        <p:spPr>
          <a:xfrm rot="-8100000">
            <a:off x="7061481" y="3404206"/>
            <a:ext cx="288146" cy="288146"/>
          </a:xfrm>
          <a:prstGeom prst="rtTriangl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5" name="Google Shape;205;p20"/>
          <p:cNvSpPr>
            <a:spLocks noGrp="1"/>
          </p:cNvSpPr>
          <p:nvPr>
            <p:ph type="body" idx="22"/>
          </p:nvPr>
        </p:nvSpPr>
        <p:spPr>
          <a:xfrm rot="-8100000">
            <a:off x="9378555" y="3404206"/>
            <a:ext cx="288146" cy="288146"/>
          </a:xfrm>
          <a:prstGeom prst="rtTriangle">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6" name="Google Shape;206;p2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07" name="Google Shape;207;p2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08" name="Google Shape;208;p20"/>
          <p:cNvSpPr txBox="1">
            <a:spLocks noGrp="1"/>
          </p:cNvSpPr>
          <p:nvPr>
            <p:ph type="body" idx="2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9" name="Google Shape;209;p2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67146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4608">
          <p15:clr>
            <a:srgbClr val="FBAE40"/>
          </p15:clr>
        </p15:guide>
        <p15:guide id="2" pos="526">
          <p15:clr>
            <a:srgbClr val="FBAE40"/>
          </p15:clr>
        </p15:guide>
        <p15:guide id="3" pos="8718">
          <p15:clr>
            <a:srgbClr val="FBAE40"/>
          </p15:clr>
        </p15:guide>
        <p15:guide id="4" orient="horz" pos="388">
          <p15:clr>
            <a:srgbClr val="FBAE40"/>
          </p15:clr>
        </p15:guide>
        <p15:guide id="5" orient="horz" pos="46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meline 3">
  <p:cSld name="Timeline 3">
    <p:spTree>
      <p:nvGrpSpPr>
        <p:cNvPr id="1" name="Shape 210"/>
        <p:cNvGrpSpPr/>
        <p:nvPr/>
      </p:nvGrpSpPr>
      <p:grpSpPr>
        <a:xfrm>
          <a:off x="0" y="0"/>
          <a:ext cx="0" cy="0"/>
          <a:chOff x="0" y="0"/>
          <a:chExt cx="0" cy="0"/>
        </a:xfrm>
      </p:grpSpPr>
      <p:sp>
        <p:nvSpPr>
          <p:cNvPr id="211" name="Google Shape;211;p2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2" name="Google Shape;212;p2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3" name="Google Shape;213;p21"/>
          <p:cNvSpPr txBox="1">
            <a:spLocks noGrp="1"/>
          </p:cNvSpPr>
          <p:nvPr>
            <p:ph type="body" idx="1"/>
          </p:nvPr>
        </p:nvSpPr>
        <p:spPr>
          <a:xfrm>
            <a:off x="1229028" y="-200344"/>
            <a:ext cx="664500" cy="4969502"/>
          </a:xfrm>
          <a:prstGeom prst="rect">
            <a:avLst/>
          </a:prstGeom>
          <a:solidFill>
            <a:schemeClr val="lt1"/>
          </a:solid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2300"/>
              <a:buNone/>
              <a:defRPr sz="1583"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4" name="Google Shape;214;p21"/>
          <p:cNvSpPr txBox="1">
            <a:spLocks noGrp="1"/>
          </p:cNvSpPr>
          <p:nvPr>
            <p:ph type="body" idx="2"/>
          </p:nvPr>
        </p:nvSpPr>
        <p:spPr>
          <a:xfrm>
            <a:off x="1229028" y="2345784"/>
            <a:ext cx="1513000" cy="646524"/>
          </a:xfrm>
          <a:prstGeom prst="rect">
            <a:avLst/>
          </a:prstGeom>
          <a:noFill/>
          <a:ln>
            <a:noFill/>
          </a:ln>
        </p:spPr>
        <p:txBody>
          <a:bodyPr spcFirstLastPara="1" wrap="square" lIns="0" tIns="0" rIns="0" bIns="0" anchor="ctr" anchorCtr="0">
            <a:spAutoFit/>
          </a:bodyPr>
          <a:lstStyle>
            <a:lvl1pPr marL="380985" lvl="0" indent="-190492" algn="l">
              <a:lnSpc>
                <a:spcPct val="120000"/>
              </a:lnSpc>
              <a:spcBef>
                <a:spcPts val="0"/>
              </a:spcBef>
              <a:spcAft>
                <a:spcPts val="0"/>
              </a:spcAft>
              <a:buSzPts val="1700"/>
              <a:buNone/>
              <a:defRPr sz="1167" b="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5" name="Google Shape;215;p2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16" name="Google Shape;216;p2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17" name="Google Shape;217;p21"/>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8" name="Google Shape;218;p2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558635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lendar">
  <p:cSld name="Calendar">
    <p:bg>
      <p:bgPr>
        <a:solidFill>
          <a:schemeClr val="lt1"/>
        </a:solidFill>
        <a:effectLst/>
      </p:bgPr>
    </p:bg>
    <p:spTree>
      <p:nvGrpSpPr>
        <p:cNvPr id="1" name="Shape 219"/>
        <p:cNvGrpSpPr/>
        <p:nvPr/>
      </p:nvGrpSpPr>
      <p:grpSpPr>
        <a:xfrm>
          <a:off x="0" y="0"/>
          <a:ext cx="0" cy="0"/>
          <a:chOff x="0" y="0"/>
          <a:chExt cx="0" cy="0"/>
        </a:xfrm>
      </p:grpSpPr>
      <p:sp>
        <p:nvSpPr>
          <p:cNvPr id="220" name="Google Shape;220;p22"/>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1" name="Google Shape;221;p2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2" name="Google Shape;222;p22"/>
          <p:cNvSpPr>
            <a:spLocks noGrp="1"/>
          </p:cNvSpPr>
          <p:nvPr>
            <p:ph type="body" idx="1"/>
          </p:nvPr>
        </p:nvSpPr>
        <p:spPr>
          <a:xfrm>
            <a:off x="700073" y="3090994"/>
            <a:ext cx="1800000" cy="540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3" name="Google Shape;223;p22"/>
          <p:cNvSpPr>
            <a:spLocks noGrp="1"/>
          </p:cNvSpPr>
          <p:nvPr>
            <p:ph type="body" idx="2"/>
          </p:nvPr>
        </p:nvSpPr>
        <p:spPr>
          <a:xfrm>
            <a:off x="700073" y="3728324"/>
            <a:ext cx="1800000" cy="540000"/>
          </a:xfrm>
          <a:prstGeom prst="roundRect">
            <a:avLst>
              <a:gd name="adj" fmla="val 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4" name="Google Shape;224;p22"/>
          <p:cNvSpPr>
            <a:spLocks noGrp="1"/>
          </p:cNvSpPr>
          <p:nvPr>
            <p:ph type="body" idx="3"/>
          </p:nvPr>
        </p:nvSpPr>
        <p:spPr>
          <a:xfrm>
            <a:off x="700073" y="4365654"/>
            <a:ext cx="1800000" cy="540000"/>
          </a:xfrm>
          <a:prstGeom prst="roundRect">
            <a:avLst>
              <a:gd name="adj" fmla="val 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5" name="Google Shape;225;p22"/>
          <p:cNvSpPr>
            <a:spLocks noGrp="1"/>
          </p:cNvSpPr>
          <p:nvPr>
            <p:ph type="body" idx="4"/>
          </p:nvPr>
        </p:nvSpPr>
        <p:spPr>
          <a:xfrm>
            <a:off x="700073" y="5002984"/>
            <a:ext cx="1800000" cy="540000"/>
          </a:xfrm>
          <a:prstGeom prst="roundRect">
            <a:avLst>
              <a:gd name="adj" fmla="val 0"/>
            </a:avLst>
          </a:prstGeom>
          <a:solidFill>
            <a:schemeClr val="accent3"/>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6" name="Google Shape;226;p22"/>
          <p:cNvSpPr txBox="1">
            <a:spLocks noGrp="1"/>
          </p:cNvSpPr>
          <p:nvPr>
            <p:ph type="body" idx="5"/>
          </p:nvPr>
        </p:nvSpPr>
        <p:spPr>
          <a:xfrm>
            <a:off x="2935089"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7" name="Google Shape;227;p22"/>
          <p:cNvSpPr txBox="1">
            <a:spLocks noGrp="1"/>
          </p:cNvSpPr>
          <p:nvPr>
            <p:ph type="body" idx="6"/>
          </p:nvPr>
        </p:nvSpPr>
        <p:spPr>
          <a:xfrm>
            <a:off x="5184350"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8" name="Google Shape;228;p22"/>
          <p:cNvSpPr txBox="1">
            <a:spLocks noGrp="1"/>
          </p:cNvSpPr>
          <p:nvPr>
            <p:ph type="body" idx="7"/>
          </p:nvPr>
        </p:nvSpPr>
        <p:spPr>
          <a:xfrm>
            <a:off x="7433611"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9" name="Google Shape;229;p22"/>
          <p:cNvSpPr txBox="1">
            <a:spLocks noGrp="1"/>
          </p:cNvSpPr>
          <p:nvPr>
            <p:ph type="body" idx="8"/>
          </p:nvPr>
        </p:nvSpPr>
        <p:spPr>
          <a:xfrm>
            <a:off x="9682872"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0" name="Google Shape;230;p2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1" name="Google Shape;231;p2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32" name="Google Shape;232;p22"/>
          <p:cNvSpPr txBox="1">
            <a:spLocks noGrp="1"/>
          </p:cNvSpPr>
          <p:nvPr>
            <p:ph type="body" idx="9"/>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3" name="Google Shape;233;p2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43033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able">
  <p:cSld name="Table">
    <p:spTree>
      <p:nvGrpSpPr>
        <p:cNvPr id="1" name="Shape 234"/>
        <p:cNvGrpSpPr/>
        <p:nvPr/>
      </p:nvGrpSpPr>
      <p:grpSpPr>
        <a:xfrm>
          <a:off x="0" y="0"/>
          <a:ext cx="0" cy="0"/>
          <a:chOff x="0" y="0"/>
          <a:chExt cx="0" cy="0"/>
        </a:xfrm>
      </p:grpSpPr>
      <p:sp>
        <p:nvSpPr>
          <p:cNvPr id="235" name="Google Shape;235;p23"/>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6" name="Google Shape;236;p2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7" name="Google Shape;237;p23"/>
          <p:cNvSpPr txBox="1">
            <a:spLocks noGrp="1"/>
          </p:cNvSpPr>
          <p:nvPr>
            <p:ph type="body" idx="1"/>
          </p:nvPr>
        </p:nvSpPr>
        <p:spPr>
          <a:xfrm>
            <a:off x="700088" y="1381125"/>
            <a:ext cx="5396000" cy="685750"/>
          </a:xfrm>
          <a:prstGeom prst="rect">
            <a:avLst/>
          </a:prstGeom>
          <a:no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190492" algn="l">
              <a:lnSpc>
                <a:spcPct val="120000"/>
              </a:lnSpc>
              <a:spcBef>
                <a:spcPts val="0"/>
              </a:spcBef>
              <a:spcAft>
                <a:spcPts val="0"/>
              </a:spcAft>
              <a:buSzPts val="1500"/>
              <a:buNone/>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8" name="Google Shape;238;p2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9" name="Google Shape;239;p2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0" name="Google Shape;240;p23"/>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1" name="Google Shape;241;p2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11833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able + picture">
  <p:cSld name="Table + picture">
    <p:spTree>
      <p:nvGrpSpPr>
        <p:cNvPr id="1" name="Shape 242"/>
        <p:cNvGrpSpPr/>
        <p:nvPr/>
      </p:nvGrpSpPr>
      <p:grpSpPr>
        <a:xfrm>
          <a:off x="0" y="0"/>
          <a:ext cx="0" cy="0"/>
          <a:chOff x="0" y="0"/>
          <a:chExt cx="0" cy="0"/>
        </a:xfrm>
      </p:grpSpPr>
      <p:sp>
        <p:nvSpPr>
          <p:cNvPr id="243" name="Google Shape;243;p2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4" name="Google Shape;244;p2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5" name="Google Shape;245;p24"/>
          <p:cNvSpPr>
            <a:spLocks noGrp="1"/>
          </p:cNvSpPr>
          <p:nvPr>
            <p:ph type="pic" idx="2"/>
          </p:nvPr>
        </p:nvSpPr>
        <p:spPr>
          <a:xfrm>
            <a:off x="8323383" y="0"/>
            <a:ext cx="3868500" cy="6858000"/>
          </a:xfrm>
          <a:prstGeom prst="rect">
            <a:avLst/>
          </a:prstGeom>
          <a:solidFill>
            <a:srgbClr val="D8D8D8"/>
          </a:solidFill>
          <a:ln>
            <a:noFill/>
          </a:ln>
        </p:spPr>
        <p:txBody>
          <a:bodyPr/>
          <a:lstStyle/>
          <a:p>
            <a:r>
              <a:rPr lang="fr-FR"/>
              <a:t>Cliquez sur l'icône pour ajouter une image</a:t>
            </a:r>
          </a:p>
        </p:txBody>
      </p:sp>
      <p:sp>
        <p:nvSpPr>
          <p:cNvPr id="246" name="Google Shape;246;p2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47" name="Google Shape;247;p2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8" name="Google Shape;248;p2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9" name="Google Shape;249;p2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93563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 comparisons">
  <p:cSld name="2 comparisons">
    <p:bg>
      <p:bgPr>
        <a:solidFill>
          <a:schemeClr val="lt1"/>
        </a:solidFill>
        <a:effectLst/>
      </p:bgPr>
    </p:bg>
    <p:spTree>
      <p:nvGrpSpPr>
        <p:cNvPr id="1" name="Shape 250"/>
        <p:cNvGrpSpPr/>
        <p:nvPr/>
      </p:nvGrpSpPr>
      <p:grpSpPr>
        <a:xfrm>
          <a:off x="0" y="0"/>
          <a:ext cx="0" cy="0"/>
          <a:chOff x="0" y="0"/>
          <a:chExt cx="0" cy="0"/>
        </a:xfrm>
      </p:grpSpPr>
      <p:sp>
        <p:nvSpPr>
          <p:cNvPr id="251" name="Google Shape;251;p2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2" name="Google Shape;252;p25"/>
          <p:cNvSpPr/>
          <p:nvPr/>
        </p:nvSpPr>
        <p:spPr>
          <a:xfrm rot="5400000">
            <a:off x="5704864" y="613589"/>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3" name="Google Shape;253;p25"/>
          <p:cNvSpPr>
            <a:spLocks noGrp="1"/>
          </p:cNvSpPr>
          <p:nvPr>
            <p:ph type="body" idx="1"/>
          </p:nvPr>
        </p:nvSpPr>
        <p:spPr>
          <a:xfrm>
            <a:off x="695324" y="2100614"/>
            <a:ext cx="2617500" cy="1104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4" name="Google Shape;254;p25"/>
          <p:cNvSpPr>
            <a:spLocks noGrp="1"/>
          </p:cNvSpPr>
          <p:nvPr>
            <p:ph type="body" idx="2"/>
          </p:nvPr>
        </p:nvSpPr>
        <p:spPr>
          <a:xfrm>
            <a:off x="6380479" y="2100615"/>
            <a:ext cx="2617500" cy="1104750"/>
          </a:xfrm>
          <a:prstGeom prst="roundRect">
            <a:avLst>
              <a:gd name="adj" fmla="val 5000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5" name="Google Shape;255;p25"/>
          <p:cNvSpPr txBox="1">
            <a:spLocks noGrp="1"/>
          </p:cNvSpPr>
          <p:nvPr>
            <p:ph type="body" idx="3"/>
          </p:nvPr>
        </p:nvSpPr>
        <p:spPr>
          <a:xfrm>
            <a:off x="695324"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6" name="Google Shape;256;p25"/>
          <p:cNvSpPr txBox="1">
            <a:spLocks noGrp="1"/>
          </p:cNvSpPr>
          <p:nvPr>
            <p:ph type="body" idx="4"/>
          </p:nvPr>
        </p:nvSpPr>
        <p:spPr>
          <a:xfrm>
            <a:off x="6380479"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7" name="Google Shape;257;p2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8" name="Google Shape;258;p2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59" name="Google Shape;259;p25"/>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0" name="Google Shape;260;p2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09579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s 2 pictures">
  <p:cSld name="Comparisons 2 pictures">
    <p:bg>
      <p:bgPr>
        <a:solidFill>
          <a:schemeClr val="lt1"/>
        </a:solidFill>
        <a:effectLst/>
      </p:bgPr>
    </p:bg>
    <p:spTree>
      <p:nvGrpSpPr>
        <p:cNvPr id="1" name="Shape 261"/>
        <p:cNvGrpSpPr/>
        <p:nvPr/>
      </p:nvGrpSpPr>
      <p:grpSpPr>
        <a:xfrm>
          <a:off x="0" y="0"/>
          <a:ext cx="0" cy="0"/>
          <a:chOff x="0" y="0"/>
          <a:chExt cx="0" cy="0"/>
        </a:xfrm>
      </p:grpSpPr>
      <p:sp>
        <p:nvSpPr>
          <p:cNvPr id="262" name="Google Shape;262;p2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3" name="Google Shape;263;p26"/>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4" name="Google Shape;264;p26"/>
          <p:cNvSpPr>
            <a:spLocks noGrp="1"/>
          </p:cNvSpPr>
          <p:nvPr>
            <p:ph type="body" idx="1"/>
          </p:nvPr>
        </p:nvSpPr>
        <p:spPr>
          <a:xfrm>
            <a:off x="695325" y="1579911"/>
            <a:ext cx="5220000" cy="432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5" name="Google Shape;265;p26"/>
          <p:cNvSpPr>
            <a:spLocks noGrp="1"/>
          </p:cNvSpPr>
          <p:nvPr>
            <p:ph type="body" idx="2"/>
          </p:nvPr>
        </p:nvSpPr>
        <p:spPr>
          <a:xfrm>
            <a:off x="6278562" y="1579911"/>
            <a:ext cx="5231500" cy="432000"/>
          </a:xfrm>
          <a:prstGeom prst="roundRect">
            <a:avLst>
              <a:gd name="adj" fmla="val 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6" name="Google Shape;266;p26"/>
          <p:cNvSpPr>
            <a:spLocks noGrp="1"/>
          </p:cNvSpPr>
          <p:nvPr>
            <p:ph type="pic" idx="3"/>
          </p:nvPr>
        </p:nvSpPr>
        <p:spPr>
          <a:xfrm>
            <a:off x="695325" y="2210792"/>
            <a:ext cx="5220000" cy="3960000"/>
          </a:xfrm>
          <a:prstGeom prst="rect">
            <a:avLst/>
          </a:prstGeom>
          <a:solidFill>
            <a:srgbClr val="F2F2F2"/>
          </a:solidFill>
          <a:ln>
            <a:noFill/>
          </a:ln>
        </p:spPr>
      </p:sp>
      <p:sp>
        <p:nvSpPr>
          <p:cNvPr id="267" name="Google Shape;267;p26"/>
          <p:cNvSpPr>
            <a:spLocks noGrp="1"/>
          </p:cNvSpPr>
          <p:nvPr>
            <p:ph type="pic" idx="4"/>
          </p:nvPr>
        </p:nvSpPr>
        <p:spPr>
          <a:xfrm>
            <a:off x="6278562" y="2208975"/>
            <a:ext cx="5220000" cy="3960000"/>
          </a:xfrm>
          <a:prstGeom prst="rect">
            <a:avLst/>
          </a:prstGeom>
          <a:solidFill>
            <a:srgbClr val="F2F2F2"/>
          </a:solidFill>
          <a:ln>
            <a:noFill/>
          </a:ln>
        </p:spPr>
      </p:sp>
      <p:sp>
        <p:nvSpPr>
          <p:cNvPr id="268" name="Google Shape;268;p2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69" name="Google Shape;269;p2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70" name="Google Shape;270;p2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1" name="Google Shape;271;p2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54641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s 3 pictures">
  <p:cSld name="Comparisons 3 pictures">
    <p:bg>
      <p:bgPr>
        <a:solidFill>
          <a:schemeClr val="lt1"/>
        </a:solidFill>
        <a:effectLst/>
      </p:bgPr>
    </p:bg>
    <p:spTree>
      <p:nvGrpSpPr>
        <p:cNvPr id="1" name="Shape 272"/>
        <p:cNvGrpSpPr/>
        <p:nvPr/>
      </p:nvGrpSpPr>
      <p:grpSpPr>
        <a:xfrm>
          <a:off x="0" y="0"/>
          <a:ext cx="0" cy="0"/>
          <a:chOff x="0" y="0"/>
          <a:chExt cx="0" cy="0"/>
        </a:xfrm>
      </p:grpSpPr>
      <p:sp>
        <p:nvSpPr>
          <p:cNvPr id="273" name="Google Shape;273;p2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4" name="Google Shape;274;p2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5" name="Google Shape;275;p27"/>
          <p:cNvSpPr>
            <a:spLocks noGrp="1"/>
          </p:cNvSpPr>
          <p:nvPr>
            <p:ph type="pic" idx="2"/>
          </p:nvPr>
        </p:nvSpPr>
        <p:spPr>
          <a:xfrm>
            <a:off x="695325" y="1843146"/>
            <a:ext cx="3420000" cy="3960000"/>
          </a:xfrm>
          <a:prstGeom prst="rect">
            <a:avLst/>
          </a:prstGeom>
          <a:solidFill>
            <a:srgbClr val="F2F2F2"/>
          </a:solidFill>
          <a:ln>
            <a:noFill/>
          </a:ln>
        </p:spPr>
      </p:sp>
      <p:sp>
        <p:nvSpPr>
          <p:cNvPr id="276" name="Google Shape;276;p27"/>
          <p:cNvSpPr>
            <a:spLocks noGrp="1"/>
          </p:cNvSpPr>
          <p:nvPr>
            <p:ph type="pic" idx="3"/>
          </p:nvPr>
        </p:nvSpPr>
        <p:spPr>
          <a:xfrm>
            <a:off x="4390758" y="1843146"/>
            <a:ext cx="3420000" cy="3960000"/>
          </a:xfrm>
          <a:prstGeom prst="rect">
            <a:avLst/>
          </a:prstGeom>
          <a:solidFill>
            <a:srgbClr val="F2F2F2"/>
          </a:solidFill>
          <a:ln>
            <a:noFill/>
          </a:ln>
        </p:spPr>
      </p:sp>
      <p:sp>
        <p:nvSpPr>
          <p:cNvPr id="277" name="Google Shape;277;p27"/>
          <p:cNvSpPr>
            <a:spLocks noGrp="1"/>
          </p:cNvSpPr>
          <p:nvPr>
            <p:ph type="pic" idx="4"/>
          </p:nvPr>
        </p:nvSpPr>
        <p:spPr>
          <a:xfrm>
            <a:off x="8077565" y="1838204"/>
            <a:ext cx="3420000" cy="3960000"/>
          </a:xfrm>
          <a:prstGeom prst="rect">
            <a:avLst/>
          </a:prstGeom>
          <a:solidFill>
            <a:srgbClr val="F2F2F2"/>
          </a:solidFill>
          <a:ln>
            <a:noFill/>
          </a:ln>
        </p:spPr>
      </p:sp>
      <p:sp>
        <p:nvSpPr>
          <p:cNvPr id="278" name="Google Shape;278;p27"/>
          <p:cNvSpPr txBox="1">
            <a:spLocks noGrp="1"/>
          </p:cNvSpPr>
          <p:nvPr>
            <p:ph type="body" idx="1"/>
          </p:nvPr>
        </p:nvSpPr>
        <p:spPr>
          <a:xfrm>
            <a:off x="695325" y="1375090"/>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9" name="Google Shape;279;p27"/>
          <p:cNvSpPr txBox="1">
            <a:spLocks noGrp="1"/>
          </p:cNvSpPr>
          <p:nvPr>
            <p:ph type="body" idx="5"/>
          </p:nvPr>
        </p:nvSpPr>
        <p:spPr>
          <a:xfrm>
            <a:off x="4391559"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0" name="Google Shape;280;p27"/>
          <p:cNvSpPr txBox="1">
            <a:spLocks noGrp="1"/>
          </p:cNvSpPr>
          <p:nvPr>
            <p:ph type="body" idx="6"/>
          </p:nvPr>
        </p:nvSpPr>
        <p:spPr>
          <a:xfrm>
            <a:off x="8077565"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1" name="Google Shape;281;p27"/>
          <p:cNvSpPr txBox="1">
            <a:spLocks noGrp="1"/>
          </p:cNvSpPr>
          <p:nvPr>
            <p:ph type="body" idx="7"/>
          </p:nvPr>
        </p:nvSpPr>
        <p:spPr>
          <a:xfrm>
            <a:off x="695325"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2" name="Google Shape;282;p27"/>
          <p:cNvSpPr txBox="1">
            <a:spLocks noGrp="1"/>
          </p:cNvSpPr>
          <p:nvPr>
            <p:ph type="body" idx="8"/>
          </p:nvPr>
        </p:nvSpPr>
        <p:spPr>
          <a:xfrm>
            <a:off x="439075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3" name="Google Shape;283;p27"/>
          <p:cNvSpPr txBox="1">
            <a:spLocks noGrp="1"/>
          </p:cNvSpPr>
          <p:nvPr>
            <p:ph type="body" idx="9"/>
          </p:nvPr>
        </p:nvSpPr>
        <p:spPr>
          <a:xfrm>
            <a:off x="806804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4" name="Google Shape;284;p2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85" name="Google Shape;285;p2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86" name="Google Shape;286;p27"/>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7" name="Google Shape;287;p2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029663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comparisons">
  <p:cSld name="3 comparisons">
    <p:spTree>
      <p:nvGrpSpPr>
        <p:cNvPr id="1" name="Shape 288"/>
        <p:cNvGrpSpPr/>
        <p:nvPr/>
      </p:nvGrpSpPr>
      <p:grpSpPr>
        <a:xfrm>
          <a:off x="0" y="0"/>
          <a:ext cx="0" cy="0"/>
          <a:chOff x="0" y="0"/>
          <a:chExt cx="0" cy="0"/>
        </a:xfrm>
      </p:grpSpPr>
      <p:sp>
        <p:nvSpPr>
          <p:cNvPr id="289" name="Google Shape;289;p28"/>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0" name="Google Shape;290;p28"/>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1" name="Google Shape;291;p28"/>
          <p:cNvSpPr>
            <a:spLocks noGrp="1"/>
          </p:cNvSpPr>
          <p:nvPr>
            <p:ph type="body" idx="1"/>
          </p:nvPr>
        </p:nvSpPr>
        <p:spPr>
          <a:xfrm>
            <a:off x="2219326" y="2266309"/>
            <a:ext cx="1080000" cy="1080000"/>
          </a:xfrm>
          <a:prstGeom prst="ellipse">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2" name="Google Shape;292;p28"/>
          <p:cNvSpPr>
            <a:spLocks noGrp="1"/>
          </p:cNvSpPr>
          <p:nvPr>
            <p:ph type="body" idx="2"/>
          </p:nvPr>
        </p:nvSpPr>
        <p:spPr>
          <a:xfrm>
            <a:off x="5557852" y="2266309"/>
            <a:ext cx="1080000" cy="1080000"/>
          </a:xfrm>
          <a:prstGeom prst="ellipse">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3" name="Google Shape;293;p28"/>
          <p:cNvSpPr>
            <a:spLocks noGrp="1"/>
          </p:cNvSpPr>
          <p:nvPr>
            <p:ph type="body" idx="3"/>
          </p:nvPr>
        </p:nvSpPr>
        <p:spPr>
          <a:xfrm>
            <a:off x="8896378" y="2266309"/>
            <a:ext cx="1080000" cy="108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4" name="Google Shape;294;p28"/>
          <p:cNvSpPr txBox="1">
            <a:spLocks noGrp="1"/>
          </p:cNvSpPr>
          <p:nvPr>
            <p:ph type="body" idx="4"/>
          </p:nvPr>
        </p:nvSpPr>
        <p:spPr>
          <a:xfrm>
            <a:off x="2219325"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5" name="Google Shape;295;p28"/>
          <p:cNvSpPr txBox="1">
            <a:spLocks noGrp="1"/>
          </p:cNvSpPr>
          <p:nvPr>
            <p:ph type="body" idx="5"/>
          </p:nvPr>
        </p:nvSpPr>
        <p:spPr>
          <a:xfrm>
            <a:off x="5557851"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6" name="Google Shape;296;p28"/>
          <p:cNvSpPr txBox="1">
            <a:spLocks noGrp="1"/>
          </p:cNvSpPr>
          <p:nvPr>
            <p:ph type="body" idx="6"/>
          </p:nvPr>
        </p:nvSpPr>
        <p:spPr>
          <a:xfrm>
            <a:off x="8896378"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7" name="Google Shape;297;p28"/>
          <p:cNvSpPr txBox="1">
            <a:spLocks noGrp="1"/>
          </p:cNvSpPr>
          <p:nvPr>
            <p:ph type="body" idx="7"/>
          </p:nvPr>
        </p:nvSpPr>
        <p:spPr>
          <a:xfrm>
            <a:off x="2219325"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8" name="Google Shape;298;p28"/>
          <p:cNvSpPr txBox="1">
            <a:spLocks noGrp="1"/>
          </p:cNvSpPr>
          <p:nvPr>
            <p:ph type="body" idx="8"/>
          </p:nvPr>
        </p:nvSpPr>
        <p:spPr>
          <a:xfrm>
            <a:off x="5557851"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9" name="Google Shape;299;p28"/>
          <p:cNvSpPr txBox="1">
            <a:spLocks noGrp="1"/>
          </p:cNvSpPr>
          <p:nvPr>
            <p:ph type="body" idx="9"/>
          </p:nvPr>
        </p:nvSpPr>
        <p:spPr>
          <a:xfrm>
            <a:off x="8896377"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0" name="Google Shape;300;p2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01" name="Google Shape;301;p2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02" name="Google Shape;302;p28"/>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3" name="Google Shape;303;p2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254168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2 graphs">
  <p:cSld name="Comparison 2 graphs">
    <p:spTree>
      <p:nvGrpSpPr>
        <p:cNvPr id="1" name="Shape 304"/>
        <p:cNvGrpSpPr/>
        <p:nvPr/>
      </p:nvGrpSpPr>
      <p:grpSpPr>
        <a:xfrm>
          <a:off x="0" y="0"/>
          <a:ext cx="0" cy="0"/>
          <a:chOff x="0" y="0"/>
          <a:chExt cx="0" cy="0"/>
        </a:xfrm>
      </p:grpSpPr>
      <p:sp>
        <p:nvSpPr>
          <p:cNvPr id="305" name="Google Shape;305;p29"/>
          <p:cNvSpPr txBox="1">
            <a:spLocks noGrp="1"/>
          </p:cNvSpPr>
          <p:nvPr>
            <p:ph type="body" idx="1"/>
          </p:nvPr>
        </p:nvSpPr>
        <p:spPr>
          <a:xfrm>
            <a:off x="6448514" y="2378385"/>
            <a:ext cx="5084750" cy="3240000"/>
          </a:xfrm>
          <a:prstGeom prst="rect">
            <a:avLst/>
          </a:prstGeom>
          <a:noFill/>
          <a:ln w="11425" cap="flat" cmpd="sng">
            <a:solidFill>
              <a:schemeClr val="dk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6" name="Google Shape;306;p29"/>
          <p:cNvSpPr>
            <a:spLocks noGrp="1"/>
          </p:cNvSpPr>
          <p:nvPr>
            <p:ph type="body" idx="2"/>
          </p:nvPr>
        </p:nvSpPr>
        <p:spPr>
          <a:xfrm>
            <a:off x="8270851" y="1624070"/>
            <a:ext cx="1440000" cy="1440000"/>
          </a:xfrm>
          <a:prstGeom prst="ellips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7" name="Google Shape;307;p29"/>
          <p:cNvSpPr txBox="1">
            <a:spLocks noGrp="1"/>
          </p:cNvSpPr>
          <p:nvPr>
            <p:ph type="body" idx="3"/>
          </p:nvPr>
        </p:nvSpPr>
        <p:spPr>
          <a:xfrm>
            <a:off x="695324" y="2378385"/>
            <a:ext cx="5066250" cy="3240000"/>
          </a:xfrm>
          <a:prstGeom prst="rect">
            <a:avLst/>
          </a:prstGeom>
          <a:noFill/>
          <a:ln w="11425" cap="flat" cmpd="sng">
            <a:solidFill>
              <a:schemeClr val="lt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8" name="Google Shape;308;p29"/>
          <p:cNvSpPr>
            <a:spLocks noGrp="1"/>
          </p:cNvSpPr>
          <p:nvPr>
            <p:ph type="body" idx="4"/>
          </p:nvPr>
        </p:nvSpPr>
        <p:spPr>
          <a:xfrm>
            <a:off x="2488695" y="1675344"/>
            <a:ext cx="1440000" cy="1440000"/>
          </a:xfrm>
          <a:prstGeom prst="ellips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9" name="Google Shape;309;p29"/>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0" name="Google Shape;310;p29"/>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1" name="Google Shape;311;p29"/>
          <p:cNvSpPr>
            <a:spLocks noGrp="1"/>
          </p:cNvSpPr>
          <p:nvPr>
            <p:ph type="chart" idx="5"/>
          </p:nvPr>
        </p:nvSpPr>
        <p:spPr>
          <a:xfrm>
            <a:off x="1147748" y="3302342"/>
            <a:ext cx="418300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2" name="Google Shape;312;p29"/>
          <p:cNvSpPr txBox="1">
            <a:spLocks noGrp="1"/>
          </p:cNvSpPr>
          <p:nvPr>
            <p:ph type="body" idx="6"/>
          </p:nvPr>
        </p:nvSpPr>
        <p:spPr>
          <a:xfrm>
            <a:off x="1618484" y="5701034"/>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3" name="Google Shape;313;p29"/>
          <p:cNvSpPr txBox="1">
            <a:spLocks noGrp="1"/>
          </p:cNvSpPr>
          <p:nvPr>
            <p:ph type="body" idx="7"/>
          </p:nvPr>
        </p:nvSpPr>
        <p:spPr>
          <a:xfrm>
            <a:off x="2493726" y="402069"/>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4" name="Google Shape;314;p29"/>
          <p:cNvSpPr>
            <a:spLocks noGrp="1"/>
          </p:cNvSpPr>
          <p:nvPr>
            <p:ph type="chart" idx="8"/>
          </p:nvPr>
        </p:nvSpPr>
        <p:spPr>
          <a:xfrm>
            <a:off x="6926095" y="3302342"/>
            <a:ext cx="411825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lt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5" name="Google Shape;315;p29"/>
          <p:cNvSpPr txBox="1">
            <a:spLocks noGrp="1"/>
          </p:cNvSpPr>
          <p:nvPr>
            <p:ph type="body" idx="9"/>
          </p:nvPr>
        </p:nvSpPr>
        <p:spPr>
          <a:xfrm>
            <a:off x="7380903" y="5702768"/>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6" name="Google Shape;316;p29"/>
          <p:cNvSpPr txBox="1">
            <a:spLocks noGrp="1"/>
          </p:cNvSpPr>
          <p:nvPr>
            <p:ph type="body" idx="13"/>
          </p:nvPr>
        </p:nvSpPr>
        <p:spPr>
          <a:xfrm>
            <a:off x="8268336" y="388482"/>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7" name="Google Shape;317;p2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18" name="Google Shape;318;p2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19" name="Google Shape;319;p2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0" name="Google Shape;320;p2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771978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3 parts">
  <p:cSld name="Comparison 3 parts">
    <p:spTree>
      <p:nvGrpSpPr>
        <p:cNvPr id="1" name="Shape 321"/>
        <p:cNvGrpSpPr/>
        <p:nvPr/>
      </p:nvGrpSpPr>
      <p:grpSpPr>
        <a:xfrm>
          <a:off x="0" y="0"/>
          <a:ext cx="0" cy="0"/>
          <a:chOff x="0" y="0"/>
          <a:chExt cx="0" cy="0"/>
        </a:xfrm>
      </p:grpSpPr>
      <p:sp>
        <p:nvSpPr>
          <p:cNvPr id="322" name="Google Shape;322;p3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3" name="Google Shape;323;p30"/>
          <p:cNvSpPr/>
          <p:nvPr/>
        </p:nvSpPr>
        <p:spPr>
          <a:xfrm rot="5400000">
            <a:off x="5762888"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4" name="Google Shape;324;p30"/>
          <p:cNvSpPr txBox="1">
            <a:spLocks noGrp="1"/>
          </p:cNvSpPr>
          <p:nvPr>
            <p:ph type="body" idx="1"/>
          </p:nvPr>
        </p:nvSpPr>
        <p:spPr>
          <a:xfrm>
            <a:off x="695324" y="2378385"/>
            <a:ext cx="3240000" cy="32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5" name="Google Shape;325;p30"/>
          <p:cNvSpPr txBox="1">
            <a:spLocks noGrp="1"/>
          </p:cNvSpPr>
          <p:nvPr>
            <p:ph type="body" idx="2"/>
          </p:nvPr>
        </p:nvSpPr>
        <p:spPr>
          <a:xfrm>
            <a:off x="4476000" y="2378385"/>
            <a:ext cx="3240000" cy="32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6" name="Google Shape;326;p30"/>
          <p:cNvSpPr txBox="1">
            <a:spLocks noGrp="1"/>
          </p:cNvSpPr>
          <p:nvPr>
            <p:ph type="body" idx="3"/>
          </p:nvPr>
        </p:nvSpPr>
        <p:spPr>
          <a:xfrm>
            <a:off x="8293188" y="2378385"/>
            <a:ext cx="3240000" cy="32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7" name="Google Shape;327;p30"/>
          <p:cNvSpPr txBox="1">
            <a:spLocks noGrp="1"/>
          </p:cNvSpPr>
          <p:nvPr>
            <p:ph type="body" idx="4"/>
          </p:nvPr>
        </p:nvSpPr>
        <p:spPr>
          <a:xfrm>
            <a:off x="8537452"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8" name="Google Shape;328;p30"/>
          <p:cNvSpPr txBox="1">
            <a:spLocks noGrp="1"/>
          </p:cNvSpPr>
          <p:nvPr>
            <p:ph type="body" idx="5"/>
          </p:nvPr>
        </p:nvSpPr>
        <p:spPr>
          <a:xfrm>
            <a:off x="8537452"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9" name="Google Shape;329;p3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30" name="Google Shape;330;p30"/>
          <p:cNvSpPr txBox="1">
            <a:spLocks noGrp="1"/>
          </p:cNvSpPr>
          <p:nvPr>
            <p:ph type="body" idx="6"/>
          </p:nvPr>
        </p:nvSpPr>
        <p:spPr>
          <a:xfrm>
            <a:off x="4716115"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1" name="Google Shape;331;p30"/>
          <p:cNvSpPr txBox="1">
            <a:spLocks noGrp="1"/>
          </p:cNvSpPr>
          <p:nvPr>
            <p:ph type="body" idx="7"/>
          </p:nvPr>
        </p:nvSpPr>
        <p:spPr>
          <a:xfrm>
            <a:off x="4716115"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2" name="Google Shape;332;p30"/>
          <p:cNvSpPr txBox="1">
            <a:spLocks noGrp="1"/>
          </p:cNvSpPr>
          <p:nvPr>
            <p:ph type="body" idx="8"/>
          </p:nvPr>
        </p:nvSpPr>
        <p:spPr>
          <a:xfrm>
            <a:off x="914230" y="3429000"/>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3" name="Google Shape;333;p30"/>
          <p:cNvSpPr txBox="1">
            <a:spLocks noGrp="1"/>
          </p:cNvSpPr>
          <p:nvPr>
            <p:ph type="body" idx="9"/>
          </p:nvPr>
        </p:nvSpPr>
        <p:spPr>
          <a:xfrm>
            <a:off x="914230" y="2866666"/>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4" name="Google Shape;334;p3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35" name="Google Shape;335;p3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36" name="Google Shape;336;p30"/>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7" name="Google Shape;337;p3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547834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 omparisons 3 big blocks">
  <p:cSld name="C omparisons 3 big blocks">
    <p:spTree>
      <p:nvGrpSpPr>
        <p:cNvPr id="1" name="Shape 338"/>
        <p:cNvGrpSpPr/>
        <p:nvPr/>
      </p:nvGrpSpPr>
      <p:grpSpPr>
        <a:xfrm>
          <a:off x="0" y="0"/>
          <a:ext cx="0" cy="0"/>
          <a:chOff x="0" y="0"/>
          <a:chExt cx="0" cy="0"/>
        </a:xfrm>
      </p:grpSpPr>
      <p:sp>
        <p:nvSpPr>
          <p:cNvPr id="339" name="Google Shape;339;p31"/>
          <p:cNvSpPr txBox="1">
            <a:spLocks noGrp="1"/>
          </p:cNvSpPr>
          <p:nvPr>
            <p:ph type="body" idx="1"/>
          </p:nvPr>
        </p:nvSpPr>
        <p:spPr>
          <a:xfrm>
            <a:off x="703486" y="1430204"/>
            <a:ext cx="3240000" cy="1548000"/>
          </a:xfrm>
          <a:prstGeom prst="rect">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0" name="Google Shape;340;p31"/>
          <p:cNvSpPr txBox="1">
            <a:spLocks noGrp="1"/>
          </p:cNvSpPr>
          <p:nvPr>
            <p:ph type="body" idx="2"/>
          </p:nvPr>
        </p:nvSpPr>
        <p:spPr>
          <a:xfrm>
            <a:off x="8249531" y="2983054"/>
            <a:ext cx="3240000" cy="1548000"/>
          </a:xfrm>
          <a:prstGeom prst="rect">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1" name="Google Shape;341;p3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2" name="Google Shape;342;p3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3" name="Google Shape;343;p31"/>
          <p:cNvSpPr>
            <a:spLocks noGrp="1"/>
          </p:cNvSpPr>
          <p:nvPr>
            <p:ph type="pic" idx="3"/>
          </p:nvPr>
        </p:nvSpPr>
        <p:spPr>
          <a:xfrm>
            <a:off x="3943350" y="1430204"/>
            <a:ext cx="7545500" cy="1548000"/>
          </a:xfrm>
          <a:prstGeom prst="rect">
            <a:avLst/>
          </a:prstGeom>
          <a:solidFill>
            <a:srgbClr val="F2F2F2"/>
          </a:solidFill>
          <a:ln>
            <a:noFill/>
          </a:ln>
        </p:spPr>
      </p:sp>
      <p:sp>
        <p:nvSpPr>
          <p:cNvPr id="344" name="Google Shape;344;p31"/>
          <p:cNvSpPr>
            <a:spLocks noGrp="1"/>
          </p:cNvSpPr>
          <p:nvPr>
            <p:ph type="pic" idx="4"/>
          </p:nvPr>
        </p:nvSpPr>
        <p:spPr>
          <a:xfrm>
            <a:off x="702469" y="2983054"/>
            <a:ext cx="7545500" cy="1548000"/>
          </a:xfrm>
          <a:prstGeom prst="rect">
            <a:avLst/>
          </a:prstGeom>
          <a:solidFill>
            <a:srgbClr val="D8D8D8"/>
          </a:solidFill>
          <a:ln>
            <a:noFill/>
          </a:ln>
        </p:spPr>
      </p:sp>
      <p:sp>
        <p:nvSpPr>
          <p:cNvPr id="345" name="Google Shape;345;p31"/>
          <p:cNvSpPr>
            <a:spLocks noGrp="1"/>
          </p:cNvSpPr>
          <p:nvPr>
            <p:ph type="pic" idx="5"/>
          </p:nvPr>
        </p:nvSpPr>
        <p:spPr>
          <a:xfrm>
            <a:off x="3943350" y="4531054"/>
            <a:ext cx="7545500" cy="1548000"/>
          </a:xfrm>
          <a:prstGeom prst="rect">
            <a:avLst/>
          </a:prstGeom>
          <a:noFill/>
          <a:ln>
            <a:noFill/>
          </a:ln>
        </p:spPr>
      </p:sp>
      <p:sp>
        <p:nvSpPr>
          <p:cNvPr id="346" name="Google Shape;346;p31"/>
          <p:cNvSpPr txBox="1">
            <a:spLocks noGrp="1"/>
          </p:cNvSpPr>
          <p:nvPr>
            <p:ph type="body" idx="6"/>
          </p:nvPr>
        </p:nvSpPr>
        <p:spPr>
          <a:xfrm>
            <a:off x="710630" y="4531054"/>
            <a:ext cx="3240000" cy="1548000"/>
          </a:xfrm>
          <a:prstGeom prst="rect">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7" name="Google Shape;347;p3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48" name="Google Shape;348;p3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9" name="Google Shape;349;p31"/>
          <p:cNvSpPr txBox="1">
            <a:spLocks noGrp="1"/>
          </p:cNvSpPr>
          <p:nvPr>
            <p:ph type="body" idx="7"/>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0" name="Google Shape;350;p3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400553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êle mêle">
  <p:cSld name="Pêle mêle">
    <p:spTree>
      <p:nvGrpSpPr>
        <p:cNvPr id="1" name="Shape 351"/>
        <p:cNvGrpSpPr/>
        <p:nvPr/>
      </p:nvGrpSpPr>
      <p:grpSpPr>
        <a:xfrm>
          <a:off x="0" y="0"/>
          <a:ext cx="0" cy="0"/>
          <a:chOff x="0" y="0"/>
          <a:chExt cx="0" cy="0"/>
        </a:xfrm>
      </p:grpSpPr>
      <p:sp>
        <p:nvSpPr>
          <p:cNvPr id="352" name="Google Shape;352;p32"/>
          <p:cNvSpPr txBox="1">
            <a:spLocks noGrp="1"/>
          </p:cNvSpPr>
          <p:nvPr>
            <p:ph type="body" idx="1"/>
          </p:nvPr>
        </p:nvSpPr>
        <p:spPr>
          <a:xfrm>
            <a:off x="703486" y="1891076"/>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3" name="Google Shape;353;p32"/>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4" name="Google Shape;354;p32"/>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5" name="Google Shape;355;p32"/>
          <p:cNvSpPr>
            <a:spLocks noGrp="1"/>
          </p:cNvSpPr>
          <p:nvPr>
            <p:ph type="pic" idx="2"/>
          </p:nvPr>
        </p:nvSpPr>
        <p:spPr>
          <a:xfrm>
            <a:off x="2877743" y="1891076"/>
            <a:ext cx="2088000" cy="2088000"/>
          </a:xfrm>
          <a:prstGeom prst="rect">
            <a:avLst/>
          </a:prstGeom>
          <a:solidFill>
            <a:srgbClr val="F2F2F2"/>
          </a:solidFill>
          <a:ln>
            <a:noFill/>
          </a:ln>
        </p:spPr>
      </p:sp>
      <p:sp>
        <p:nvSpPr>
          <p:cNvPr id="356" name="Google Shape;356;p32"/>
          <p:cNvSpPr txBox="1">
            <a:spLocks noGrp="1"/>
          </p:cNvSpPr>
          <p:nvPr>
            <p:ph type="body" idx="3"/>
          </p:nvPr>
        </p:nvSpPr>
        <p:spPr>
          <a:xfrm>
            <a:off x="2873662" y="4077850"/>
            <a:ext cx="2088000" cy="2088000"/>
          </a:xfrm>
          <a:prstGeom prst="rect">
            <a:avLst/>
          </a:prstGeom>
          <a:solidFill>
            <a:schemeClr val="lt1"/>
          </a:solidFill>
          <a:ln w="22850" cap="flat" cmpd="sng">
            <a:solidFill>
              <a:schemeClr val="accen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7" name="Google Shape;357;p32"/>
          <p:cNvSpPr>
            <a:spLocks noGrp="1"/>
          </p:cNvSpPr>
          <p:nvPr>
            <p:ph type="pic" idx="4"/>
          </p:nvPr>
        </p:nvSpPr>
        <p:spPr>
          <a:xfrm>
            <a:off x="695325" y="4077850"/>
            <a:ext cx="2088000" cy="2088000"/>
          </a:xfrm>
          <a:prstGeom prst="rect">
            <a:avLst/>
          </a:prstGeom>
          <a:solidFill>
            <a:srgbClr val="F2F2F2"/>
          </a:solidFill>
          <a:ln>
            <a:noFill/>
          </a:ln>
        </p:spPr>
      </p:sp>
      <p:sp>
        <p:nvSpPr>
          <p:cNvPr id="358" name="Google Shape;358;p32"/>
          <p:cNvSpPr>
            <a:spLocks noGrp="1"/>
          </p:cNvSpPr>
          <p:nvPr>
            <p:ph type="pic" idx="5"/>
          </p:nvPr>
        </p:nvSpPr>
        <p:spPr>
          <a:xfrm>
            <a:off x="5051999" y="4077850"/>
            <a:ext cx="2088000" cy="2088000"/>
          </a:xfrm>
          <a:prstGeom prst="rect">
            <a:avLst/>
          </a:prstGeom>
          <a:solidFill>
            <a:srgbClr val="F2F2F2"/>
          </a:solidFill>
          <a:ln>
            <a:noFill/>
          </a:ln>
        </p:spPr>
      </p:sp>
      <p:sp>
        <p:nvSpPr>
          <p:cNvPr id="359" name="Google Shape;359;p32"/>
          <p:cNvSpPr txBox="1">
            <a:spLocks noGrp="1"/>
          </p:cNvSpPr>
          <p:nvPr>
            <p:ph type="body" idx="6"/>
          </p:nvPr>
        </p:nvSpPr>
        <p:spPr>
          <a:xfrm>
            <a:off x="7230336" y="4077850"/>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0" name="Google Shape;360;p32"/>
          <p:cNvSpPr>
            <a:spLocks noGrp="1"/>
          </p:cNvSpPr>
          <p:nvPr>
            <p:ph type="pic" idx="7"/>
          </p:nvPr>
        </p:nvSpPr>
        <p:spPr>
          <a:xfrm>
            <a:off x="9408675" y="4077850"/>
            <a:ext cx="2088000" cy="2088000"/>
          </a:xfrm>
          <a:prstGeom prst="rect">
            <a:avLst/>
          </a:prstGeom>
          <a:solidFill>
            <a:srgbClr val="F2F2F2"/>
          </a:solidFill>
          <a:ln>
            <a:noFill/>
          </a:ln>
        </p:spPr>
      </p:sp>
      <p:sp>
        <p:nvSpPr>
          <p:cNvPr id="361" name="Google Shape;361;p32"/>
          <p:cNvSpPr>
            <a:spLocks noGrp="1"/>
          </p:cNvSpPr>
          <p:nvPr>
            <p:ph type="pic" idx="8"/>
          </p:nvPr>
        </p:nvSpPr>
        <p:spPr>
          <a:xfrm>
            <a:off x="7226257" y="1891076"/>
            <a:ext cx="2088000" cy="2088000"/>
          </a:xfrm>
          <a:prstGeom prst="rect">
            <a:avLst/>
          </a:prstGeom>
          <a:solidFill>
            <a:srgbClr val="F2F2F2"/>
          </a:solidFill>
          <a:ln>
            <a:noFill/>
          </a:ln>
        </p:spPr>
      </p:sp>
      <p:sp>
        <p:nvSpPr>
          <p:cNvPr id="362" name="Google Shape;362;p32"/>
          <p:cNvSpPr txBox="1">
            <a:spLocks noGrp="1"/>
          </p:cNvSpPr>
          <p:nvPr>
            <p:ph type="body" idx="9"/>
          </p:nvPr>
        </p:nvSpPr>
        <p:spPr>
          <a:xfrm>
            <a:off x="5052000" y="1891076"/>
            <a:ext cx="2088000" cy="2088000"/>
          </a:xfrm>
          <a:prstGeom prst="rect">
            <a:avLst/>
          </a:prstGeom>
          <a:solidFill>
            <a:schemeClr val="lt1"/>
          </a:solidFill>
          <a:ln w="22850" cap="flat" cmpd="sng">
            <a:solidFill>
              <a:schemeClr val="accent1"/>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3" name="Google Shape;363;p32"/>
          <p:cNvSpPr txBox="1">
            <a:spLocks noGrp="1"/>
          </p:cNvSpPr>
          <p:nvPr>
            <p:ph type="body" idx="13"/>
          </p:nvPr>
        </p:nvSpPr>
        <p:spPr>
          <a:xfrm>
            <a:off x="9400514" y="1891076"/>
            <a:ext cx="2088000" cy="2088000"/>
          </a:xfrm>
          <a:prstGeom prst="rect">
            <a:avLst/>
          </a:prstGeom>
          <a:solidFill>
            <a:schemeClr val="lt1"/>
          </a:solidFill>
          <a:ln w="22850" cap="flat" cmpd="sng">
            <a:solidFill>
              <a:schemeClr val="dk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4" name="Google Shape;364;p3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65" name="Google Shape;365;p3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66" name="Google Shape;366;p32"/>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7" name="Google Shape;367;p3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62402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Key figures">
  <p:cSld name="Key figures">
    <p:spTree>
      <p:nvGrpSpPr>
        <p:cNvPr id="1" name="Shape 368"/>
        <p:cNvGrpSpPr/>
        <p:nvPr/>
      </p:nvGrpSpPr>
      <p:grpSpPr>
        <a:xfrm>
          <a:off x="0" y="0"/>
          <a:ext cx="0" cy="0"/>
          <a:chOff x="0" y="0"/>
          <a:chExt cx="0" cy="0"/>
        </a:xfrm>
      </p:grpSpPr>
      <p:sp>
        <p:nvSpPr>
          <p:cNvPr id="369" name="Google Shape;369;p33"/>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0" name="Google Shape;370;p33"/>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1" name="Google Shape;371;p33"/>
          <p:cNvSpPr>
            <a:spLocks noGrp="1"/>
          </p:cNvSpPr>
          <p:nvPr>
            <p:ph type="pic" idx="2"/>
          </p:nvPr>
        </p:nvSpPr>
        <p:spPr>
          <a:xfrm>
            <a:off x="6792000" y="0"/>
            <a:ext cx="5400000" cy="6858000"/>
          </a:xfrm>
          <a:prstGeom prst="rect">
            <a:avLst/>
          </a:prstGeom>
          <a:solidFill>
            <a:srgbClr val="D8D8D8"/>
          </a:solidFill>
          <a:ln>
            <a:noFill/>
          </a:ln>
        </p:spPr>
      </p:sp>
      <p:sp>
        <p:nvSpPr>
          <p:cNvPr id="372" name="Google Shape;372;p33"/>
          <p:cNvSpPr txBox="1">
            <a:spLocks noGrp="1"/>
          </p:cNvSpPr>
          <p:nvPr>
            <p:ph type="body" idx="1"/>
          </p:nvPr>
        </p:nvSpPr>
        <p:spPr>
          <a:xfrm>
            <a:off x="700073" y="302708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3" name="Google Shape;373;p33"/>
          <p:cNvSpPr txBox="1">
            <a:spLocks noGrp="1"/>
          </p:cNvSpPr>
          <p:nvPr>
            <p:ph type="body" idx="3"/>
          </p:nvPr>
        </p:nvSpPr>
        <p:spPr>
          <a:xfrm>
            <a:off x="4311826" y="304817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4" name="Google Shape;374;p33"/>
          <p:cNvSpPr txBox="1">
            <a:spLocks noGrp="1"/>
          </p:cNvSpPr>
          <p:nvPr>
            <p:ph type="body" idx="4"/>
          </p:nvPr>
        </p:nvSpPr>
        <p:spPr>
          <a:xfrm>
            <a:off x="4320854" y="5228332"/>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5" name="Google Shape;375;p33"/>
          <p:cNvSpPr txBox="1">
            <a:spLocks noGrp="1"/>
          </p:cNvSpPr>
          <p:nvPr>
            <p:ph type="body" idx="5"/>
          </p:nvPr>
        </p:nvSpPr>
        <p:spPr>
          <a:xfrm>
            <a:off x="700073" y="5227668"/>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6" name="Google Shape;376;p33"/>
          <p:cNvSpPr txBox="1">
            <a:spLocks noGrp="1"/>
          </p:cNvSpPr>
          <p:nvPr>
            <p:ph type="body" idx="6"/>
          </p:nvPr>
        </p:nvSpPr>
        <p:spPr>
          <a:xfrm>
            <a:off x="700073" y="2049355"/>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7" name="Google Shape;377;p33"/>
          <p:cNvSpPr txBox="1">
            <a:spLocks noGrp="1"/>
          </p:cNvSpPr>
          <p:nvPr>
            <p:ph type="body" idx="7"/>
          </p:nvPr>
        </p:nvSpPr>
        <p:spPr>
          <a:xfrm>
            <a:off x="700073" y="4230420"/>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8" name="Google Shape;378;p33"/>
          <p:cNvSpPr txBox="1">
            <a:spLocks noGrp="1"/>
          </p:cNvSpPr>
          <p:nvPr>
            <p:ph type="body" idx="8"/>
          </p:nvPr>
        </p:nvSpPr>
        <p:spPr>
          <a:xfrm>
            <a:off x="4311826" y="2035124"/>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9" name="Google Shape;379;p33"/>
          <p:cNvSpPr txBox="1">
            <a:spLocks noGrp="1"/>
          </p:cNvSpPr>
          <p:nvPr>
            <p:ph type="body" idx="9"/>
          </p:nvPr>
        </p:nvSpPr>
        <p:spPr>
          <a:xfrm>
            <a:off x="4324202" y="4198658"/>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0" name="Google Shape;380;p3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1" name="Google Shape;381;p3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82" name="Google Shape;382;p33"/>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3" name="Google Shape;383;p3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74740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martArt">
  <p:cSld name="SmartArt">
    <p:spTree>
      <p:nvGrpSpPr>
        <p:cNvPr id="1" name="Shape 384"/>
        <p:cNvGrpSpPr/>
        <p:nvPr/>
      </p:nvGrpSpPr>
      <p:grpSpPr>
        <a:xfrm>
          <a:off x="0" y="0"/>
          <a:ext cx="0" cy="0"/>
          <a:chOff x="0" y="0"/>
          <a:chExt cx="0" cy="0"/>
        </a:xfrm>
      </p:grpSpPr>
      <p:sp>
        <p:nvSpPr>
          <p:cNvPr id="385" name="Google Shape;385;p34"/>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6" name="Google Shape;386;p34"/>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7" name="Google Shape;387;p34"/>
          <p:cNvSpPr>
            <a:spLocks noGrp="1"/>
          </p:cNvSpPr>
          <p:nvPr>
            <p:ph type="dgm" idx="2"/>
          </p:nvPr>
        </p:nvSpPr>
        <p:spPr>
          <a:xfrm>
            <a:off x="699465" y="1974850"/>
            <a:ext cx="10810000" cy="3103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 SmartArt</a:t>
            </a:r>
            <a:endParaRPr/>
          </a:p>
        </p:txBody>
      </p:sp>
      <p:sp>
        <p:nvSpPr>
          <p:cNvPr id="388" name="Google Shape;388;p3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9" name="Google Shape;389;p3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0" name="Google Shape;390;p3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1" name="Google Shape;391;p3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4105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392"/>
        <p:cNvGrpSpPr/>
        <p:nvPr/>
      </p:nvGrpSpPr>
      <p:grpSpPr>
        <a:xfrm>
          <a:off x="0" y="0"/>
          <a:ext cx="0" cy="0"/>
          <a:chOff x="0" y="0"/>
          <a:chExt cx="0" cy="0"/>
        </a:xfrm>
      </p:grpSpPr>
      <p:sp>
        <p:nvSpPr>
          <p:cNvPr id="393" name="Google Shape;393;p35"/>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4" name="Google Shape;394;p35"/>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5" name="Google Shape;395;p35"/>
          <p:cNvSpPr>
            <a:spLocks noGrp="1"/>
          </p:cNvSpPr>
          <p:nvPr>
            <p:ph type="chart" idx="2"/>
          </p:nvPr>
        </p:nvSpPr>
        <p:spPr>
          <a:xfrm>
            <a:off x="700088" y="1789113"/>
            <a:ext cx="1080925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96" name="Google Shape;396;p3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97" name="Google Shape;397;p3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8" name="Google Shape;398;p35"/>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9" name="Google Shape;399;p3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322461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Graph + picture">
  <p:cSld name="Graph + picture">
    <p:spTree>
      <p:nvGrpSpPr>
        <p:cNvPr id="1" name="Shape 400"/>
        <p:cNvGrpSpPr/>
        <p:nvPr/>
      </p:nvGrpSpPr>
      <p:grpSpPr>
        <a:xfrm>
          <a:off x="0" y="0"/>
          <a:ext cx="0" cy="0"/>
          <a:chOff x="0" y="0"/>
          <a:chExt cx="0" cy="0"/>
        </a:xfrm>
      </p:grpSpPr>
      <p:sp>
        <p:nvSpPr>
          <p:cNvPr id="401" name="Google Shape;401;p36"/>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2" name="Google Shape;402;p3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3" name="Google Shape;403;p36"/>
          <p:cNvSpPr>
            <a:spLocks noGrp="1"/>
          </p:cNvSpPr>
          <p:nvPr>
            <p:ph type="chart" idx="2"/>
          </p:nvPr>
        </p:nvSpPr>
        <p:spPr>
          <a:xfrm>
            <a:off x="700089" y="1789113"/>
            <a:ext cx="539600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404" name="Google Shape;404;p3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05" name="Google Shape;405;p36"/>
          <p:cNvSpPr>
            <a:spLocks noGrp="1"/>
          </p:cNvSpPr>
          <p:nvPr>
            <p:ph type="pic" idx="3"/>
          </p:nvPr>
        </p:nvSpPr>
        <p:spPr>
          <a:xfrm>
            <a:off x="6267450" y="0"/>
            <a:ext cx="5924500" cy="6858000"/>
          </a:xfrm>
          <a:prstGeom prst="rect">
            <a:avLst/>
          </a:prstGeom>
          <a:solidFill>
            <a:srgbClr val="D8D8D8"/>
          </a:solidFill>
          <a:ln>
            <a:noFill/>
          </a:ln>
        </p:spPr>
      </p:sp>
      <p:cxnSp>
        <p:nvCxnSpPr>
          <p:cNvPr id="406" name="Google Shape;406;p3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07" name="Google Shape;407;p36"/>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08" name="Google Shape;408;p3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865649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am">
  <p:cSld name="Team">
    <p:bg>
      <p:bgPr>
        <a:solidFill>
          <a:schemeClr val="lt1"/>
        </a:solidFill>
        <a:effectLst/>
      </p:bgPr>
    </p:bg>
    <p:spTree>
      <p:nvGrpSpPr>
        <p:cNvPr id="1" name="Shape 409"/>
        <p:cNvGrpSpPr/>
        <p:nvPr/>
      </p:nvGrpSpPr>
      <p:grpSpPr>
        <a:xfrm>
          <a:off x="0" y="0"/>
          <a:ext cx="0" cy="0"/>
          <a:chOff x="0" y="0"/>
          <a:chExt cx="0" cy="0"/>
        </a:xfrm>
      </p:grpSpPr>
      <p:sp>
        <p:nvSpPr>
          <p:cNvPr id="410" name="Google Shape;410;p3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1" name="Google Shape;411;p3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2" name="Google Shape;412;p37"/>
          <p:cNvSpPr>
            <a:spLocks noGrp="1"/>
          </p:cNvSpPr>
          <p:nvPr>
            <p:ph type="pic" idx="2"/>
          </p:nvPr>
        </p:nvSpPr>
        <p:spPr>
          <a:xfrm>
            <a:off x="1030605" y="2976795"/>
            <a:ext cx="963250" cy="963250"/>
          </a:xfrm>
          <a:prstGeom prst="rect">
            <a:avLst/>
          </a:prstGeom>
          <a:solidFill>
            <a:srgbClr val="D8D8D8"/>
          </a:solidFill>
          <a:ln>
            <a:noFill/>
          </a:ln>
        </p:spPr>
      </p:sp>
      <p:sp>
        <p:nvSpPr>
          <p:cNvPr id="413" name="Google Shape;413;p37"/>
          <p:cNvSpPr>
            <a:spLocks noGrp="1"/>
          </p:cNvSpPr>
          <p:nvPr>
            <p:ph type="pic" idx="3"/>
          </p:nvPr>
        </p:nvSpPr>
        <p:spPr>
          <a:xfrm>
            <a:off x="3365116" y="1904915"/>
            <a:ext cx="963250" cy="963250"/>
          </a:xfrm>
          <a:prstGeom prst="rect">
            <a:avLst/>
          </a:prstGeom>
          <a:solidFill>
            <a:srgbClr val="D8D8D8"/>
          </a:solidFill>
          <a:ln>
            <a:noFill/>
          </a:ln>
        </p:spPr>
      </p:sp>
      <p:sp>
        <p:nvSpPr>
          <p:cNvPr id="414" name="Google Shape;414;p37"/>
          <p:cNvSpPr>
            <a:spLocks noGrp="1"/>
          </p:cNvSpPr>
          <p:nvPr>
            <p:ph type="pic" idx="4"/>
          </p:nvPr>
        </p:nvSpPr>
        <p:spPr>
          <a:xfrm>
            <a:off x="5069078" y="1904915"/>
            <a:ext cx="963250" cy="963250"/>
          </a:xfrm>
          <a:prstGeom prst="rect">
            <a:avLst/>
          </a:prstGeom>
          <a:solidFill>
            <a:srgbClr val="D8D8D8"/>
          </a:solidFill>
          <a:ln>
            <a:noFill/>
          </a:ln>
        </p:spPr>
      </p:sp>
      <p:sp>
        <p:nvSpPr>
          <p:cNvPr id="415" name="Google Shape;415;p37"/>
          <p:cNvSpPr>
            <a:spLocks noGrp="1"/>
          </p:cNvSpPr>
          <p:nvPr>
            <p:ph type="pic" idx="5"/>
          </p:nvPr>
        </p:nvSpPr>
        <p:spPr>
          <a:xfrm>
            <a:off x="6773040" y="1904915"/>
            <a:ext cx="963250" cy="963250"/>
          </a:xfrm>
          <a:prstGeom prst="rect">
            <a:avLst/>
          </a:prstGeom>
          <a:solidFill>
            <a:srgbClr val="D8D8D8"/>
          </a:solidFill>
          <a:ln>
            <a:noFill/>
          </a:ln>
        </p:spPr>
      </p:sp>
      <p:sp>
        <p:nvSpPr>
          <p:cNvPr id="416" name="Google Shape;416;p37"/>
          <p:cNvSpPr>
            <a:spLocks noGrp="1"/>
          </p:cNvSpPr>
          <p:nvPr>
            <p:ph type="pic" idx="6"/>
          </p:nvPr>
        </p:nvSpPr>
        <p:spPr>
          <a:xfrm>
            <a:off x="8477002" y="1904915"/>
            <a:ext cx="963250" cy="963250"/>
          </a:xfrm>
          <a:prstGeom prst="rect">
            <a:avLst/>
          </a:prstGeom>
          <a:solidFill>
            <a:srgbClr val="D8D8D8"/>
          </a:solidFill>
          <a:ln>
            <a:noFill/>
          </a:ln>
        </p:spPr>
      </p:sp>
      <p:sp>
        <p:nvSpPr>
          <p:cNvPr id="417" name="Google Shape;417;p37"/>
          <p:cNvSpPr>
            <a:spLocks noGrp="1"/>
          </p:cNvSpPr>
          <p:nvPr>
            <p:ph type="pic" idx="7"/>
          </p:nvPr>
        </p:nvSpPr>
        <p:spPr>
          <a:xfrm>
            <a:off x="3366386" y="4048675"/>
            <a:ext cx="963250" cy="963250"/>
          </a:xfrm>
          <a:prstGeom prst="rect">
            <a:avLst/>
          </a:prstGeom>
          <a:solidFill>
            <a:srgbClr val="D8D8D8"/>
          </a:solidFill>
          <a:ln>
            <a:noFill/>
          </a:ln>
        </p:spPr>
      </p:sp>
      <p:sp>
        <p:nvSpPr>
          <p:cNvPr id="418" name="Google Shape;418;p37"/>
          <p:cNvSpPr>
            <a:spLocks noGrp="1"/>
          </p:cNvSpPr>
          <p:nvPr>
            <p:ph type="pic" idx="8"/>
          </p:nvPr>
        </p:nvSpPr>
        <p:spPr>
          <a:xfrm>
            <a:off x="5070348" y="4048675"/>
            <a:ext cx="963250" cy="963250"/>
          </a:xfrm>
          <a:prstGeom prst="rect">
            <a:avLst/>
          </a:prstGeom>
          <a:solidFill>
            <a:srgbClr val="D8D8D8"/>
          </a:solidFill>
          <a:ln>
            <a:noFill/>
          </a:ln>
        </p:spPr>
      </p:sp>
      <p:sp>
        <p:nvSpPr>
          <p:cNvPr id="419" name="Google Shape;419;p37"/>
          <p:cNvSpPr>
            <a:spLocks noGrp="1"/>
          </p:cNvSpPr>
          <p:nvPr>
            <p:ph type="pic" idx="9"/>
          </p:nvPr>
        </p:nvSpPr>
        <p:spPr>
          <a:xfrm>
            <a:off x="6774310" y="4048675"/>
            <a:ext cx="963250" cy="963250"/>
          </a:xfrm>
          <a:prstGeom prst="rect">
            <a:avLst/>
          </a:prstGeom>
          <a:solidFill>
            <a:srgbClr val="D8D8D8"/>
          </a:solidFill>
          <a:ln>
            <a:noFill/>
          </a:ln>
        </p:spPr>
      </p:sp>
      <p:sp>
        <p:nvSpPr>
          <p:cNvPr id="420" name="Google Shape;420;p37"/>
          <p:cNvSpPr>
            <a:spLocks noGrp="1"/>
          </p:cNvSpPr>
          <p:nvPr>
            <p:ph type="pic" idx="13"/>
          </p:nvPr>
        </p:nvSpPr>
        <p:spPr>
          <a:xfrm>
            <a:off x="8478272" y="4048675"/>
            <a:ext cx="963250" cy="963250"/>
          </a:xfrm>
          <a:prstGeom prst="rect">
            <a:avLst/>
          </a:prstGeom>
          <a:solidFill>
            <a:srgbClr val="D8D8D8"/>
          </a:solidFill>
          <a:ln>
            <a:noFill/>
          </a:ln>
        </p:spPr>
      </p:sp>
      <p:sp>
        <p:nvSpPr>
          <p:cNvPr id="421" name="Google Shape;421;p37"/>
          <p:cNvSpPr txBox="1">
            <a:spLocks noGrp="1"/>
          </p:cNvSpPr>
          <p:nvPr>
            <p:ph type="body" idx="1"/>
          </p:nvPr>
        </p:nvSpPr>
        <p:spPr>
          <a:xfrm>
            <a:off x="836501" y="402573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2" name="Google Shape;422;p37"/>
          <p:cNvSpPr txBox="1">
            <a:spLocks noGrp="1"/>
          </p:cNvSpPr>
          <p:nvPr>
            <p:ph type="body" idx="14"/>
          </p:nvPr>
        </p:nvSpPr>
        <p:spPr>
          <a:xfrm>
            <a:off x="836501" y="4231954"/>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3" name="Google Shape;423;p37"/>
          <p:cNvSpPr txBox="1">
            <a:spLocks noGrp="1"/>
          </p:cNvSpPr>
          <p:nvPr>
            <p:ph type="body" idx="15"/>
          </p:nvPr>
        </p:nvSpPr>
        <p:spPr>
          <a:xfrm>
            <a:off x="3181655"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4" name="Google Shape;424;p37"/>
          <p:cNvSpPr txBox="1">
            <a:spLocks noGrp="1"/>
          </p:cNvSpPr>
          <p:nvPr>
            <p:ph type="body" idx="16"/>
          </p:nvPr>
        </p:nvSpPr>
        <p:spPr>
          <a:xfrm>
            <a:off x="3181655"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5" name="Google Shape;425;p37"/>
          <p:cNvSpPr txBox="1">
            <a:spLocks noGrp="1"/>
          </p:cNvSpPr>
          <p:nvPr>
            <p:ph type="body" idx="17"/>
          </p:nvPr>
        </p:nvSpPr>
        <p:spPr>
          <a:xfrm>
            <a:off x="4880753"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6" name="Google Shape;426;p37"/>
          <p:cNvSpPr txBox="1">
            <a:spLocks noGrp="1"/>
          </p:cNvSpPr>
          <p:nvPr>
            <p:ph type="body" idx="18"/>
          </p:nvPr>
        </p:nvSpPr>
        <p:spPr>
          <a:xfrm>
            <a:off x="4880753"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7" name="Google Shape;427;p37"/>
          <p:cNvSpPr txBox="1">
            <a:spLocks noGrp="1"/>
          </p:cNvSpPr>
          <p:nvPr>
            <p:ph type="body" idx="19"/>
          </p:nvPr>
        </p:nvSpPr>
        <p:spPr>
          <a:xfrm>
            <a:off x="6585661"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8" name="Google Shape;428;p37"/>
          <p:cNvSpPr txBox="1">
            <a:spLocks noGrp="1"/>
          </p:cNvSpPr>
          <p:nvPr>
            <p:ph type="body" idx="20"/>
          </p:nvPr>
        </p:nvSpPr>
        <p:spPr>
          <a:xfrm>
            <a:off x="6585661"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9" name="Google Shape;429;p37"/>
          <p:cNvSpPr txBox="1">
            <a:spLocks noGrp="1"/>
          </p:cNvSpPr>
          <p:nvPr>
            <p:ph type="body" idx="21"/>
          </p:nvPr>
        </p:nvSpPr>
        <p:spPr>
          <a:xfrm>
            <a:off x="8284759"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0" name="Google Shape;430;p37"/>
          <p:cNvSpPr txBox="1">
            <a:spLocks noGrp="1"/>
          </p:cNvSpPr>
          <p:nvPr>
            <p:ph type="body" idx="22"/>
          </p:nvPr>
        </p:nvSpPr>
        <p:spPr>
          <a:xfrm>
            <a:off x="8284759"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1" name="Google Shape;431;p37"/>
          <p:cNvSpPr txBox="1">
            <a:spLocks noGrp="1"/>
          </p:cNvSpPr>
          <p:nvPr>
            <p:ph type="body" idx="23"/>
          </p:nvPr>
        </p:nvSpPr>
        <p:spPr>
          <a:xfrm>
            <a:off x="3181655"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2" name="Google Shape;432;p37"/>
          <p:cNvSpPr txBox="1">
            <a:spLocks noGrp="1"/>
          </p:cNvSpPr>
          <p:nvPr>
            <p:ph type="body" idx="24"/>
          </p:nvPr>
        </p:nvSpPr>
        <p:spPr>
          <a:xfrm>
            <a:off x="3181655"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3" name="Google Shape;433;p37"/>
          <p:cNvSpPr txBox="1">
            <a:spLocks noGrp="1"/>
          </p:cNvSpPr>
          <p:nvPr>
            <p:ph type="body" idx="25"/>
          </p:nvPr>
        </p:nvSpPr>
        <p:spPr>
          <a:xfrm>
            <a:off x="4880753"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4" name="Google Shape;434;p37"/>
          <p:cNvSpPr txBox="1">
            <a:spLocks noGrp="1"/>
          </p:cNvSpPr>
          <p:nvPr>
            <p:ph type="body" idx="26"/>
          </p:nvPr>
        </p:nvSpPr>
        <p:spPr>
          <a:xfrm>
            <a:off x="4880753"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5" name="Google Shape;435;p37"/>
          <p:cNvSpPr txBox="1">
            <a:spLocks noGrp="1"/>
          </p:cNvSpPr>
          <p:nvPr>
            <p:ph type="body" idx="27"/>
          </p:nvPr>
        </p:nvSpPr>
        <p:spPr>
          <a:xfrm>
            <a:off x="6585661"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6" name="Google Shape;436;p37"/>
          <p:cNvSpPr txBox="1">
            <a:spLocks noGrp="1"/>
          </p:cNvSpPr>
          <p:nvPr>
            <p:ph type="body" idx="28"/>
          </p:nvPr>
        </p:nvSpPr>
        <p:spPr>
          <a:xfrm>
            <a:off x="6585661"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7" name="Google Shape;437;p37"/>
          <p:cNvSpPr txBox="1">
            <a:spLocks noGrp="1"/>
          </p:cNvSpPr>
          <p:nvPr>
            <p:ph type="body" idx="29"/>
          </p:nvPr>
        </p:nvSpPr>
        <p:spPr>
          <a:xfrm>
            <a:off x="8284759"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8" name="Google Shape;438;p37"/>
          <p:cNvSpPr txBox="1">
            <a:spLocks noGrp="1"/>
          </p:cNvSpPr>
          <p:nvPr>
            <p:ph type="body" idx="30"/>
          </p:nvPr>
        </p:nvSpPr>
        <p:spPr>
          <a:xfrm>
            <a:off x="8284759"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9" name="Google Shape;439;p3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440" name="Google Shape;440;p3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41" name="Google Shape;441;p37"/>
          <p:cNvSpPr txBox="1">
            <a:spLocks noGrp="1"/>
          </p:cNvSpPr>
          <p:nvPr>
            <p:ph type="body" idx="3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2" name="Google Shape;442;p3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3794604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xt + wallpaper">
  <p:cSld name="Text + wallpaper">
    <p:bg>
      <p:bgPr>
        <a:blipFill>
          <a:blip r:embed="rId2">
            <a:alphaModFix/>
          </a:blip>
          <a:stretch>
            <a:fillRect/>
          </a:stretch>
        </a:blipFill>
        <a:effectLst/>
      </p:bgPr>
    </p:bg>
    <p:spTree>
      <p:nvGrpSpPr>
        <p:cNvPr id="1" name="Shape 443"/>
        <p:cNvGrpSpPr/>
        <p:nvPr/>
      </p:nvGrpSpPr>
      <p:grpSpPr>
        <a:xfrm>
          <a:off x="0" y="0"/>
          <a:ext cx="0" cy="0"/>
          <a:chOff x="0" y="0"/>
          <a:chExt cx="0" cy="0"/>
        </a:xfrm>
      </p:grpSpPr>
      <p:sp>
        <p:nvSpPr>
          <p:cNvPr id="444" name="Google Shape;444;p3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5" name="Google Shape;445;p38"/>
          <p:cNvSpPr txBox="1">
            <a:spLocks noGrp="1"/>
          </p:cNvSpPr>
          <p:nvPr>
            <p:ph type="body" idx="1"/>
          </p:nvPr>
        </p:nvSpPr>
        <p:spPr>
          <a:xfrm>
            <a:off x="700073" y="158914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6" name="Google Shape;446;p38"/>
          <p:cNvSpPr txBox="1">
            <a:spLocks noGrp="1"/>
          </p:cNvSpPr>
          <p:nvPr>
            <p:ph type="body" idx="2"/>
          </p:nvPr>
        </p:nvSpPr>
        <p:spPr>
          <a:xfrm>
            <a:off x="700073" y="236900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7" name="Google Shape;447;p3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8" name="Google Shape;448;p3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49" name="Google Shape;449;p38"/>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50" name="Google Shape;450;p3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210560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wallpaper">
  <p:cSld name="Quote + wallpaper">
    <p:bg>
      <p:bgPr>
        <a:blipFill>
          <a:blip r:embed="rId2">
            <a:alphaModFix/>
          </a:blip>
          <a:stretch>
            <a:fillRect/>
          </a:stretch>
        </a:blipFill>
        <a:effectLst/>
      </p:bgPr>
    </p:bg>
    <p:spTree>
      <p:nvGrpSpPr>
        <p:cNvPr id="1" name="Shape 451"/>
        <p:cNvGrpSpPr/>
        <p:nvPr/>
      </p:nvGrpSpPr>
      <p:grpSpPr>
        <a:xfrm>
          <a:off x="0" y="0"/>
          <a:ext cx="0" cy="0"/>
          <a:chOff x="0" y="0"/>
          <a:chExt cx="0" cy="0"/>
        </a:xfrm>
      </p:grpSpPr>
      <p:sp>
        <p:nvSpPr>
          <p:cNvPr id="452" name="Google Shape;452;p39"/>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3" name="Google Shape;453;p39"/>
          <p:cNvSpPr/>
          <p:nvPr/>
        </p:nvSpPr>
        <p:spPr>
          <a:xfrm>
            <a:off x="1635046" y="1259840"/>
            <a:ext cx="8922000" cy="3820250"/>
          </a:xfrm>
          <a:prstGeom prst="roundRect">
            <a:avLst>
              <a:gd name="adj" fmla="val 50000"/>
            </a:avLst>
          </a:prstGeom>
          <a:solidFill>
            <a:schemeClr val="lt1">
              <a:alpha val="60000"/>
            </a:schemeClr>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4" name="Google Shape;454;p39"/>
          <p:cNvSpPr txBox="1">
            <a:spLocks noGrp="1"/>
          </p:cNvSpPr>
          <p:nvPr>
            <p:ph type="body" idx="1"/>
          </p:nvPr>
        </p:nvSpPr>
        <p:spPr>
          <a:xfrm>
            <a:off x="2803739" y="2723627"/>
            <a:ext cx="65845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grpSp>
        <p:nvGrpSpPr>
          <p:cNvPr id="455" name="Google Shape;455;p39"/>
          <p:cNvGrpSpPr/>
          <p:nvPr/>
        </p:nvGrpSpPr>
        <p:grpSpPr>
          <a:xfrm>
            <a:off x="2428875" y="1823720"/>
            <a:ext cx="7334220" cy="2692260"/>
            <a:chOff x="2494915" y="1823720"/>
            <a:chExt cx="7334220" cy="2692260"/>
          </a:xfrm>
        </p:grpSpPr>
        <p:grpSp>
          <p:nvGrpSpPr>
            <p:cNvPr id="456" name="Google Shape;456;p39"/>
            <p:cNvGrpSpPr/>
            <p:nvPr/>
          </p:nvGrpSpPr>
          <p:grpSpPr>
            <a:xfrm>
              <a:off x="2494915" y="1823720"/>
              <a:ext cx="212060" cy="345300"/>
              <a:chOff x="3140710" y="1845310"/>
              <a:chExt cx="212060" cy="345300"/>
            </a:xfrm>
          </p:grpSpPr>
          <p:sp>
            <p:nvSpPr>
              <p:cNvPr id="457" name="Google Shape;457;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8" name="Google Shape;458;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59" name="Google Shape;459;p39"/>
            <p:cNvGrpSpPr/>
            <p:nvPr/>
          </p:nvGrpSpPr>
          <p:grpSpPr>
            <a:xfrm>
              <a:off x="9617075" y="4170680"/>
              <a:ext cx="212060" cy="345300"/>
              <a:chOff x="3140710" y="1845310"/>
              <a:chExt cx="212060" cy="345300"/>
            </a:xfrm>
          </p:grpSpPr>
          <p:sp>
            <p:nvSpPr>
              <p:cNvPr id="460" name="Google Shape;460;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1" name="Google Shape;461;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62" name="Google Shape;462;p39"/>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3" name="Google Shape;463;p3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1842124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Quote + portrait">
  <p:cSld name="Quote + portrait">
    <p:bg>
      <p:bgPr>
        <a:solidFill>
          <a:schemeClr val="lt1"/>
        </a:solidFill>
        <a:effectLst/>
      </p:bgPr>
    </p:bg>
    <p:spTree>
      <p:nvGrpSpPr>
        <p:cNvPr id="1" name="Shape 464"/>
        <p:cNvGrpSpPr/>
        <p:nvPr/>
      </p:nvGrpSpPr>
      <p:grpSpPr>
        <a:xfrm>
          <a:off x="0" y="0"/>
          <a:ext cx="0" cy="0"/>
          <a:chOff x="0" y="0"/>
          <a:chExt cx="0" cy="0"/>
        </a:xfrm>
      </p:grpSpPr>
      <p:sp>
        <p:nvSpPr>
          <p:cNvPr id="465" name="Google Shape;465;p40"/>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6" name="Google Shape;466;p40"/>
          <p:cNvSpPr>
            <a:spLocks noGrp="1"/>
          </p:cNvSpPr>
          <p:nvPr>
            <p:ph type="pic" idx="2"/>
          </p:nvPr>
        </p:nvSpPr>
        <p:spPr>
          <a:xfrm>
            <a:off x="921823" y="745423"/>
            <a:ext cx="3417500" cy="4830500"/>
          </a:xfrm>
          <a:prstGeom prst="rect">
            <a:avLst/>
          </a:prstGeom>
          <a:solidFill>
            <a:srgbClr val="F2F2F2"/>
          </a:solidFill>
          <a:ln>
            <a:noFill/>
          </a:ln>
        </p:spPr>
      </p:sp>
      <p:grpSp>
        <p:nvGrpSpPr>
          <p:cNvPr id="467" name="Google Shape;467;p40"/>
          <p:cNvGrpSpPr/>
          <p:nvPr/>
        </p:nvGrpSpPr>
        <p:grpSpPr>
          <a:xfrm>
            <a:off x="4724969" y="1332547"/>
            <a:ext cx="6545178" cy="3656190"/>
            <a:chOff x="4908419" y="1378267"/>
            <a:chExt cx="6545178" cy="3656190"/>
          </a:xfrm>
        </p:grpSpPr>
        <p:grpSp>
          <p:nvGrpSpPr>
            <p:cNvPr id="468" name="Google Shape;468;p40"/>
            <p:cNvGrpSpPr/>
            <p:nvPr/>
          </p:nvGrpSpPr>
          <p:grpSpPr>
            <a:xfrm>
              <a:off x="4908419" y="1378267"/>
              <a:ext cx="212060" cy="345300"/>
              <a:chOff x="2340610" y="1845310"/>
              <a:chExt cx="212060" cy="345300"/>
            </a:xfrm>
          </p:grpSpPr>
          <p:sp>
            <p:nvSpPr>
              <p:cNvPr id="469" name="Google Shape;469;p40"/>
              <p:cNvSpPr/>
              <p:nvPr/>
            </p:nvSpPr>
            <p:spPr>
              <a:xfrm>
                <a:off x="23406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0" name="Google Shape;470;p40"/>
              <p:cNvSpPr/>
              <p:nvPr/>
            </p:nvSpPr>
            <p:spPr>
              <a:xfrm>
                <a:off x="24650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71" name="Google Shape;471;p40"/>
            <p:cNvGrpSpPr/>
            <p:nvPr/>
          </p:nvGrpSpPr>
          <p:grpSpPr>
            <a:xfrm>
              <a:off x="11241537" y="4689157"/>
              <a:ext cx="212060" cy="345300"/>
              <a:chOff x="-42545" y="1845310"/>
              <a:chExt cx="212060" cy="345300"/>
            </a:xfrm>
          </p:grpSpPr>
          <p:sp>
            <p:nvSpPr>
              <p:cNvPr id="472" name="Google Shape;472;p40"/>
              <p:cNvSpPr/>
              <p:nvPr/>
            </p:nvSpPr>
            <p:spPr>
              <a:xfrm>
                <a:off x="-4254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3" name="Google Shape;473;p40"/>
              <p:cNvSpPr/>
              <p:nvPr/>
            </p:nvSpPr>
            <p:spPr>
              <a:xfrm>
                <a:off x="8191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74" name="Google Shape;474;p40"/>
          <p:cNvSpPr txBox="1">
            <a:spLocks noGrp="1"/>
          </p:cNvSpPr>
          <p:nvPr>
            <p:ph type="body" idx="1"/>
          </p:nvPr>
        </p:nvSpPr>
        <p:spPr>
          <a:xfrm>
            <a:off x="5315717" y="2714367"/>
            <a:ext cx="52760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475" name="Google Shape;475;p4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76" name="Google Shape;476;p40"/>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77" name="Google Shape;477;p4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824016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478"/>
        <p:cNvGrpSpPr/>
        <p:nvPr/>
      </p:nvGrpSpPr>
      <p:grpSpPr>
        <a:xfrm>
          <a:off x="0" y="0"/>
          <a:ext cx="0" cy="0"/>
          <a:chOff x="0" y="0"/>
          <a:chExt cx="0" cy="0"/>
        </a:xfrm>
      </p:grpSpPr>
      <p:pic>
        <p:nvPicPr>
          <p:cNvPr id="479" name="Google Shape;479;p41" descr="Une image contenant Police, logo, Graphique, symbole&#10;&#10;Description générée automatiquement"/>
          <p:cNvPicPr preferRelativeResize="0"/>
          <p:nvPr/>
        </p:nvPicPr>
        <p:blipFill rotWithShape="1">
          <a:blip r:embed="rId2">
            <a:alphaModFix/>
          </a:blip>
          <a:srcRect/>
          <a:stretch/>
        </p:blipFill>
        <p:spPr>
          <a:xfrm>
            <a:off x="2230846" y="1279955"/>
            <a:ext cx="7760492" cy="3880246"/>
          </a:xfrm>
          <a:prstGeom prst="rect">
            <a:avLst/>
          </a:prstGeom>
          <a:noFill/>
          <a:ln>
            <a:noFill/>
          </a:ln>
        </p:spPr>
      </p:pic>
      <p:sp>
        <p:nvSpPr>
          <p:cNvPr id="480" name="Google Shape;480;p41"/>
          <p:cNvSpPr/>
          <p:nvPr/>
        </p:nvSpPr>
        <p:spPr>
          <a:xfrm>
            <a:off x="0" y="5196840"/>
            <a:ext cx="12192000" cy="1661250"/>
          </a:xfrm>
          <a:prstGeom prst="rect">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pic>
        <p:nvPicPr>
          <p:cNvPr id="481" name="Google Shape;481;p41">
            <a:hlinkClick r:id="rId3"/>
          </p:cNvPr>
          <p:cNvPicPr preferRelativeResize="0"/>
          <p:nvPr/>
        </p:nvPicPr>
        <p:blipFill rotWithShape="1">
          <a:blip r:embed="rId4">
            <a:alphaModFix/>
          </a:blip>
          <a:srcRect r="74385"/>
          <a:stretch/>
        </p:blipFill>
        <p:spPr>
          <a:xfrm>
            <a:off x="5338445" y="6027421"/>
            <a:ext cx="388100" cy="366559"/>
          </a:xfrm>
          <a:prstGeom prst="rect">
            <a:avLst/>
          </a:prstGeom>
          <a:noFill/>
          <a:ln>
            <a:noFill/>
          </a:ln>
        </p:spPr>
      </p:pic>
      <p:sp>
        <p:nvSpPr>
          <p:cNvPr id="482" name="Google Shape;482;p41"/>
          <p:cNvSpPr txBox="1"/>
          <p:nvPr/>
        </p:nvSpPr>
        <p:spPr>
          <a:xfrm>
            <a:off x="5338445" y="5637980"/>
            <a:ext cx="772750" cy="26167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417">
                <a:solidFill>
                  <a:schemeClr val="dk1"/>
                </a:solidFill>
                <a:latin typeface="Avenir"/>
                <a:ea typeface="Avenir"/>
                <a:cs typeface="Avenir"/>
                <a:sym typeface="Avenir"/>
              </a:rPr>
              <a:t>Follow us</a:t>
            </a:r>
            <a:endParaRPr sz="1417"/>
          </a:p>
        </p:txBody>
      </p:sp>
      <p:pic>
        <p:nvPicPr>
          <p:cNvPr id="483" name="Google Shape;483;p41">
            <a:hlinkClick r:id="rId5"/>
          </p:cNvPr>
          <p:cNvPicPr preferRelativeResize="0"/>
          <p:nvPr/>
        </p:nvPicPr>
        <p:blipFill rotWithShape="1">
          <a:blip r:embed="rId4">
            <a:alphaModFix/>
          </a:blip>
          <a:srcRect l="74792"/>
          <a:stretch/>
        </p:blipFill>
        <p:spPr>
          <a:xfrm>
            <a:off x="6471630" y="6028107"/>
            <a:ext cx="381926" cy="366559"/>
          </a:xfrm>
          <a:prstGeom prst="rect">
            <a:avLst/>
          </a:prstGeom>
          <a:noFill/>
          <a:ln>
            <a:noFill/>
          </a:ln>
        </p:spPr>
      </p:pic>
      <p:pic>
        <p:nvPicPr>
          <p:cNvPr id="484" name="Google Shape;484;p41">
            <a:hlinkClick r:id="rId6"/>
          </p:cNvPr>
          <p:cNvPicPr preferRelativeResize="0"/>
          <p:nvPr/>
        </p:nvPicPr>
        <p:blipFill rotWithShape="1">
          <a:blip r:embed="rId4">
            <a:alphaModFix/>
          </a:blip>
          <a:srcRect l="36733" t="-1300" r="35658" b="-3015"/>
          <a:stretch/>
        </p:blipFill>
        <p:spPr>
          <a:xfrm>
            <a:off x="5903241" y="6011601"/>
            <a:ext cx="418303" cy="382379"/>
          </a:xfrm>
          <a:prstGeom prst="rect">
            <a:avLst/>
          </a:prstGeom>
          <a:noFill/>
          <a:ln>
            <a:noFill/>
          </a:ln>
        </p:spPr>
      </p:pic>
      <p:sp>
        <p:nvSpPr>
          <p:cNvPr id="485" name="Google Shape;485;p41"/>
          <p:cNvSpPr txBox="1">
            <a:spLocks noGrp="1"/>
          </p:cNvSpPr>
          <p:nvPr>
            <p:ph type="body" idx="1"/>
          </p:nvPr>
        </p:nvSpPr>
        <p:spPr>
          <a:xfrm>
            <a:off x="242888" y="5637980"/>
            <a:ext cx="391150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2259793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Empty">
  <p:cSld name="Empty">
    <p:spTree>
      <p:nvGrpSpPr>
        <p:cNvPr id="1" name="Shape 486"/>
        <p:cNvGrpSpPr/>
        <p:nvPr/>
      </p:nvGrpSpPr>
      <p:grpSpPr>
        <a:xfrm>
          <a:off x="0" y="0"/>
          <a:ext cx="0" cy="0"/>
          <a:chOff x="0" y="0"/>
          <a:chExt cx="0" cy="0"/>
        </a:xfrm>
      </p:grpSpPr>
    </p:spTree>
    <p:extLst>
      <p:ext uri="{BB962C8B-B14F-4D97-AF65-F5344CB8AC3E}">
        <p14:creationId xmlns:p14="http://schemas.microsoft.com/office/powerpoint/2010/main" val="349951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 1 master">
  <p:cSld name="Slide 1 master">
    <p:spTree>
      <p:nvGrpSpPr>
        <p:cNvPr id="1" name="Shape 487"/>
        <p:cNvGrpSpPr/>
        <p:nvPr/>
      </p:nvGrpSpPr>
      <p:grpSpPr>
        <a:xfrm>
          <a:off x="0" y="0"/>
          <a:ext cx="0" cy="0"/>
          <a:chOff x="0" y="0"/>
          <a:chExt cx="0" cy="0"/>
        </a:xfrm>
      </p:grpSpPr>
      <p:sp>
        <p:nvSpPr>
          <p:cNvPr id="488" name="Google Shape;488;p43"/>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89" name="Google Shape;489;p43"/>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0" name="Google Shape;490;p43"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646750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lide 2 master">
  <p:cSld name="Slide 2 master">
    <p:spTree>
      <p:nvGrpSpPr>
        <p:cNvPr id="1" name="Shape 491"/>
        <p:cNvGrpSpPr/>
        <p:nvPr/>
      </p:nvGrpSpPr>
      <p:grpSpPr>
        <a:xfrm>
          <a:off x="0" y="0"/>
          <a:ext cx="0" cy="0"/>
          <a:chOff x="0" y="0"/>
          <a:chExt cx="0" cy="0"/>
        </a:xfrm>
      </p:grpSpPr>
      <p:sp>
        <p:nvSpPr>
          <p:cNvPr id="492" name="Google Shape;492;p44"/>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3" name="Google Shape;493;p44"/>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4" name="Google Shape;494;p44"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297787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lide 3 master">
  <p:cSld name="Slide 3 master">
    <p:spTree>
      <p:nvGrpSpPr>
        <p:cNvPr id="1" name="Shape 495"/>
        <p:cNvGrpSpPr/>
        <p:nvPr/>
      </p:nvGrpSpPr>
      <p:grpSpPr>
        <a:xfrm>
          <a:off x="0" y="0"/>
          <a:ext cx="0" cy="0"/>
          <a:chOff x="0" y="0"/>
          <a:chExt cx="0" cy="0"/>
        </a:xfrm>
      </p:grpSpPr>
      <p:sp>
        <p:nvSpPr>
          <p:cNvPr id="496" name="Google Shape;496;p45"/>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7" name="Google Shape;497;p45"/>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8" name="Google Shape;498;p45"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7452216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lide 4 master">
  <p:cSld name="Slide 4 master">
    <p:spTree>
      <p:nvGrpSpPr>
        <p:cNvPr id="1" name="Shape 499"/>
        <p:cNvGrpSpPr/>
        <p:nvPr/>
      </p:nvGrpSpPr>
      <p:grpSpPr>
        <a:xfrm>
          <a:off x="0" y="0"/>
          <a:ext cx="0" cy="0"/>
          <a:chOff x="0" y="0"/>
          <a:chExt cx="0" cy="0"/>
        </a:xfrm>
      </p:grpSpPr>
      <p:sp>
        <p:nvSpPr>
          <p:cNvPr id="500" name="Google Shape;500;p46"/>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1" name="Google Shape;501;p46"/>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2" name="Google Shape;502;p46"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23789646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lide 5 master">
  <p:cSld name="Slide 5 master">
    <p:spTree>
      <p:nvGrpSpPr>
        <p:cNvPr id="1" name="Shape 503"/>
        <p:cNvGrpSpPr/>
        <p:nvPr/>
      </p:nvGrpSpPr>
      <p:grpSpPr>
        <a:xfrm>
          <a:off x="0" y="0"/>
          <a:ext cx="0" cy="0"/>
          <a:chOff x="0" y="0"/>
          <a:chExt cx="0" cy="0"/>
        </a:xfrm>
      </p:grpSpPr>
      <p:sp>
        <p:nvSpPr>
          <p:cNvPr id="504" name="Google Shape;504;p47"/>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5" name="Google Shape;505;p47"/>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6" name="Google Shape;506;p47"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9950089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6 master">
  <p:cSld name="Slide 6 master">
    <p:spTree>
      <p:nvGrpSpPr>
        <p:cNvPr id="1" name="Shape 507"/>
        <p:cNvGrpSpPr/>
        <p:nvPr/>
      </p:nvGrpSpPr>
      <p:grpSpPr>
        <a:xfrm>
          <a:off x="0" y="0"/>
          <a:ext cx="0" cy="0"/>
          <a:chOff x="0" y="0"/>
          <a:chExt cx="0" cy="0"/>
        </a:xfrm>
      </p:grpSpPr>
      <p:sp>
        <p:nvSpPr>
          <p:cNvPr id="508" name="Google Shape;508;p48"/>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9" name="Google Shape;509;p48"/>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0" name="Google Shape;510;p48"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5748902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7 master">
  <p:cSld name="Slide 7 master">
    <p:spTree>
      <p:nvGrpSpPr>
        <p:cNvPr id="1" name="Shape 511"/>
        <p:cNvGrpSpPr/>
        <p:nvPr/>
      </p:nvGrpSpPr>
      <p:grpSpPr>
        <a:xfrm>
          <a:off x="0" y="0"/>
          <a:ext cx="0" cy="0"/>
          <a:chOff x="0" y="0"/>
          <a:chExt cx="0" cy="0"/>
        </a:xfrm>
      </p:grpSpPr>
      <p:sp>
        <p:nvSpPr>
          <p:cNvPr id="512" name="Google Shape;512;p49"/>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3" name="Google Shape;513;p49"/>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4" name="Google Shape;514;p49"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7102839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8 master">
  <p:cSld name="Slide 8 master">
    <p:spTree>
      <p:nvGrpSpPr>
        <p:cNvPr id="1" name="Shape 515"/>
        <p:cNvGrpSpPr/>
        <p:nvPr/>
      </p:nvGrpSpPr>
      <p:grpSpPr>
        <a:xfrm>
          <a:off x="0" y="0"/>
          <a:ext cx="0" cy="0"/>
          <a:chOff x="0" y="0"/>
          <a:chExt cx="0" cy="0"/>
        </a:xfrm>
      </p:grpSpPr>
      <p:sp>
        <p:nvSpPr>
          <p:cNvPr id="516" name="Google Shape;516;p50"/>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7" name="Google Shape;517;p50"/>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8" name="Google Shape;518;p50"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06661688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9 master">
  <p:cSld name="Slide 9 master">
    <p:spTree>
      <p:nvGrpSpPr>
        <p:cNvPr id="1" name="Shape 519"/>
        <p:cNvGrpSpPr/>
        <p:nvPr/>
      </p:nvGrpSpPr>
      <p:grpSpPr>
        <a:xfrm>
          <a:off x="0" y="0"/>
          <a:ext cx="0" cy="0"/>
          <a:chOff x="0" y="0"/>
          <a:chExt cx="0" cy="0"/>
        </a:xfrm>
      </p:grpSpPr>
      <p:sp>
        <p:nvSpPr>
          <p:cNvPr id="520" name="Google Shape;520;p51"/>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1" name="Google Shape;521;p51"/>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2" name="Google Shape;522;p51"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5880704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10 master">
  <p:cSld name="Slide 10 master">
    <p:spTree>
      <p:nvGrpSpPr>
        <p:cNvPr id="1" name="Shape 523"/>
        <p:cNvGrpSpPr/>
        <p:nvPr/>
      </p:nvGrpSpPr>
      <p:grpSpPr>
        <a:xfrm>
          <a:off x="0" y="0"/>
          <a:ext cx="0" cy="0"/>
          <a:chOff x="0" y="0"/>
          <a:chExt cx="0" cy="0"/>
        </a:xfrm>
      </p:grpSpPr>
      <p:sp>
        <p:nvSpPr>
          <p:cNvPr id="524" name="Google Shape;524;p52"/>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5" name="Google Shape;525;p52"/>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6" name="Google Shape;526;p52"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400300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aster 1">
  <p:cSld name="Slide master 1">
    <p:bg>
      <p:bgPr>
        <a:solidFill>
          <a:srgbClr val="000000"/>
        </a:solidFill>
        <a:effectLst/>
      </p:bgPr>
    </p:bg>
    <p:spTree>
      <p:nvGrpSpPr>
        <p:cNvPr id="1" name="Shape 527"/>
        <p:cNvGrpSpPr/>
        <p:nvPr/>
      </p:nvGrpSpPr>
      <p:grpSpPr>
        <a:xfrm>
          <a:off x="0" y="0"/>
          <a:ext cx="0" cy="0"/>
          <a:chOff x="0" y="0"/>
          <a:chExt cx="0" cy="0"/>
        </a:xfrm>
      </p:grpSpPr>
    </p:spTree>
    <p:extLst>
      <p:ext uri="{BB962C8B-B14F-4D97-AF65-F5344CB8AC3E}">
        <p14:creationId xmlns:p14="http://schemas.microsoft.com/office/powerpoint/2010/main" val="358587151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44538" y="744539"/>
            <a:ext cx="10515500" cy="47075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3800"/>
              <a:buFont typeface="Avenir"/>
              <a:buNone/>
              <a:defRPr sz="3800" b="1" i="0" u="none" strike="noStrike" cap="none">
                <a:solidFill>
                  <a:schemeClr val="dk1"/>
                </a:solidFill>
                <a:latin typeface="Avenir"/>
                <a:ea typeface="Avenir"/>
                <a:cs typeface="Avenir"/>
                <a:sym typeface="Avenir"/>
              </a:defRPr>
            </a:lvl1pPr>
            <a:lvl2pPr lvl="1">
              <a:spcBef>
                <a:spcPts val="0"/>
              </a:spcBef>
              <a:spcAft>
                <a:spcPts val="0"/>
              </a:spcAft>
              <a:buSzPts val="1700"/>
              <a:buNone/>
              <a:defRPr sz="2200"/>
            </a:lvl2pPr>
            <a:lvl3pPr lvl="2">
              <a:spcBef>
                <a:spcPts val="0"/>
              </a:spcBef>
              <a:spcAft>
                <a:spcPts val="0"/>
              </a:spcAft>
              <a:buSzPts val="1700"/>
              <a:buNone/>
              <a:defRPr sz="2200"/>
            </a:lvl3pPr>
            <a:lvl4pPr lvl="3">
              <a:spcBef>
                <a:spcPts val="0"/>
              </a:spcBef>
              <a:spcAft>
                <a:spcPts val="0"/>
              </a:spcAft>
              <a:buSzPts val="1700"/>
              <a:buNone/>
              <a:defRPr sz="2200"/>
            </a:lvl4pPr>
            <a:lvl5pPr lvl="4">
              <a:spcBef>
                <a:spcPts val="0"/>
              </a:spcBef>
              <a:spcAft>
                <a:spcPts val="0"/>
              </a:spcAft>
              <a:buSzPts val="1700"/>
              <a:buNone/>
              <a:defRPr sz="2200"/>
            </a:lvl5pPr>
            <a:lvl6pPr lvl="5">
              <a:spcBef>
                <a:spcPts val="0"/>
              </a:spcBef>
              <a:spcAft>
                <a:spcPts val="0"/>
              </a:spcAft>
              <a:buSzPts val="1700"/>
              <a:buNone/>
              <a:defRPr sz="2200"/>
            </a:lvl6pPr>
            <a:lvl7pPr lvl="6">
              <a:spcBef>
                <a:spcPts val="0"/>
              </a:spcBef>
              <a:spcAft>
                <a:spcPts val="0"/>
              </a:spcAft>
              <a:buSzPts val="1700"/>
              <a:buNone/>
              <a:defRPr sz="2200"/>
            </a:lvl7pPr>
            <a:lvl8pPr lvl="7">
              <a:spcBef>
                <a:spcPts val="0"/>
              </a:spcBef>
              <a:spcAft>
                <a:spcPts val="0"/>
              </a:spcAft>
              <a:buSzPts val="1700"/>
              <a:buNone/>
              <a:defRPr sz="2200"/>
            </a:lvl8pPr>
            <a:lvl9pPr lvl="8">
              <a:spcBef>
                <a:spcPts val="0"/>
              </a:spcBef>
              <a:spcAft>
                <a:spcPts val="0"/>
              </a:spcAft>
              <a:buSzPts val="1700"/>
              <a:buNone/>
              <a:defRPr sz="2200"/>
            </a:lvl9pPr>
          </a:lstStyle>
          <a:p>
            <a:endParaRPr/>
          </a:p>
        </p:txBody>
      </p:sp>
      <p:sp>
        <p:nvSpPr>
          <p:cNvPr id="11" name="Google Shape;11;p1"/>
          <p:cNvSpPr txBox="1">
            <a:spLocks noGrp="1"/>
          </p:cNvSpPr>
          <p:nvPr>
            <p:ph type="body" idx="1"/>
          </p:nvPr>
        </p:nvSpPr>
        <p:spPr>
          <a:xfrm>
            <a:off x="756113" y="1481559"/>
            <a:ext cx="10515500" cy="4340500"/>
          </a:xfrm>
          <a:prstGeom prst="rect">
            <a:avLst/>
          </a:prstGeom>
          <a:noFill/>
          <a:ln>
            <a:noFill/>
          </a:ln>
        </p:spPr>
        <p:txBody>
          <a:bodyPr spcFirstLastPara="1" wrap="square" lIns="0" tIns="0" rIns="0" bIns="0" anchor="t" anchorCtr="0">
            <a:normAutofit/>
          </a:bodyPr>
          <a:lstStyle>
            <a:lvl1pPr marL="457200" marR="0" lvl="0" indent="-355600" algn="l" rtl="0">
              <a:lnSpc>
                <a:spcPct val="120000"/>
              </a:lnSpc>
              <a:spcBef>
                <a:spcPts val="0"/>
              </a:spcBef>
              <a:spcAft>
                <a:spcPts val="0"/>
              </a:spcAft>
              <a:buClr>
                <a:schemeClr val="dk1"/>
              </a:buClr>
              <a:buSzPts val="2000"/>
              <a:buFont typeface="Arial"/>
              <a:buChar char="•"/>
              <a:defRPr sz="1700" b="0" i="0" u="none" strike="noStrike" cap="none">
                <a:solidFill>
                  <a:schemeClr val="dk1"/>
                </a:solidFill>
                <a:latin typeface="Avenir"/>
                <a:ea typeface="Avenir"/>
                <a:cs typeface="Avenir"/>
                <a:sym typeface="Avenir"/>
              </a:defRPr>
            </a:lvl1pPr>
            <a:lvl2pPr marL="914400" marR="0" lvl="1" indent="-336550" algn="l" rtl="0">
              <a:lnSpc>
                <a:spcPct val="120000"/>
              </a:lnSpc>
              <a:spcBef>
                <a:spcPts val="0"/>
              </a:spcBef>
              <a:spcAft>
                <a:spcPts val="0"/>
              </a:spcAft>
              <a:buClr>
                <a:schemeClr val="dk1"/>
              </a:buClr>
              <a:buSzPts val="1700"/>
              <a:buFont typeface="Arial"/>
              <a:buChar char="•"/>
              <a:defRPr sz="1400" b="0" i="0" u="none" strike="noStrike" cap="none">
                <a:solidFill>
                  <a:schemeClr val="dk1"/>
                </a:solidFill>
                <a:latin typeface="Avenir"/>
                <a:ea typeface="Avenir"/>
                <a:cs typeface="Avenir"/>
                <a:sym typeface="Avenir"/>
              </a:defRPr>
            </a:lvl2pPr>
            <a:lvl3pPr marL="1371600" marR="0" lvl="2" indent="-330200" algn="l" rtl="0">
              <a:lnSpc>
                <a:spcPct val="120000"/>
              </a:lnSpc>
              <a:spcBef>
                <a:spcPts val="0"/>
              </a:spcBef>
              <a:spcAft>
                <a:spcPts val="0"/>
              </a:spcAft>
              <a:buClr>
                <a:schemeClr val="dk1"/>
              </a:buClr>
              <a:buSzPts val="1600"/>
              <a:buFont typeface="Arial"/>
              <a:buChar char="•"/>
              <a:defRPr sz="1300" b="0" i="0" u="none" strike="noStrike" cap="none">
                <a:solidFill>
                  <a:schemeClr val="dk1"/>
                </a:solidFill>
                <a:latin typeface="Avenir"/>
                <a:ea typeface="Avenir"/>
                <a:cs typeface="Avenir"/>
                <a:sym typeface="Avenir"/>
              </a:defRPr>
            </a:lvl3pPr>
            <a:lvl4pPr marL="1828800" marR="0" lvl="3"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4pPr>
            <a:lvl5pPr marL="2286000" marR="0" lvl="4"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5pPr>
            <a:lvl6pPr marL="2743200" marR="0" lvl="5"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6pPr>
            <a:lvl7pPr marL="3200400" marR="0" lvl="6"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7pPr>
            <a:lvl8pPr marL="3657600" marR="0" lvl="7"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8pPr>
            <a:lvl9pPr marL="4114800" marR="0" lvl="8"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9pPr>
          </a:lstStyle>
          <a:p>
            <a:endParaRPr/>
          </a:p>
        </p:txBody>
      </p:sp>
      <p:sp>
        <p:nvSpPr>
          <p:cNvPr id="12" name="Google Shape;12;p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marR="0" lvl="0" indent="0" algn="l" rtl="0">
              <a:spcBef>
                <a:spcPts val="0"/>
              </a:spcBef>
              <a:buNone/>
              <a:defRPr sz="1167" b="0" i="0" u="none" strike="noStrike" cap="none">
                <a:solidFill>
                  <a:srgbClr val="888888"/>
                </a:solidFill>
                <a:latin typeface="Avenir"/>
                <a:ea typeface="Avenir"/>
                <a:cs typeface="Avenir"/>
                <a:sym typeface="Avenir"/>
              </a:defRPr>
            </a:lvl1pPr>
            <a:lvl2pPr marL="0" marR="0" lvl="1" indent="0" algn="l" rtl="0">
              <a:spcBef>
                <a:spcPts val="0"/>
              </a:spcBef>
              <a:buNone/>
              <a:defRPr sz="1167" b="0" i="0" u="none" strike="noStrike" cap="none">
                <a:solidFill>
                  <a:srgbClr val="888888"/>
                </a:solidFill>
                <a:latin typeface="Avenir"/>
                <a:ea typeface="Avenir"/>
                <a:cs typeface="Avenir"/>
                <a:sym typeface="Avenir"/>
              </a:defRPr>
            </a:lvl2pPr>
            <a:lvl3pPr marL="0" marR="0" lvl="2" indent="0" algn="l" rtl="0">
              <a:spcBef>
                <a:spcPts val="0"/>
              </a:spcBef>
              <a:buNone/>
              <a:defRPr sz="1167" b="0" i="0" u="none" strike="noStrike" cap="none">
                <a:solidFill>
                  <a:srgbClr val="888888"/>
                </a:solidFill>
                <a:latin typeface="Avenir"/>
                <a:ea typeface="Avenir"/>
                <a:cs typeface="Avenir"/>
                <a:sym typeface="Avenir"/>
              </a:defRPr>
            </a:lvl3pPr>
            <a:lvl4pPr marL="0" marR="0" lvl="3" indent="0" algn="l" rtl="0">
              <a:spcBef>
                <a:spcPts val="0"/>
              </a:spcBef>
              <a:buNone/>
              <a:defRPr sz="1167" b="0" i="0" u="none" strike="noStrike" cap="none">
                <a:solidFill>
                  <a:srgbClr val="888888"/>
                </a:solidFill>
                <a:latin typeface="Avenir"/>
                <a:ea typeface="Avenir"/>
                <a:cs typeface="Avenir"/>
                <a:sym typeface="Avenir"/>
              </a:defRPr>
            </a:lvl4pPr>
            <a:lvl5pPr marL="0" marR="0" lvl="4" indent="0" algn="l" rtl="0">
              <a:spcBef>
                <a:spcPts val="0"/>
              </a:spcBef>
              <a:buNone/>
              <a:defRPr sz="1167" b="0" i="0" u="none" strike="noStrike" cap="none">
                <a:solidFill>
                  <a:srgbClr val="888888"/>
                </a:solidFill>
                <a:latin typeface="Avenir"/>
                <a:ea typeface="Avenir"/>
                <a:cs typeface="Avenir"/>
                <a:sym typeface="Avenir"/>
              </a:defRPr>
            </a:lvl5pPr>
            <a:lvl6pPr marL="0" marR="0" lvl="5" indent="0" algn="l" rtl="0">
              <a:spcBef>
                <a:spcPts val="0"/>
              </a:spcBef>
              <a:buNone/>
              <a:defRPr sz="1167" b="0" i="0" u="none" strike="noStrike" cap="none">
                <a:solidFill>
                  <a:srgbClr val="888888"/>
                </a:solidFill>
                <a:latin typeface="Avenir"/>
                <a:ea typeface="Avenir"/>
                <a:cs typeface="Avenir"/>
                <a:sym typeface="Avenir"/>
              </a:defRPr>
            </a:lvl6pPr>
            <a:lvl7pPr marL="0" marR="0" lvl="6" indent="0" algn="l" rtl="0">
              <a:spcBef>
                <a:spcPts val="0"/>
              </a:spcBef>
              <a:buNone/>
              <a:defRPr sz="1167" b="0" i="0" u="none" strike="noStrike" cap="none">
                <a:solidFill>
                  <a:srgbClr val="888888"/>
                </a:solidFill>
                <a:latin typeface="Avenir"/>
                <a:ea typeface="Avenir"/>
                <a:cs typeface="Avenir"/>
                <a:sym typeface="Avenir"/>
              </a:defRPr>
            </a:lvl7pPr>
            <a:lvl8pPr marL="0" marR="0" lvl="7" indent="0" algn="l" rtl="0">
              <a:spcBef>
                <a:spcPts val="0"/>
              </a:spcBef>
              <a:buNone/>
              <a:defRPr sz="1167" b="0" i="0" u="none" strike="noStrike" cap="none">
                <a:solidFill>
                  <a:srgbClr val="888888"/>
                </a:solidFill>
                <a:latin typeface="Avenir"/>
                <a:ea typeface="Avenir"/>
                <a:cs typeface="Avenir"/>
                <a:sym typeface="Avenir"/>
              </a:defRPr>
            </a:lvl8pPr>
            <a:lvl9pPr marL="0" marR="0" lvl="8" indent="0" algn="l" rtl="0">
              <a:spcBef>
                <a:spcPts val="0"/>
              </a:spcBef>
              <a:buNone/>
              <a:defRPr sz="1167" b="0" i="0" u="none" strike="noStrike" cap="none">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‹N°›</a:t>
            </a:fld>
            <a:endParaRPr lang="en-US"/>
          </a:p>
        </p:txBody>
      </p:sp>
    </p:spTree>
    <p:extLst>
      <p:ext uri="{BB962C8B-B14F-4D97-AF65-F5344CB8AC3E}">
        <p14:creationId xmlns:p14="http://schemas.microsoft.com/office/powerpoint/2010/main" val="977310991"/>
      </p:ext>
    </p:extLst>
  </p:cSld>
  <p:clrMap bg1="lt1" tx1="dk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 id="2147483723" r:id="rId22"/>
    <p:sldLayoutId id="2147483724" r:id="rId23"/>
    <p:sldLayoutId id="2147483725" r:id="rId24"/>
    <p:sldLayoutId id="2147483726" r:id="rId25"/>
    <p:sldLayoutId id="2147483727" r:id="rId26"/>
    <p:sldLayoutId id="2147483728" r:id="rId27"/>
    <p:sldLayoutId id="2147483729" r:id="rId28"/>
    <p:sldLayoutId id="2147483730" r:id="rId29"/>
    <p:sldLayoutId id="2147483731" r:id="rId30"/>
    <p:sldLayoutId id="2147483732" r:id="rId31"/>
    <p:sldLayoutId id="2147483733" r:id="rId32"/>
    <p:sldLayoutId id="2147483734" r:id="rId33"/>
    <p:sldLayoutId id="2147483735" r:id="rId34"/>
    <p:sldLayoutId id="2147483736" r:id="rId35"/>
    <p:sldLayoutId id="2147483737" r:id="rId36"/>
    <p:sldLayoutId id="2147483738" r:id="rId37"/>
    <p:sldLayoutId id="2147483739" r:id="rId38"/>
    <p:sldLayoutId id="2147483740" r:id="rId39"/>
    <p:sldLayoutId id="2147483741" r:id="rId40"/>
    <p:sldLayoutId id="2147483742" r:id="rId41"/>
    <p:sldLayoutId id="2147483743" r:id="rId42"/>
    <p:sldLayoutId id="2147483744" r:id="rId43"/>
    <p:sldLayoutId id="2147483745" r:id="rId44"/>
    <p:sldLayoutId id="2147483746" r:id="rId45"/>
    <p:sldLayoutId id="2147483747" r:id="rId46"/>
    <p:sldLayoutId id="2147483748" r:id="rId47"/>
    <p:sldLayoutId id="2147483749" r:id="rId48"/>
    <p:sldLayoutId id="2147483750" r:id="rId49"/>
    <p:sldLayoutId id="2147483751" r:id="rId50"/>
    <p:sldLayoutId id="2147483752" r:id="rId51"/>
    <p:sldLayoutId id="2147483753" r:id="rId52"/>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2">
          <p15:clr>
            <a:srgbClr val="F26B43"/>
          </p15:clr>
        </p15:guide>
        <p15:guide id="2" pos="46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8" Type="http://schemas.microsoft.com/office/2007/relationships/diagramDrawing" Target="../diagrams/drawing1.xml"/><Relationship Id="rId13" Type="http://schemas.microsoft.com/office/2007/relationships/diagramDrawing" Target="../diagrams/drawing2.xml"/><Relationship Id="rId3" Type="http://schemas.openxmlformats.org/officeDocument/2006/relationships/image" Target="../media/image14.png"/><Relationship Id="rId7" Type="http://schemas.openxmlformats.org/officeDocument/2006/relationships/diagramColors" Target="../diagrams/colors1.xml"/><Relationship Id="rId12" Type="http://schemas.openxmlformats.org/officeDocument/2006/relationships/diagramColors" Target="../diagrams/colors2.xml"/><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diagramQuickStyle" Target="../diagrams/quickStyle1.xml"/><Relationship Id="rId11" Type="http://schemas.openxmlformats.org/officeDocument/2006/relationships/diagramQuickStyle" Target="../diagrams/quickStyle2.xml"/><Relationship Id="rId5" Type="http://schemas.openxmlformats.org/officeDocument/2006/relationships/diagramLayout" Target="../diagrams/layout1.xml"/><Relationship Id="rId10" Type="http://schemas.openxmlformats.org/officeDocument/2006/relationships/diagramLayout" Target="../diagrams/layout2.xml"/><Relationship Id="rId4" Type="http://schemas.openxmlformats.org/officeDocument/2006/relationships/diagramData" Target="../diagrams/data1.xml"/><Relationship Id="rId9" Type="http://schemas.openxmlformats.org/officeDocument/2006/relationships/diagramData" Target="../diagrams/data2.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50080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4"/>
          <p:cNvSpPr/>
          <p:nvPr/>
        </p:nvSpPr>
        <p:spPr>
          <a:xfrm>
            <a:off x="5610125" y="868250"/>
            <a:ext cx="6581700" cy="1725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3400" b="1" dirty="0" err="1">
                <a:solidFill>
                  <a:schemeClr val="lt1"/>
                </a:solidFill>
                <a:latin typeface="Barlow" panose="00000500000000000000" pitchFamily="2" charset="0"/>
                <a:ea typeface="Avenir"/>
                <a:cs typeface="Avenir"/>
                <a:sym typeface="Avenir"/>
              </a:rPr>
              <a:t>Évaluer</a:t>
            </a:r>
            <a:r>
              <a:rPr lang="en-US" sz="3400" b="1" dirty="0">
                <a:solidFill>
                  <a:schemeClr val="lt1"/>
                </a:solidFill>
                <a:latin typeface="Barlow" panose="00000500000000000000" pitchFamily="2" charset="0"/>
                <a:ea typeface="Avenir"/>
                <a:cs typeface="Avenir"/>
                <a:sym typeface="Avenir"/>
              </a:rPr>
              <a:t> la </a:t>
            </a:r>
            <a:r>
              <a:rPr lang="en-US" sz="3400" b="1" dirty="0" err="1">
                <a:solidFill>
                  <a:schemeClr val="lt1"/>
                </a:solidFill>
                <a:latin typeface="Barlow" panose="00000500000000000000" pitchFamily="2" charset="0"/>
                <a:ea typeface="Avenir"/>
                <a:cs typeface="Avenir"/>
                <a:sym typeface="Avenir"/>
              </a:rPr>
              <a:t>cohérence</a:t>
            </a:r>
            <a:r>
              <a:rPr lang="en-US" sz="3400" b="1" dirty="0">
                <a:solidFill>
                  <a:schemeClr val="lt1"/>
                </a:solidFill>
                <a:latin typeface="Barlow" panose="00000500000000000000" pitchFamily="2" charset="0"/>
                <a:ea typeface="Avenir"/>
                <a:cs typeface="Avenir"/>
                <a:sym typeface="Avenir"/>
              </a:rPr>
              <a:t> et la </a:t>
            </a:r>
            <a:r>
              <a:rPr lang="en-US" sz="3400" b="1" dirty="0" err="1">
                <a:solidFill>
                  <a:schemeClr val="lt1"/>
                </a:solidFill>
                <a:latin typeface="Barlow" panose="00000500000000000000" pitchFamily="2" charset="0"/>
                <a:ea typeface="Avenir"/>
                <a:cs typeface="Avenir"/>
                <a:sym typeface="Avenir"/>
              </a:rPr>
              <a:t>fiabilité</a:t>
            </a:r>
            <a:r>
              <a:rPr lang="en-US" sz="3400" b="1" dirty="0">
                <a:solidFill>
                  <a:schemeClr val="lt1"/>
                </a:solidFill>
                <a:latin typeface="Barlow" panose="00000500000000000000" pitchFamily="2" charset="0"/>
                <a:ea typeface="Avenir"/>
                <a:cs typeface="Avenir"/>
                <a:sym typeface="Avenir"/>
              </a:rPr>
              <a:t> d'un </a:t>
            </a:r>
            <a:r>
              <a:rPr lang="en-US" sz="3400" b="1" dirty="0" err="1">
                <a:solidFill>
                  <a:schemeClr val="lt1"/>
                </a:solidFill>
                <a:latin typeface="Barlow" panose="00000500000000000000" pitchFamily="2" charset="0"/>
                <a:ea typeface="Avenir"/>
                <a:cs typeface="Avenir"/>
                <a:sym typeface="Avenir"/>
              </a:rPr>
              <a:t>système</a:t>
            </a:r>
            <a:r>
              <a:rPr lang="en-US" sz="3400" b="1" dirty="0">
                <a:solidFill>
                  <a:schemeClr val="lt1"/>
                </a:solidFill>
                <a:latin typeface="Barlow" panose="00000500000000000000" pitchFamily="2" charset="0"/>
                <a:ea typeface="Avenir"/>
                <a:cs typeface="Avenir"/>
                <a:sym typeface="Avenir"/>
              </a:rPr>
              <a:t> RAG </a:t>
            </a:r>
            <a:r>
              <a:rPr lang="en-US" sz="3400" b="1" dirty="0" err="1">
                <a:solidFill>
                  <a:schemeClr val="lt1"/>
                </a:solidFill>
                <a:latin typeface="Barlow" panose="00000500000000000000" pitchFamily="2" charset="0"/>
                <a:ea typeface="Avenir"/>
                <a:cs typeface="Avenir"/>
                <a:sym typeface="Avenir"/>
              </a:rPr>
              <a:t>en</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contexte</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industriel</a:t>
            </a:r>
            <a:r>
              <a:rPr lang="en-US" sz="3400" b="1" dirty="0">
                <a:solidFill>
                  <a:schemeClr val="lt1"/>
                </a:solidFill>
                <a:latin typeface="Barlow" panose="00000500000000000000" pitchFamily="2" charset="0"/>
                <a:ea typeface="Avenir"/>
                <a:cs typeface="Avenir"/>
                <a:sym typeface="Avenir"/>
              </a:rPr>
              <a:t> critique</a:t>
            </a:r>
            <a:endParaRPr sz="3000" b="0" i="0" u="none" strike="noStrike" cap="none" dirty="0">
              <a:solidFill>
                <a:schemeClr val="lt1"/>
              </a:solidFill>
              <a:latin typeface="Barlow" panose="00000500000000000000" pitchFamily="2" charset="0"/>
              <a:ea typeface="Calibri"/>
              <a:cs typeface="Calibri"/>
              <a:sym typeface="Calibri"/>
            </a:endParaRPr>
          </a:p>
        </p:txBody>
      </p:sp>
      <p:sp>
        <p:nvSpPr>
          <p:cNvPr id="537" name="Google Shape;537;p54"/>
          <p:cNvSpPr/>
          <p:nvPr/>
        </p:nvSpPr>
        <p:spPr>
          <a:xfrm>
            <a:off x="5896176" y="4542920"/>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1" dirty="0">
                <a:solidFill>
                  <a:schemeClr val="lt1"/>
                </a:solidFill>
                <a:latin typeface="Barlow" panose="00000500000000000000" pitchFamily="2" charset="0"/>
                <a:ea typeface="Patrick Hand"/>
                <a:cs typeface="Patrick Hand"/>
                <a:sym typeface="Patrick Hand"/>
              </a:rPr>
              <a:t>C</a:t>
            </a:r>
            <a:r>
              <a:rPr lang="en-US" sz="1800" b="1" i="0" u="none" strike="noStrike" cap="none" dirty="0">
                <a:solidFill>
                  <a:schemeClr val="lt1"/>
                </a:solidFill>
                <a:latin typeface="Barlow" panose="00000500000000000000" pitchFamily="2" charset="0"/>
                <a:ea typeface="Patrick Hand"/>
                <a:cs typeface="Patrick Hand"/>
                <a:sym typeface="Patrick Hand"/>
              </a:rPr>
              <a:t>as ScribBERT</a:t>
            </a:r>
            <a:r>
              <a:rPr lang="en-US" sz="1800" b="0" i="0" u="none" strike="noStrike" cap="none" dirty="0">
                <a:solidFill>
                  <a:schemeClr val="lt1"/>
                </a:solidFill>
                <a:latin typeface="Barlow" panose="00000500000000000000" pitchFamily="2" charset="0"/>
                <a:ea typeface="Patrick Hand"/>
                <a:cs typeface="Patrick Hand"/>
                <a:sym typeface="Patrick Hand"/>
              </a:rPr>
              <a:t> — Département </a:t>
            </a:r>
            <a:r>
              <a:rPr lang="en-US" sz="1800" b="0" i="0" u="none" strike="noStrike" cap="none" dirty="0" err="1">
                <a:solidFill>
                  <a:schemeClr val="lt1"/>
                </a:solidFill>
                <a:latin typeface="Barlow" panose="00000500000000000000" pitchFamily="2" charset="0"/>
                <a:ea typeface="Patrick Hand"/>
                <a:cs typeface="Patrick Hand"/>
                <a:sym typeface="Patrick Hand"/>
              </a:rPr>
              <a:t>Prévention</a:t>
            </a:r>
            <a:r>
              <a:rPr lang="en-US" sz="1800" b="0" i="0" u="none" strike="noStrike" cap="none" dirty="0">
                <a:solidFill>
                  <a:schemeClr val="lt1"/>
                </a:solidFill>
                <a:latin typeface="Barlow" panose="00000500000000000000" pitchFamily="2" charset="0"/>
                <a:ea typeface="Patrick Hand"/>
                <a:cs typeface="Patrick Hand"/>
                <a:sym typeface="Patrick Hand"/>
              </a:rPr>
              <a:t> Santé‑Sécurité, Bouygues Travaux Publics</a:t>
            </a:r>
            <a:endParaRPr sz="1800" b="0" i="0" u="none" strike="noStrike" cap="none" dirty="0">
              <a:solidFill>
                <a:schemeClr val="lt1"/>
              </a:solidFill>
              <a:latin typeface="Barlow" panose="00000500000000000000" pitchFamily="2" charset="0"/>
              <a:ea typeface="Calibri"/>
              <a:cs typeface="Calibri"/>
              <a:sym typeface="Calibri"/>
            </a:endParaRPr>
          </a:p>
        </p:txBody>
      </p:sp>
      <p:sp>
        <p:nvSpPr>
          <p:cNvPr id="538" name="Google Shape;538;p54"/>
          <p:cNvSpPr/>
          <p:nvPr/>
        </p:nvSpPr>
        <p:spPr>
          <a:xfrm>
            <a:off x="5896176" y="5594937"/>
            <a:ext cx="6009600" cy="31800"/>
          </a:xfrm>
          <a:prstGeom prst="roundRect">
            <a:avLst>
              <a:gd name="adj" fmla="val 5999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Barlow" panose="00000500000000000000" pitchFamily="2" charset="0"/>
            </a:endParaRPr>
          </a:p>
        </p:txBody>
      </p:sp>
      <p:sp>
        <p:nvSpPr>
          <p:cNvPr id="539" name="Google Shape;539;p54"/>
          <p:cNvSpPr/>
          <p:nvPr/>
        </p:nvSpPr>
        <p:spPr>
          <a:xfrm>
            <a:off x="5896176" y="5942897"/>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Candidat</a:t>
            </a:r>
            <a:r>
              <a:rPr lang="en-US" sz="1800" b="0" i="0" u="none" strike="noStrike" cap="none" dirty="0">
                <a:solidFill>
                  <a:schemeClr val="lt1"/>
                </a:solidFill>
                <a:latin typeface="Barlow" panose="00000500000000000000" pitchFamily="2" charset="0"/>
                <a:ea typeface="Patrick Hand"/>
                <a:cs typeface="Patrick Hand"/>
                <a:sym typeface="Patrick Hand"/>
              </a:rPr>
              <a:t> : </a:t>
            </a:r>
            <a:r>
              <a:rPr lang="en-US" sz="1800" dirty="0">
                <a:solidFill>
                  <a:schemeClr val="lt1"/>
                </a:solidFill>
                <a:latin typeface="Barlow" panose="00000500000000000000" pitchFamily="2" charset="0"/>
                <a:ea typeface="Patrick Hand"/>
                <a:cs typeface="Patrick Hand"/>
                <a:sym typeface="Patrick Hand"/>
              </a:rPr>
              <a:t>Aurélien LELEU</a:t>
            </a:r>
            <a:endParaRPr sz="1800" dirty="0">
              <a:solidFill>
                <a:schemeClr val="lt1"/>
              </a:solidFill>
              <a:latin typeface="Barlow" panose="00000500000000000000" pitchFamily="2" charset="0"/>
              <a:ea typeface="Patrick Hand"/>
              <a:cs typeface="Patrick Hand"/>
              <a:sym typeface="Patrick Hand"/>
            </a:endParaRPr>
          </a:p>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Tuteurs</a:t>
            </a:r>
            <a:r>
              <a:rPr lang="en-US" sz="1800" b="0" i="0" u="none" strike="noStrike" cap="none" dirty="0">
                <a:solidFill>
                  <a:schemeClr val="lt1"/>
                </a:solidFill>
                <a:latin typeface="Barlow" panose="00000500000000000000" pitchFamily="2" charset="0"/>
                <a:ea typeface="Patrick Hand"/>
                <a:cs typeface="Patrick Hand"/>
                <a:sym typeface="Patrick Hand"/>
              </a:rPr>
              <a:t> : Flavien MARTIN &amp; Julien LARSENEUR</a:t>
            </a:r>
            <a:endParaRPr sz="1800" b="0" i="0" u="none" strike="noStrike" cap="none" dirty="0">
              <a:solidFill>
                <a:schemeClr val="lt1"/>
              </a:solidFill>
              <a:latin typeface="Barlow" panose="00000500000000000000" pitchFamily="2" charset="0"/>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5"/>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Le </a:t>
            </a:r>
            <a:r>
              <a:rPr lang="en-US" sz="2800" b="1" dirty="0" err="1">
                <a:solidFill>
                  <a:schemeClr val="tx1"/>
                </a:solidFill>
                <a:latin typeface="Avenir"/>
                <a:sym typeface="Patrick Hand"/>
              </a:rPr>
              <a:t>problème</a:t>
            </a:r>
            <a:r>
              <a:rPr lang="en-US" sz="2800" b="1" dirty="0">
                <a:solidFill>
                  <a:schemeClr val="tx1"/>
                </a:solidFill>
                <a:latin typeface="Avenir"/>
                <a:sym typeface="Patrick Hand"/>
              </a:rPr>
              <a:t> à </a:t>
            </a:r>
            <a:r>
              <a:rPr lang="en-US" sz="2800" b="1" dirty="0" err="1">
                <a:solidFill>
                  <a:schemeClr val="tx1"/>
                </a:solidFill>
                <a:latin typeface="Avenir"/>
                <a:sym typeface="Patrick Hand"/>
              </a:rPr>
              <a:t>résoudre</a:t>
            </a:r>
            <a:r>
              <a:rPr lang="en-US" sz="2800" b="1" dirty="0">
                <a:solidFill>
                  <a:schemeClr val="tx1"/>
                </a:solidFill>
                <a:latin typeface="Avenir"/>
                <a:sym typeface="Patrick Hand"/>
              </a:rPr>
              <a:t> : Un </a:t>
            </a:r>
            <a:r>
              <a:rPr lang="en-US" sz="2800" b="1" dirty="0" err="1">
                <a:solidFill>
                  <a:schemeClr val="tx1"/>
                </a:solidFill>
                <a:latin typeface="Avenir"/>
                <a:sym typeface="Patrick Hand"/>
              </a:rPr>
              <a:t>environnement</a:t>
            </a:r>
            <a:r>
              <a:rPr lang="en-US" sz="2800" b="1" dirty="0">
                <a:solidFill>
                  <a:schemeClr val="tx1"/>
                </a:solidFill>
                <a:latin typeface="Avenir"/>
                <a:sym typeface="Patrick Hand"/>
              </a:rPr>
              <a:t> </a:t>
            </a:r>
            <a:r>
              <a:rPr lang="en-US" sz="2800" b="1" dirty="0" err="1">
                <a:solidFill>
                  <a:schemeClr val="tx1"/>
                </a:solidFill>
                <a:latin typeface="Avenir"/>
                <a:sym typeface="Patrick Hand"/>
              </a:rPr>
              <a:t>documentaire</a:t>
            </a:r>
            <a:r>
              <a:rPr lang="en-US" sz="2800" b="1" dirty="0">
                <a:solidFill>
                  <a:schemeClr val="tx1"/>
                </a:solidFill>
                <a:latin typeface="Avenir"/>
                <a:sym typeface="Patrick Hand"/>
              </a:rPr>
              <a:t> sous tension</a:t>
            </a:r>
            <a:endParaRPr sz="2800" b="1" dirty="0">
              <a:solidFill>
                <a:schemeClr val="tx1"/>
              </a:solidFill>
              <a:latin typeface="Avenir"/>
              <a:sym typeface="Calibri"/>
            </a:endParaRPr>
          </a:p>
        </p:txBody>
      </p:sp>
      <p:sp>
        <p:nvSpPr>
          <p:cNvPr id="546" name="Google Shape;546;p55"/>
          <p:cNvSpPr/>
          <p:nvPr/>
        </p:nvSpPr>
        <p:spPr>
          <a:xfrm>
            <a:off x="1242097"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dirty="0">
                <a:solidFill>
                  <a:schemeClr val="tx1"/>
                </a:solidFill>
                <a:latin typeface="Barlow" panose="00000500000000000000" pitchFamily="2" charset="0"/>
                <a:ea typeface="Patrick Hand"/>
                <a:cs typeface="Patrick Hand"/>
                <a:sym typeface="Patrick Hand"/>
              </a:rPr>
              <a:t>130</a:t>
            </a:r>
            <a:endParaRPr sz="4400" b="0" i="0" u="none" strike="noStrike" cap="none" dirty="0">
              <a:solidFill>
                <a:schemeClr val="tx1"/>
              </a:solidFill>
              <a:latin typeface="Barlow" panose="00000500000000000000" pitchFamily="2" charset="0"/>
              <a:ea typeface="Calibri"/>
              <a:cs typeface="Calibri"/>
              <a:sym typeface="Calibri"/>
            </a:endParaRPr>
          </a:p>
        </p:txBody>
      </p:sp>
      <p:sp>
        <p:nvSpPr>
          <p:cNvPr id="547" name="Google Shape;547;p55"/>
          <p:cNvSpPr/>
          <p:nvPr/>
        </p:nvSpPr>
        <p:spPr>
          <a:xfrm>
            <a:off x="81427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PDF</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8" name="Google Shape;548;p55"/>
          <p:cNvSpPr/>
          <p:nvPr/>
        </p:nvSpPr>
        <p:spPr>
          <a:xfrm>
            <a:off x="81427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Corpus réglementaire et normatif hétérogène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9" name="Google Shape;549;p55"/>
          <p:cNvSpPr/>
          <p:nvPr/>
        </p:nvSpPr>
        <p:spPr>
          <a:xfrm>
            <a:off x="4821523"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2:30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0" name="Google Shape;550;p55"/>
          <p:cNvSpPr/>
          <p:nvPr/>
        </p:nvSpPr>
        <p:spPr>
          <a:xfrm>
            <a:off x="4393702"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Min. par recherche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1" name="Google Shape;551;p55"/>
          <p:cNvSpPr/>
          <p:nvPr/>
        </p:nvSpPr>
        <p:spPr>
          <a:xfrm>
            <a:off x="4393702"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Temps moyen </a:t>
            </a:r>
            <a:r>
              <a:rPr lang="en-US" sz="1300" b="0" i="0" u="none" strike="noStrike" cap="none" dirty="0" err="1">
                <a:solidFill>
                  <a:schemeClr val="tx1"/>
                </a:solidFill>
                <a:latin typeface="Barlow" panose="00000500000000000000" pitchFamily="2" charset="0"/>
                <a:ea typeface="Patrick Hand"/>
                <a:cs typeface="Patrick Hand"/>
                <a:sym typeface="Patrick Hand"/>
              </a:rPr>
              <a:t>d'accès</a:t>
            </a:r>
            <a:r>
              <a:rPr lang="en-US" sz="1300" b="0" i="0" u="none" strike="noStrike" cap="none" dirty="0">
                <a:solidFill>
                  <a:schemeClr val="tx1"/>
                </a:solidFill>
                <a:latin typeface="Barlow" panose="00000500000000000000" pitchFamily="2" charset="0"/>
                <a:ea typeface="Patrick Hand"/>
                <a:cs typeface="Patrick Hand"/>
                <a:sym typeface="Patrick Hand"/>
              </a:rPr>
              <a:t> à </a:t>
            </a:r>
            <a:r>
              <a:rPr lang="en-US" sz="1300" b="0" i="0" u="none" strike="noStrike" cap="none" dirty="0" err="1">
                <a:solidFill>
                  <a:schemeClr val="tx1"/>
                </a:solidFill>
                <a:latin typeface="Barlow" panose="00000500000000000000" pitchFamily="2" charset="0"/>
                <a:ea typeface="Patrick Hand"/>
                <a:cs typeface="Patrick Hand"/>
                <a:sym typeface="Patrick Hand"/>
              </a:rPr>
              <a:t>l'information</a:t>
            </a:r>
            <a:r>
              <a:rPr lang="en-US" sz="1300" b="0" i="0" u="none" strike="noStrike" cap="none" dirty="0">
                <a:solidFill>
                  <a:schemeClr val="tx1"/>
                </a:solidFill>
                <a:latin typeface="Barlow" panose="00000500000000000000" pitchFamily="2" charset="0"/>
                <a:ea typeface="Patrick Hand"/>
                <a:cs typeface="Patrick Hand"/>
                <a:sym typeface="Patrick Hand"/>
              </a:rPr>
              <a:t> critique</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2" name="Google Shape;552;p55"/>
          <p:cNvSpPr/>
          <p:nvPr/>
        </p:nvSpPr>
        <p:spPr>
          <a:xfrm>
            <a:off x="8400948"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40%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3" name="Google Shape;553;p55"/>
          <p:cNvSpPr/>
          <p:nvPr/>
        </p:nvSpPr>
        <p:spPr>
          <a:xfrm>
            <a:off x="797312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FR / 60% EN</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4" name="Google Shape;554;p55"/>
          <p:cNvSpPr/>
          <p:nvPr/>
        </p:nvSpPr>
        <p:spPr>
          <a:xfrm>
            <a:off x="797312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multilingues non harmonisés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6" name="Google Shape;556;p55"/>
          <p:cNvSpPr/>
          <p:nvPr/>
        </p:nvSpPr>
        <p:spPr>
          <a:xfrm>
            <a:off x="3240254" y="5589559"/>
            <a:ext cx="5711087" cy="396001"/>
          </a:xfrm>
          <a:prstGeom prst="roundRect">
            <a:avLst>
              <a:gd name="adj" fmla="val 911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tx1"/>
              </a:solidFill>
              <a:latin typeface="Barlow" panose="00000500000000000000" pitchFamily="2" charset="0"/>
            </a:endParaRPr>
          </a:p>
        </p:txBody>
      </p:sp>
      <p:pic>
        <p:nvPicPr>
          <p:cNvPr id="557" name="Google Shape;557;p55" descr="preencoded.png"/>
          <p:cNvPicPr preferRelativeResize="0"/>
          <p:nvPr/>
        </p:nvPicPr>
        <p:blipFill rotWithShape="1">
          <a:blip r:embed="rId3">
            <a:alphaModFix/>
          </a:blip>
          <a:srcRect/>
          <a:stretch/>
        </p:blipFill>
        <p:spPr>
          <a:xfrm>
            <a:off x="3373271" y="5703363"/>
            <a:ext cx="212224" cy="169763"/>
          </a:xfrm>
          <a:prstGeom prst="rect">
            <a:avLst/>
          </a:prstGeom>
          <a:noFill/>
          <a:ln>
            <a:noFill/>
          </a:ln>
        </p:spPr>
      </p:pic>
      <p:sp>
        <p:nvSpPr>
          <p:cNvPr id="558" name="Google Shape;558;p55"/>
          <p:cNvSpPr/>
          <p:nvPr/>
        </p:nvSpPr>
        <p:spPr>
          <a:xfrm>
            <a:off x="3662893" y="5663421"/>
            <a:ext cx="5400749" cy="266751"/>
          </a:xfrm>
          <a:prstGeom prst="rect">
            <a:avLst/>
          </a:prstGeom>
          <a:noFill/>
          <a:ln>
            <a:noFill/>
          </a:ln>
        </p:spPr>
        <p:txBody>
          <a:bodyPr spcFirstLastPara="1" wrap="square" lIns="0" tIns="0" rIns="0" bIns="0" anchor="t" anchorCtr="0">
            <a:noAutofit/>
          </a:bodyPr>
          <a:lstStyle/>
          <a:p>
            <a:pPr marL="0" marR="0" lvl="0" indent="0" algn="l" rtl="0">
              <a:lnSpc>
                <a:spcPct val="116000"/>
              </a:lnSpc>
              <a:spcBef>
                <a:spcPts val="0"/>
              </a:spcBef>
              <a:spcAft>
                <a:spcPts val="0"/>
              </a:spcAft>
              <a:buClr>
                <a:srgbClr val="000000"/>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ScribBERT </a:t>
            </a:r>
            <a:r>
              <a:rPr lang="en-US" sz="1300" b="0" i="0" u="none" strike="noStrike" cap="none" dirty="0" err="1">
                <a:solidFill>
                  <a:schemeClr val="tx1"/>
                </a:solidFill>
                <a:latin typeface="Barlow" panose="00000500000000000000" pitchFamily="2" charset="0"/>
                <a:ea typeface="Patrick Hand"/>
                <a:cs typeface="Patrick Hand"/>
                <a:sym typeface="Patrick Hand"/>
              </a:rPr>
              <a:t>n'est</a:t>
            </a:r>
            <a:r>
              <a:rPr lang="en-US" sz="1300" b="0" i="0" u="none" strike="noStrike" cap="none" dirty="0">
                <a:solidFill>
                  <a:schemeClr val="tx1"/>
                </a:solidFill>
                <a:latin typeface="Barlow" panose="00000500000000000000" pitchFamily="2" charset="0"/>
                <a:ea typeface="Patrick Hand"/>
                <a:cs typeface="Patrick Hand"/>
                <a:sym typeface="Patrick Hand"/>
              </a:rPr>
              <a:t> pas un </a:t>
            </a:r>
            <a:r>
              <a:rPr lang="en-US" sz="1300" b="0" i="0" u="none" strike="noStrike" cap="none" dirty="0" err="1">
                <a:solidFill>
                  <a:schemeClr val="tx1"/>
                </a:solidFill>
                <a:latin typeface="Barlow" panose="00000500000000000000" pitchFamily="2" charset="0"/>
                <a:ea typeface="Patrick Hand"/>
                <a:cs typeface="Patrick Hand"/>
                <a:sym typeface="Patrick Hand"/>
              </a:rPr>
              <a:t>dispositif</a:t>
            </a:r>
            <a:r>
              <a:rPr lang="en-US" sz="1300" b="0" i="0" u="none" strike="noStrike" cap="none" dirty="0">
                <a:solidFill>
                  <a:schemeClr val="tx1"/>
                </a:solidFill>
                <a:latin typeface="Barlow" panose="00000500000000000000" pitchFamily="2" charset="0"/>
                <a:ea typeface="Patrick Hand"/>
                <a:cs typeface="Patrick Hand"/>
                <a:sym typeface="Patrick Hand"/>
              </a:rPr>
              <a:t> de sécurité. </a:t>
            </a:r>
            <a:r>
              <a:rPr lang="en-US" sz="1300" b="0" i="0" u="none" strike="noStrike" cap="none" dirty="0" err="1">
                <a:solidFill>
                  <a:schemeClr val="tx1"/>
                </a:solidFill>
                <a:latin typeface="Barlow" panose="00000500000000000000" pitchFamily="2" charset="0"/>
                <a:ea typeface="Patrick Hand"/>
                <a:cs typeface="Patrick Hand"/>
                <a:sym typeface="Patrick Hand"/>
              </a:rPr>
              <a:t>C'est</a:t>
            </a:r>
            <a:r>
              <a:rPr lang="en-US" sz="1300" b="0" i="0" u="none" strike="noStrike" cap="none" dirty="0">
                <a:solidFill>
                  <a:schemeClr val="tx1"/>
                </a:solidFill>
                <a:latin typeface="Barlow" panose="00000500000000000000" pitchFamily="2" charset="0"/>
                <a:ea typeface="Patrick Hand"/>
                <a:cs typeface="Patrick Hand"/>
                <a:sym typeface="Patrick Hand"/>
              </a:rPr>
              <a:t> un </a:t>
            </a:r>
            <a:r>
              <a:rPr lang="en-US" sz="1300" b="0" i="0" u="none" strike="noStrike" cap="none" dirty="0" err="1">
                <a:solidFill>
                  <a:schemeClr val="tx1"/>
                </a:solidFill>
                <a:latin typeface="Barlow" panose="00000500000000000000" pitchFamily="2" charset="0"/>
                <a:ea typeface="Patrick Hand"/>
                <a:cs typeface="Patrick Hand"/>
                <a:sym typeface="Patrick Hand"/>
              </a:rPr>
              <a:t>appui</a:t>
            </a:r>
            <a:r>
              <a:rPr lang="en-US" sz="1300" b="0" i="0" u="none" strike="noStrike" cap="none" dirty="0">
                <a:solidFill>
                  <a:schemeClr val="tx1"/>
                </a:solidFill>
                <a:latin typeface="Barlow" panose="00000500000000000000" pitchFamily="2" charset="0"/>
                <a:ea typeface="Patrick Hand"/>
                <a:cs typeface="Patrick Hand"/>
                <a:sym typeface="Patrick Hand"/>
              </a:rPr>
              <a:t> à la </a:t>
            </a:r>
            <a:r>
              <a:rPr lang="en-US" sz="1300" b="0" i="0" u="none" strike="noStrike" cap="none" dirty="0" err="1">
                <a:solidFill>
                  <a:schemeClr val="tx1"/>
                </a:solidFill>
                <a:latin typeface="Barlow" panose="00000500000000000000" pitchFamily="2" charset="0"/>
                <a:ea typeface="Patrick Hand"/>
                <a:cs typeface="Patrick Hand"/>
                <a:sym typeface="Patrick Hand"/>
              </a:rPr>
              <a:t>décision</a:t>
            </a:r>
            <a:r>
              <a:rPr lang="en-US" sz="1300" b="0" i="0" u="none" strike="noStrike" cap="none" dirty="0">
                <a:solidFill>
                  <a:schemeClr val="tx1"/>
                </a:solidFill>
                <a:latin typeface="Barlow" panose="00000500000000000000" pitchFamily="2" charset="0"/>
                <a:ea typeface="Patrick Hand"/>
                <a:cs typeface="Patrick Hand"/>
                <a:sym typeface="Patrick Hand"/>
              </a:rPr>
              <a:t>.</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9" name="Google Shape;559;p55"/>
          <p:cNvSpPr txBox="1">
            <a:spLocks noGrp="1"/>
          </p:cNvSpPr>
          <p:nvPr>
            <p:ph type="body" idx="1"/>
          </p:nvPr>
        </p:nvSpPr>
        <p:spPr>
          <a:prstGeom prst="rect">
            <a:avLst/>
          </a:prstGeom>
        </p:spPr>
        <p:txBody>
          <a:bodyPr spcFirstLastPara="1" wrap="square" lIns="0" tIns="0" rIns="0" bIns="0" anchor="ctr" anchorCtr="0">
            <a:norm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5" name="Google Shape;565;p56"/>
          <p:cNvSpPr/>
          <p:nvPr/>
        </p:nvSpPr>
        <p:spPr>
          <a:xfrm>
            <a:off x="690048" y="739202"/>
            <a:ext cx="11520000" cy="396776"/>
          </a:xfrm>
          <a:prstGeom prst="rect">
            <a:avLst/>
          </a:prstGeom>
          <a:noFill/>
          <a:ln>
            <a:noFill/>
          </a:ln>
        </p:spPr>
        <p:txBody>
          <a:bodyPr spcFirstLastPara="1" wrap="square" lIns="0" tIns="0" rIns="0" bIns="0" anchor="t" anchorCtr="0">
            <a:noAutofit/>
          </a:bodyPr>
          <a:lstStyle/>
          <a:p>
            <a:pPr marL="0" lvl="0" indent="0">
              <a:buClr>
                <a:schemeClr val="dk1"/>
              </a:buClr>
              <a:buSzPts val="3800"/>
              <a:buFont typeface="Arial"/>
              <a:buNone/>
            </a:pPr>
            <a:r>
              <a:rPr lang="en-US" sz="2800" b="1" dirty="0">
                <a:solidFill>
                  <a:schemeClr val="tx1"/>
                </a:solidFill>
                <a:latin typeface="Avenir"/>
                <a:sym typeface="Patrick Hand"/>
              </a:rPr>
              <a:t>La </a:t>
            </a:r>
            <a:r>
              <a:rPr lang="en-US" sz="2800" b="1" dirty="0" err="1">
                <a:solidFill>
                  <a:schemeClr val="tx1"/>
                </a:solidFill>
                <a:latin typeface="Avenir"/>
                <a:sym typeface="Patrick Hand"/>
              </a:rPr>
              <a:t>fiabilité</a:t>
            </a:r>
            <a:r>
              <a:rPr lang="en-US" sz="2800" b="1" dirty="0">
                <a:solidFill>
                  <a:schemeClr val="tx1"/>
                </a:solidFill>
                <a:latin typeface="Avenir"/>
                <a:sym typeface="Patrick Hand"/>
              </a:rPr>
              <a:t> d'un RAG </a:t>
            </a:r>
            <a:r>
              <a:rPr lang="en-US" sz="2800" b="1" dirty="0" err="1">
                <a:solidFill>
                  <a:schemeClr val="tx1"/>
                </a:solidFill>
                <a:latin typeface="Avenir"/>
                <a:sym typeface="Patrick Hand"/>
              </a:rPr>
              <a:t>n'est</a:t>
            </a:r>
            <a:r>
              <a:rPr lang="en-US" sz="2800" b="1" dirty="0">
                <a:solidFill>
                  <a:schemeClr val="tx1"/>
                </a:solidFill>
                <a:latin typeface="Avenir"/>
                <a:sym typeface="Patrick Hand"/>
              </a:rPr>
              <a:t> pas un score.</a:t>
            </a:r>
            <a:endParaRPr sz="2800" b="1" dirty="0">
              <a:solidFill>
                <a:schemeClr val="tx1"/>
              </a:solidFill>
              <a:latin typeface="Avenir"/>
              <a:sym typeface="Calibri"/>
            </a:endParaRPr>
          </a:p>
        </p:txBody>
      </p:sp>
      <p:sp>
        <p:nvSpPr>
          <p:cNvPr id="566" name="Google Shape;566;p56"/>
          <p:cNvSpPr/>
          <p:nvPr/>
        </p:nvSpPr>
        <p:spPr>
          <a:xfrm>
            <a:off x="500401" y="1601093"/>
            <a:ext cx="11191198" cy="1203047"/>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tx1"/>
                </a:solidFill>
                <a:latin typeface="Barlow" panose="00000500000000000000" pitchFamily="2" charset="0"/>
                <a:ea typeface="Patrick Hand"/>
                <a:cs typeface="Patrick Hand"/>
                <a:sym typeface="Patrick Hand"/>
              </a:rPr>
              <a:t>C'est</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une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propriété</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multidimensionnelle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mesurable</a:t>
            </a:r>
            <a:r>
              <a:rPr lang="en-US" sz="1800" b="0" i="0" u="none" strike="noStrike" cap="none" dirty="0">
                <a:solidFill>
                  <a:schemeClr val="tx1"/>
                </a:solidFill>
                <a:latin typeface="Barlow" panose="00000500000000000000" pitchFamily="2" charset="0"/>
                <a:ea typeface="Patrick Hand"/>
                <a:cs typeface="Patrick Hand"/>
                <a:sym typeface="Patrick Hand"/>
              </a:rPr>
              <a:t>, et reproductible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7" name="Google Shape;567;p56"/>
          <p:cNvSpPr/>
          <p:nvPr/>
        </p:nvSpPr>
        <p:spPr>
          <a:xfrm>
            <a:off x="814277"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68" name="Google Shape;568;p56"/>
          <p:cNvSpPr/>
          <p:nvPr/>
        </p:nvSpPr>
        <p:spPr>
          <a:xfrm>
            <a:off x="1056960" y="3394381"/>
            <a:ext cx="2888483" cy="287437"/>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récupération</a:t>
            </a:r>
            <a:r>
              <a:rPr lang="en-US" sz="1800" b="0" i="0" u="none" strike="noStrike" cap="none" dirty="0">
                <a:solidFill>
                  <a:schemeClr val="tx1"/>
                </a:solidFill>
                <a:latin typeface="Barlow" panose="00000500000000000000" pitchFamily="2" charset="0"/>
                <a:ea typeface="Patrick Hand"/>
                <a:cs typeface="Patrick Hand"/>
                <a:sym typeface="Patrick Hand"/>
              </a:rPr>
              <a:t> (retrieval)</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9" name="Google Shape;569;p56"/>
          <p:cNvSpPr/>
          <p:nvPr/>
        </p:nvSpPr>
        <p:spPr>
          <a:xfrm>
            <a:off x="4418109"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0" name="Google Shape;570;p56"/>
          <p:cNvSpPr/>
          <p:nvPr/>
        </p:nvSpPr>
        <p:spPr>
          <a:xfrm>
            <a:off x="4660792" y="3511944"/>
            <a:ext cx="2888483"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Fidélité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1" name="Google Shape;571;p56"/>
          <p:cNvSpPr/>
          <p:nvPr/>
        </p:nvSpPr>
        <p:spPr>
          <a:xfrm>
            <a:off x="8021942" y="3269255"/>
            <a:ext cx="3373948"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2" name="Google Shape;572;p56"/>
          <p:cNvSpPr/>
          <p:nvPr/>
        </p:nvSpPr>
        <p:spPr>
          <a:xfrm>
            <a:off x="8264625" y="3511944"/>
            <a:ext cx="2888582"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réponse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73" name="Google Shape;573;p56"/>
          <p:cNvSpPr/>
          <p:nvPr/>
        </p:nvSpPr>
        <p:spPr>
          <a:xfrm>
            <a:off x="814277"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4" name="Google Shape;574;p56"/>
          <p:cNvSpPr/>
          <p:nvPr/>
        </p:nvSpPr>
        <p:spPr>
          <a:xfrm>
            <a:off x="1056960"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Stabilité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5" name="Google Shape;575;p56"/>
          <p:cNvSpPr/>
          <p:nvPr/>
        </p:nvSpPr>
        <p:spPr>
          <a:xfrm>
            <a:off x="6220075"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6" name="Google Shape;576;p56"/>
          <p:cNvSpPr/>
          <p:nvPr/>
        </p:nvSpPr>
        <p:spPr>
          <a:xfrm>
            <a:off x="6462758"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Traçabilité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D75F6F50-07AB-2C5B-7C7C-D59AB0EAA38B}"/>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sp>
        <p:nvSpPr>
          <p:cNvPr id="584" name="Google Shape;584;p57"/>
          <p:cNvSpPr/>
          <p:nvPr/>
        </p:nvSpPr>
        <p:spPr>
          <a:xfrm>
            <a:off x="695324" y="738889"/>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Fondamentaux RAG 1/2</a:t>
            </a:r>
            <a:r>
              <a:rPr lang="en-US" sz="2800" b="1" dirty="0">
                <a:solidFill>
                  <a:schemeClr val="tx1"/>
                </a:solidFill>
                <a:latin typeface="Avenir"/>
                <a:sym typeface="Calibri"/>
              </a:rPr>
              <a:t> : </a:t>
            </a:r>
            <a:r>
              <a:rPr lang="en-US" sz="2800" b="1" dirty="0">
                <a:solidFill>
                  <a:schemeClr val="tx1"/>
                </a:solidFill>
                <a:latin typeface="Avenir"/>
                <a:sym typeface="Patrick Hand"/>
              </a:rPr>
              <a:t>Le RAG, </a:t>
            </a:r>
            <a:r>
              <a:rPr lang="en-US" sz="2800" b="1" dirty="0" err="1">
                <a:solidFill>
                  <a:schemeClr val="tx1"/>
                </a:solidFill>
                <a:latin typeface="Avenir"/>
                <a:sym typeface="Patrick Hand"/>
              </a:rPr>
              <a:t>en</a:t>
            </a:r>
            <a:r>
              <a:rPr lang="en-US" sz="2800" b="1" dirty="0">
                <a:solidFill>
                  <a:schemeClr val="tx1"/>
                </a:solidFill>
                <a:latin typeface="Avenir"/>
                <a:sym typeface="Patrick Hand"/>
              </a:rPr>
              <a:t> pratique</a:t>
            </a:r>
            <a:endParaRPr sz="2800" b="1" dirty="0">
              <a:solidFill>
                <a:schemeClr val="tx1"/>
              </a:solidFill>
              <a:latin typeface="Avenir"/>
              <a:sym typeface="Calibri"/>
            </a:endParaRPr>
          </a:p>
        </p:txBody>
      </p:sp>
      <p:pic>
        <p:nvPicPr>
          <p:cNvPr id="585" name="Google Shape;585;p57" descr="preencoded.png"/>
          <p:cNvPicPr preferRelativeResize="0"/>
          <p:nvPr/>
        </p:nvPicPr>
        <p:blipFill rotWithShape="1">
          <a:blip r:embed="rId3">
            <a:alphaModFix/>
          </a:blip>
          <a:srcRect/>
          <a:stretch/>
        </p:blipFill>
        <p:spPr>
          <a:xfrm>
            <a:off x="2582153" y="1594452"/>
            <a:ext cx="6877969" cy="2596980"/>
          </a:xfrm>
          <a:prstGeom prst="rect">
            <a:avLst/>
          </a:prstGeom>
          <a:noFill/>
          <a:ln>
            <a:noFill/>
          </a:ln>
        </p:spPr>
      </p:pic>
      <p:sp>
        <p:nvSpPr>
          <p:cNvPr id="586" name="Google Shape;586;p57"/>
          <p:cNvSpPr/>
          <p:nvPr/>
        </p:nvSpPr>
        <p:spPr>
          <a:xfrm>
            <a:off x="4666599"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Recherche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7" name="Google Shape;587;p57"/>
          <p:cNvSpPr/>
          <p:nvPr/>
        </p:nvSpPr>
        <p:spPr>
          <a:xfrm>
            <a:off x="4666599"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Recherche </a:t>
            </a:r>
            <a:r>
              <a:rPr lang="en-US" sz="900" b="0" i="0" u="none" strike="noStrike" cap="none" dirty="0" err="1">
                <a:solidFill>
                  <a:schemeClr val="tx1"/>
                </a:solidFill>
                <a:latin typeface="Barlow" panose="00000500000000000000" pitchFamily="2" charset="0"/>
                <a:ea typeface="Patrick Hand"/>
                <a:cs typeface="Patrick Hand"/>
                <a:sym typeface="Patrick Hand"/>
              </a:rPr>
              <a:t>sémantique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en</a:t>
            </a:r>
            <a:r>
              <a:rPr lang="en-US" sz="900" b="0" i="0" u="none" strike="noStrike" cap="none" dirty="0">
                <a:solidFill>
                  <a:schemeClr val="tx1"/>
                </a:solidFill>
                <a:latin typeface="Barlow" panose="00000500000000000000" pitchFamily="2" charset="0"/>
                <a:ea typeface="Patrick Hand"/>
                <a:cs typeface="Patrick Hand"/>
                <a:sym typeface="Patrick Hand"/>
              </a:rPr>
              <a:t> base </a:t>
            </a:r>
            <a:r>
              <a:rPr lang="en-US" sz="900" b="0" i="0" u="none" strike="noStrike" cap="none" dirty="0" err="1">
                <a:solidFill>
                  <a:schemeClr val="tx1"/>
                </a:solidFill>
                <a:latin typeface="Barlow" panose="00000500000000000000" pitchFamily="2" charset="0"/>
                <a:ea typeface="Patrick Hand"/>
                <a:cs typeface="Patrick Hand"/>
                <a:sym typeface="Patrick Hand"/>
              </a:rPr>
              <a:t>vectorielle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88" name="Google Shape;588;p57"/>
          <p:cNvSpPr/>
          <p:nvPr/>
        </p:nvSpPr>
        <p:spPr>
          <a:xfrm>
            <a:off x="7968794"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Réponse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9" name="Google Shape;589;p57"/>
          <p:cNvSpPr/>
          <p:nvPr/>
        </p:nvSpPr>
        <p:spPr>
          <a:xfrm>
            <a:off x="7968794"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Réponse </a:t>
            </a:r>
            <a:r>
              <a:rPr lang="en-US" sz="900" b="0" i="0" u="none" strike="noStrike" cap="none" dirty="0" err="1">
                <a:solidFill>
                  <a:schemeClr val="tx1"/>
                </a:solidFill>
                <a:latin typeface="Barlow" panose="00000500000000000000" pitchFamily="2" charset="0"/>
                <a:ea typeface="Patrick Hand"/>
                <a:cs typeface="Patrick Hand"/>
                <a:sym typeface="Patrick Hand"/>
              </a:rPr>
              <a:t>sourcée</a:t>
            </a:r>
            <a:r>
              <a:rPr lang="en-US" sz="900" b="0" i="0" u="none" strike="noStrike" cap="none" dirty="0">
                <a:solidFill>
                  <a:schemeClr val="tx1"/>
                </a:solidFill>
                <a:latin typeface="Barlow" panose="00000500000000000000" pitchFamily="2" charset="0"/>
                <a:ea typeface="Patrick Hand"/>
                <a:cs typeface="Patrick Hand"/>
                <a:sym typeface="Patrick Hand"/>
              </a:rPr>
              <a:t> avec citations</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0" name="Google Shape;590;p57"/>
          <p:cNvSpPr/>
          <p:nvPr/>
        </p:nvSpPr>
        <p:spPr>
          <a:xfrm>
            <a:off x="304266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Question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1" name="Google Shape;591;p57"/>
          <p:cNvSpPr/>
          <p:nvPr/>
        </p:nvSpPr>
        <p:spPr>
          <a:xfrm>
            <a:off x="304266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Question </a:t>
            </a:r>
            <a:r>
              <a:rPr lang="en-US" sz="900" b="0" i="0" u="none" strike="noStrike" cap="none" dirty="0" err="1">
                <a:solidFill>
                  <a:schemeClr val="tx1"/>
                </a:solidFill>
                <a:latin typeface="Barlow" panose="00000500000000000000" pitchFamily="2" charset="0"/>
                <a:ea typeface="Patrick Hand"/>
                <a:cs typeface="Patrick Hand"/>
                <a:sym typeface="Patrick Hand"/>
              </a:rPr>
              <a:t>utilisateur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initiale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2" name="Google Shape;592;p57"/>
          <p:cNvSpPr/>
          <p:nvPr/>
        </p:nvSpPr>
        <p:spPr>
          <a:xfrm>
            <a:off x="633162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Rédaction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3" name="Google Shape;593;p57"/>
          <p:cNvSpPr/>
          <p:nvPr/>
        </p:nvSpPr>
        <p:spPr>
          <a:xfrm>
            <a:off x="633162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LLM </a:t>
            </a:r>
            <a:r>
              <a:rPr lang="en-US" sz="900" b="0" i="0" u="none" strike="noStrike" cap="none" dirty="0" err="1">
                <a:solidFill>
                  <a:schemeClr val="tx1"/>
                </a:solidFill>
                <a:latin typeface="Barlow" panose="00000500000000000000" pitchFamily="2" charset="0"/>
                <a:ea typeface="Patrick Hand"/>
                <a:cs typeface="Patrick Hand"/>
                <a:sym typeface="Patrick Hand"/>
              </a:rPr>
              <a:t>rédige</a:t>
            </a:r>
            <a:r>
              <a:rPr lang="en-US" sz="900" b="0" i="0" u="none" strike="noStrike" cap="none" dirty="0">
                <a:solidFill>
                  <a:schemeClr val="tx1"/>
                </a:solidFill>
                <a:latin typeface="Barlow" panose="00000500000000000000" pitchFamily="2" charset="0"/>
                <a:ea typeface="Patrick Hand"/>
                <a:cs typeface="Patrick Hand"/>
                <a:sym typeface="Patrick Hand"/>
              </a:rPr>
              <a:t> avec le </a:t>
            </a:r>
            <a:r>
              <a:rPr lang="en-US" sz="900" b="0" i="0" u="none" strike="noStrike" cap="none" dirty="0" err="1">
                <a:solidFill>
                  <a:schemeClr val="tx1"/>
                </a:solidFill>
                <a:latin typeface="Barlow" panose="00000500000000000000" pitchFamily="2" charset="0"/>
                <a:ea typeface="Patrick Hand"/>
                <a:cs typeface="Patrick Hand"/>
                <a:sym typeface="Patrick Hand"/>
              </a:rPr>
              <a:t>contexte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récupéré</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4" name="Google Shape;594;p57"/>
          <p:cNvSpPr/>
          <p:nvPr/>
        </p:nvSpPr>
        <p:spPr>
          <a:xfrm>
            <a:off x="695324" y="4508939"/>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5" name="Google Shape;595;p57"/>
          <p:cNvSpPr/>
          <p:nvPr/>
        </p:nvSpPr>
        <p:spPr>
          <a:xfrm>
            <a:off x="844843" y="4606074"/>
            <a:ext cx="5024709"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LLM seul</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596" name="Google Shape;596;p57"/>
          <p:cNvSpPr/>
          <p:nvPr/>
        </p:nvSpPr>
        <p:spPr>
          <a:xfrm>
            <a:off x="844843" y="4890038"/>
            <a:ext cx="5024709" cy="394692"/>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dirty="0" err="1">
                <a:solidFill>
                  <a:schemeClr val="tx1"/>
                </a:solidFill>
                <a:latin typeface="Barlow" panose="00000500000000000000" pitchFamily="2" charset="0"/>
                <a:ea typeface="Patrick Hand"/>
                <a:cs typeface="Patrick Hand"/>
                <a:sym typeface="Patrick Hand"/>
              </a:rPr>
              <a:t>Réponses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génériques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risque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d'hallucination</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élevé</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aucune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traçabilité</a:t>
            </a:r>
            <a:r>
              <a:rPr lang="en-US" sz="1150" b="0" i="0" u="none" strike="noStrike" cap="none" dirty="0">
                <a:solidFill>
                  <a:schemeClr val="tx1"/>
                </a:solidFill>
                <a:latin typeface="Barlow" panose="00000500000000000000" pitchFamily="2" charset="0"/>
                <a:ea typeface="Patrick Hand"/>
                <a:cs typeface="Patrick Hand"/>
                <a:sym typeface="Patrick Hand"/>
              </a:rPr>
              <a:t> vers les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documentaires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2" name="Google Shape;594;p57">
            <a:extLst>
              <a:ext uri="{FF2B5EF4-FFF2-40B4-BE49-F238E27FC236}">
                <a16:creationId xmlns:a16="http://schemas.microsoft.com/office/drawing/2014/main" id="{071B6211-CC54-67CD-B956-34BB157BD530}"/>
              </a:ext>
            </a:extLst>
          </p:cNvPr>
          <p:cNvSpPr/>
          <p:nvPr/>
        </p:nvSpPr>
        <p:spPr>
          <a:xfrm>
            <a:off x="6174839" y="4508938"/>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7" name="Google Shape;597;p57"/>
          <p:cNvSpPr/>
          <p:nvPr/>
        </p:nvSpPr>
        <p:spPr>
          <a:xfrm>
            <a:off x="6282490" y="4606074"/>
            <a:ext cx="5108447"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Moteur de recherche classique</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8" name="Google Shape;598;p57"/>
          <p:cNvSpPr/>
          <p:nvPr/>
        </p:nvSpPr>
        <p:spPr>
          <a:xfrm>
            <a:off x="6282490" y="4890038"/>
            <a:ext cx="5718032"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Retour de documents bruts, sans synthèse ni mise en contexte sémantique pour l'utilisateur.</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9" name="Google Shape;599;p57"/>
          <p:cNvSpPr/>
          <p:nvPr/>
        </p:nvSpPr>
        <p:spPr>
          <a:xfrm>
            <a:off x="805041" y="5642967"/>
            <a:ext cx="10581613" cy="456505"/>
          </a:xfrm>
          <a:prstGeom prst="roundRect">
            <a:avLst>
              <a:gd name="adj" fmla="val 13756"/>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00" name="Google Shape;600;p57" descr="preencoded.png"/>
          <p:cNvPicPr preferRelativeResize="0"/>
          <p:nvPr/>
        </p:nvPicPr>
        <p:blipFill rotWithShape="1">
          <a:blip r:embed="rId4">
            <a:alphaModFix/>
          </a:blip>
          <a:srcRect/>
          <a:stretch/>
        </p:blipFill>
        <p:spPr>
          <a:xfrm>
            <a:off x="954560" y="5838627"/>
            <a:ext cx="186824" cy="149523"/>
          </a:xfrm>
          <a:prstGeom prst="rect">
            <a:avLst/>
          </a:prstGeom>
          <a:noFill/>
          <a:ln>
            <a:noFill/>
          </a:ln>
        </p:spPr>
      </p:pic>
      <p:sp>
        <p:nvSpPr>
          <p:cNvPr id="601" name="Google Shape;601;p57"/>
          <p:cNvSpPr/>
          <p:nvPr/>
        </p:nvSpPr>
        <p:spPr>
          <a:xfrm>
            <a:off x="1290903" y="5777409"/>
            <a:ext cx="10555817"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0000"/>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Le RAG combine les deux approches : il ancre la génération dans des sources vérifiables et citées.</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63E1091-6D52-9100-3B84-CE76C116EC39}"/>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1"/>
                                        </p:tgtEl>
                                        <p:attrNameLst>
                                          <p:attrName>style.visibility</p:attrName>
                                        </p:attrNameLst>
                                      </p:cBhvr>
                                      <p:to>
                                        <p:strVal val="visible"/>
                                      </p:to>
                                    </p:set>
                                    <p:animEffect transition="in" filter="fade">
                                      <p:cBhvr>
                                        <p:cTn id="7" dur="500"/>
                                        <p:tgtEl>
                                          <p:spTgt spid="59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3"/>
                                        </p:tgtEl>
                                        <p:attrNameLst>
                                          <p:attrName>style.visibility</p:attrName>
                                        </p:attrNameLst>
                                      </p:cBhvr>
                                      <p:to>
                                        <p:strVal val="visible"/>
                                      </p:to>
                                    </p:set>
                                    <p:animEffect transition="in" filter="fade">
                                      <p:cBhvr>
                                        <p:cTn id="10" dur="500"/>
                                        <p:tgtEl>
                                          <p:spTgt spid="5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7"/>
                                        </p:tgtEl>
                                        <p:attrNameLst>
                                          <p:attrName>style.visibility</p:attrName>
                                        </p:attrNameLst>
                                      </p:cBhvr>
                                      <p:to>
                                        <p:strVal val="visible"/>
                                      </p:to>
                                    </p:set>
                                    <p:animEffect transition="in" filter="fade">
                                      <p:cBhvr>
                                        <p:cTn id="13" dur="500"/>
                                        <p:tgtEl>
                                          <p:spTgt spid="5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9"/>
                                        </p:tgtEl>
                                        <p:attrNameLst>
                                          <p:attrName>style.visibility</p:attrName>
                                        </p:attrNameLst>
                                      </p:cBhvr>
                                      <p:to>
                                        <p:strVal val="visible"/>
                                      </p:to>
                                    </p:set>
                                    <p:animEffect transition="in" filter="fade">
                                      <p:cBhvr>
                                        <p:cTn id="16"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7" grpId="0"/>
      <p:bldP spid="589" grpId="0"/>
      <p:bldP spid="591" grpId="0"/>
      <p:bldP spid="59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9" name="Google Shape;609;p58"/>
          <p:cNvSpPr/>
          <p:nvPr/>
        </p:nvSpPr>
        <p:spPr>
          <a:xfrm>
            <a:off x="672000" y="741716"/>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Fondamentaux RAG 2/2</a:t>
            </a:r>
            <a:r>
              <a:rPr lang="en-US" sz="2800" b="1" dirty="0">
                <a:solidFill>
                  <a:schemeClr val="tx1"/>
                </a:solidFill>
                <a:latin typeface="Avenir"/>
                <a:sym typeface="Calibri"/>
              </a:rPr>
              <a:t> : </a:t>
            </a:r>
            <a:r>
              <a:rPr lang="en-US" sz="2800" b="1" dirty="0" err="1">
                <a:solidFill>
                  <a:schemeClr val="tx1"/>
                </a:solidFill>
                <a:latin typeface="Avenir"/>
                <a:sym typeface="Calibri"/>
              </a:rPr>
              <a:t>Anatomie</a:t>
            </a:r>
            <a:r>
              <a:rPr lang="en-US" sz="2800" b="1" dirty="0">
                <a:solidFill>
                  <a:schemeClr val="tx1"/>
                </a:solidFill>
                <a:latin typeface="Avenir"/>
                <a:sym typeface="Calibri"/>
              </a:rPr>
              <a:t> </a:t>
            </a:r>
            <a:r>
              <a:rPr lang="en-US" sz="2800" b="1" dirty="0" err="1">
                <a:solidFill>
                  <a:schemeClr val="tx1"/>
                </a:solidFill>
                <a:latin typeface="Avenir"/>
                <a:sym typeface="Calibri"/>
              </a:rPr>
              <a:t>d'une</a:t>
            </a:r>
            <a:r>
              <a:rPr lang="en-US" sz="2800" b="1" dirty="0">
                <a:solidFill>
                  <a:schemeClr val="tx1"/>
                </a:solidFill>
                <a:latin typeface="Avenir"/>
                <a:sym typeface="Calibri"/>
              </a:rPr>
              <a:t> </a:t>
            </a:r>
            <a:r>
              <a:rPr lang="en-US" sz="2800" b="1" dirty="0" err="1">
                <a:solidFill>
                  <a:schemeClr val="tx1"/>
                </a:solidFill>
                <a:latin typeface="Avenir"/>
                <a:sym typeface="Calibri"/>
              </a:rPr>
              <a:t>chaîne</a:t>
            </a:r>
            <a:r>
              <a:rPr lang="en-US" sz="2800" b="1" dirty="0">
                <a:solidFill>
                  <a:schemeClr val="tx1"/>
                </a:solidFill>
                <a:latin typeface="Avenir"/>
                <a:sym typeface="Calibri"/>
              </a:rPr>
              <a:t> RAG</a:t>
            </a:r>
            <a:endParaRPr sz="2800" b="1" dirty="0">
              <a:solidFill>
                <a:schemeClr val="tx1"/>
              </a:solidFill>
              <a:latin typeface="Avenir"/>
              <a:sym typeface="Calibri"/>
            </a:endParaRPr>
          </a:p>
        </p:txBody>
      </p:sp>
      <p:sp>
        <p:nvSpPr>
          <p:cNvPr id="611" name="Google Shape;611;p58"/>
          <p:cNvSpPr/>
          <p:nvPr/>
        </p:nvSpPr>
        <p:spPr>
          <a:xfrm>
            <a:off x="805193" y="5715116"/>
            <a:ext cx="10581613" cy="315714"/>
          </a:xfrm>
          <a:prstGeom prst="roundRect">
            <a:avLst>
              <a:gd name="adj" fmla="val 15301"/>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12" name="Google Shape;612;p58" descr="preencoded.png"/>
          <p:cNvPicPr preferRelativeResize="0"/>
          <p:nvPr/>
        </p:nvPicPr>
        <p:blipFill rotWithShape="1">
          <a:blip r:embed="rId3">
            <a:alphaModFix/>
          </a:blip>
          <a:srcRect/>
          <a:stretch/>
        </p:blipFill>
        <p:spPr>
          <a:xfrm>
            <a:off x="920184" y="5822924"/>
            <a:ext cx="143764" cy="114995"/>
          </a:xfrm>
          <a:prstGeom prst="rect">
            <a:avLst/>
          </a:prstGeom>
          <a:noFill/>
          <a:ln>
            <a:noFill/>
          </a:ln>
        </p:spPr>
      </p:pic>
      <p:sp>
        <p:nvSpPr>
          <p:cNvPr id="613" name="Google Shape;613;p58"/>
          <p:cNvSpPr/>
          <p:nvPr/>
        </p:nvSpPr>
        <p:spPr>
          <a:xfrm>
            <a:off x="1178939" y="5805261"/>
            <a:ext cx="10702459" cy="13791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Patrick Hand"/>
              <a:buNone/>
            </a:pPr>
            <a:r>
              <a:rPr lang="en-US" sz="900" b="0" i="0" u="none" strike="noStrike" cap="none" dirty="0" err="1">
                <a:solidFill>
                  <a:schemeClr val="tx1"/>
                </a:solidFill>
                <a:latin typeface="Barlow" panose="00000500000000000000" pitchFamily="2" charset="0"/>
                <a:ea typeface="Patrick Hand"/>
                <a:cs typeface="Patrick Hand"/>
                <a:sym typeface="Patrick Hand"/>
              </a:rPr>
              <a:t>Chaque</a:t>
            </a:r>
            <a:r>
              <a:rPr lang="en-US" sz="900" b="0" i="0" u="none" strike="noStrike" cap="none" dirty="0">
                <a:solidFill>
                  <a:schemeClr val="tx1"/>
                </a:solidFill>
                <a:latin typeface="Barlow" panose="00000500000000000000" pitchFamily="2" charset="0"/>
                <a:ea typeface="Patrick Hand"/>
                <a:cs typeface="Patrick Hand"/>
                <a:sym typeface="Patrick Hand"/>
              </a:rPr>
              <a:t> étage </a:t>
            </a:r>
            <a:r>
              <a:rPr lang="en-US" sz="900" b="0" i="0" u="none" strike="noStrike" cap="none" dirty="0" err="1">
                <a:solidFill>
                  <a:schemeClr val="tx1"/>
                </a:solidFill>
                <a:latin typeface="Barlow" panose="00000500000000000000" pitchFamily="2" charset="0"/>
                <a:ea typeface="Patrick Hand"/>
                <a:cs typeface="Patrick Hand"/>
                <a:sym typeface="Patrick Hand"/>
              </a:rPr>
              <a:t>peut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défaillir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indépendamment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L'évaluation</a:t>
            </a:r>
            <a:r>
              <a:rPr lang="en-US" sz="900" b="0" i="0" u="none" strike="noStrike" cap="none" dirty="0">
                <a:solidFill>
                  <a:schemeClr val="tx1"/>
                </a:solidFill>
                <a:latin typeface="Barlow" panose="00000500000000000000" pitchFamily="2" charset="0"/>
                <a:ea typeface="Patrick Hand"/>
                <a:cs typeface="Patrick Hand"/>
                <a:sym typeface="Patrick Hand"/>
              </a:rPr>
              <a:t> doit </a:t>
            </a:r>
            <a:r>
              <a:rPr lang="en-US" sz="900" b="0" i="0" u="none" strike="noStrike" cap="none" dirty="0" err="1">
                <a:solidFill>
                  <a:schemeClr val="tx1"/>
                </a:solidFill>
                <a:latin typeface="Barlow" panose="00000500000000000000" pitchFamily="2" charset="0"/>
                <a:ea typeface="Patrick Hand"/>
                <a:cs typeface="Patrick Hand"/>
                <a:sym typeface="Patrick Hand"/>
              </a:rPr>
              <a:t>être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granulaire</a:t>
            </a:r>
            <a:r>
              <a:rPr lang="en-US" sz="900" b="0" i="0" u="none" strike="noStrike" cap="none" dirty="0">
                <a:solidFill>
                  <a:schemeClr val="tx1"/>
                </a:solidFill>
                <a:latin typeface="Barlow" panose="00000500000000000000" pitchFamily="2" charset="0"/>
                <a:ea typeface="Patrick Hand"/>
                <a:cs typeface="Patrick Hand"/>
                <a:sym typeface="Patrick Hand"/>
              </a:rPr>
              <a:t>, dimension par dimension.</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481C301D-8854-CFCD-252D-59789CBB7C01}"/>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graphicFrame>
        <p:nvGraphicFramePr>
          <p:cNvPr id="2" name="Diagramme 1">
            <a:extLst>
              <a:ext uri="{FF2B5EF4-FFF2-40B4-BE49-F238E27FC236}">
                <a16:creationId xmlns:a16="http://schemas.microsoft.com/office/drawing/2014/main" id="{06E639B4-ED3C-4BE6-2AC0-EE1A61428124}"/>
              </a:ext>
            </a:extLst>
          </p:cNvPr>
          <p:cNvGraphicFramePr/>
          <p:nvPr>
            <p:extLst>
              <p:ext uri="{D42A27DB-BD31-4B8C-83A1-F6EECF244321}">
                <p14:modId xmlns:p14="http://schemas.microsoft.com/office/powerpoint/2010/main" val="4172084767"/>
              </p:ext>
            </p:extLst>
          </p:nvPr>
        </p:nvGraphicFramePr>
        <p:xfrm>
          <a:off x="3841887" y="1227861"/>
          <a:ext cx="2688281" cy="279142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ZoneTexte 3">
            <a:extLst>
              <a:ext uri="{FF2B5EF4-FFF2-40B4-BE49-F238E27FC236}">
                <a16:creationId xmlns:a16="http://schemas.microsoft.com/office/drawing/2014/main" id="{F0526974-4191-EF40-1BA6-66854F705DE3}"/>
              </a:ext>
            </a:extLst>
          </p:cNvPr>
          <p:cNvSpPr txBox="1"/>
          <p:nvPr/>
        </p:nvSpPr>
        <p:spPr>
          <a:xfrm>
            <a:off x="6730314" y="2627870"/>
            <a:ext cx="1149674" cy="307777"/>
          </a:xfrm>
          <a:prstGeom prst="rect">
            <a:avLst/>
          </a:prstGeom>
          <a:noFill/>
        </p:spPr>
        <p:txBody>
          <a:bodyPr wrap="none" rtlCol="0">
            <a:spAutoFit/>
          </a:bodyPr>
          <a:lstStyle/>
          <a:p>
            <a:r>
              <a:rPr lang="fr-FR" dirty="0" err="1"/>
              <a:t>Vector</a:t>
            </a:r>
            <a:r>
              <a:rPr lang="fr-FR" dirty="0"/>
              <a:t> store</a:t>
            </a:r>
          </a:p>
        </p:txBody>
      </p:sp>
      <p:sp>
        <p:nvSpPr>
          <p:cNvPr id="5" name="ZoneTexte 4">
            <a:extLst>
              <a:ext uri="{FF2B5EF4-FFF2-40B4-BE49-F238E27FC236}">
                <a16:creationId xmlns:a16="http://schemas.microsoft.com/office/drawing/2014/main" id="{EA92A5CA-C26D-67DD-D001-54AF4830D79A}"/>
              </a:ext>
            </a:extLst>
          </p:cNvPr>
          <p:cNvSpPr txBox="1"/>
          <p:nvPr/>
        </p:nvSpPr>
        <p:spPr>
          <a:xfrm>
            <a:off x="2841292" y="2520504"/>
            <a:ext cx="1000595" cy="307777"/>
          </a:xfrm>
          <a:prstGeom prst="rect">
            <a:avLst/>
          </a:prstGeom>
          <a:noFill/>
        </p:spPr>
        <p:txBody>
          <a:bodyPr wrap="none" rtlCol="0">
            <a:spAutoFit/>
          </a:bodyPr>
          <a:lstStyle/>
          <a:p>
            <a:r>
              <a:rPr lang="fr-FR" dirty="0"/>
              <a:t>Document</a:t>
            </a:r>
          </a:p>
        </p:txBody>
      </p:sp>
      <p:graphicFrame>
        <p:nvGraphicFramePr>
          <p:cNvPr id="6" name="Diagramme 5">
            <a:extLst>
              <a:ext uri="{FF2B5EF4-FFF2-40B4-BE49-F238E27FC236}">
                <a16:creationId xmlns:a16="http://schemas.microsoft.com/office/drawing/2014/main" id="{78FDE50F-97BE-0F14-85D0-F9149E39820A}"/>
              </a:ext>
            </a:extLst>
          </p:cNvPr>
          <p:cNvGraphicFramePr/>
          <p:nvPr>
            <p:extLst>
              <p:ext uri="{D42A27DB-BD31-4B8C-83A1-F6EECF244321}">
                <p14:modId xmlns:p14="http://schemas.microsoft.com/office/powerpoint/2010/main" val="743804984"/>
              </p:ext>
            </p:extLst>
          </p:nvPr>
        </p:nvGraphicFramePr>
        <p:xfrm>
          <a:off x="3841886" y="2797405"/>
          <a:ext cx="2688281" cy="2791429"/>
        </p:xfrm>
        <a:graphic>
          <a:graphicData uri="http://schemas.openxmlformats.org/drawingml/2006/diagram">
            <dgm:relIds xmlns:dgm="http://schemas.openxmlformats.org/drawingml/2006/diagram" xmlns:r="http://schemas.openxmlformats.org/officeDocument/2006/relationships" r:dm="rId9" r:lo="rId10" r:qs="rId11" r:cs="rId12"/>
          </a:graphicData>
        </a:graphic>
      </p:graphicFrame>
      <p:sp>
        <p:nvSpPr>
          <p:cNvPr id="7" name="ZoneTexte 6">
            <a:extLst>
              <a:ext uri="{FF2B5EF4-FFF2-40B4-BE49-F238E27FC236}">
                <a16:creationId xmlns:a16="http://schemas.microsoft.com/office/drawing/2014/main" id="{53BFE7E8-401A-2C76-5786-ECDB063A28A2}"/>
              </a:ext>
            </a:extLst>
          </p:cNvPr>
          <p:cNvSpPr txBox="1"/>
          <p:nvPr/>
        </p:nvSpPr>
        <p:spPr>
          <a:xfrm>
            <a:off x="2207740" y="4039231"/>
            <a:ext cx="1747594" cy="307777"/>
          </a:xfrm>
          <a:prstGeom prst="rect">
            <a:avLst/>
          </a:prstGeom>
          <a:noFill/>
        </p:spPr>
        <p:txBody>
          <a:bodyPr wrap="none" rtlCol="0">
            <a:spAutoFit/>
          </a:bodyPr>
          <a:lstStyle/>
          <a:p>
            <a:r>
              <a:rPr lang="fr-FR" dirty="0"/>
              <a:t>Question Utilisateur</a:t>
            </a:r>
          </a:p>
        </p:txBody>
      </p:sp>
      <p:sp>
        <p:nvSpPr>
          <p:cNvPr id="8" name="ZoneTexte 7">
            <a:extLst>
              <a:ext uri="{FF2B5EF4-FFF2-40B4-BE49-F238E27FC236}">
                <a16:creationId xmlns:a16="http://schemas.microsoft.com/office/drawing/2014/main" id="{A9A4C5A4-557C-D938-BD2B-344A6B935B0A}"/>
              </a:ext>
            </a:extLst>
          </p:cNvPr>
          <p:cNvSpPr txBox="1"/>
          <p:nvPr/>
        </p:nvSpPr>
        <p:spPr>
          <a:xfrm>
            <a:off x="6489074" y="4039231"/>
            <a:ext cx="901209" cy="307777"/>
          </a:xfrm>
          <a:prstGeom prst="rect">
            <a:avLst/>
          </a:prstGeom>
          <a:noFill/>
        </p:spPr>
        <p:txBody>
          <a:bodyPr wrap="none" rtlCol="0">
            <a:spAutoFit/>
          </a:bodyPr>
          <a:lstStyle/>
          <a:p>
            <a:r>
              <a:rPr lang="fr-FR" dirty="0" err="1"/>
              <a:t>Reponse</a:t>
            </a:r>
            <a:endParaRPr lang="fr-FR"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21" name="Google Shape;621;p59"/>
          <p:cNvSpPr/>
          <p:nvPr/>
        </p:nvSpPr>
        <p:spPr>
          <a:xfrm>
            <a:off x="695325" y="746942"/>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Dimension 1/5 : Pertinence du retrieval</a:t>
            </a:r>
            <a:endParaRPr sz="2800" b="1" dirty="0">
              <a:solidFill>
                <a:schemeClr val="tx1"/>
              </a:solidFill>
              <a:latin typeface="Avenir"/>
              <a:sym typeface="Calibri"/>
            </a:endParaRPr>
          </a:p>
        </p:txBody>
      </p:sp>
      <p:sp>
        <p:nvSpPr>
          <p:cNvPr id="622" name="Google Shape;622;p59"/>
          <p:cNvSpPr/>
          <p:nvPr/>
        </p:nvSpPr>
        <p:spPr>
          <a:xfrm>
            <a:off x="675651" y="1720728"/>
            <a:ext cx="5094458"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Métriques évaluées</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3" name="Google Shape;623;p59" descr="preencoded.png"/>
          <p:cNvPicPr preferRelativeResize="0"/>
          <p:nvPr/>
        </p:nvPicPr>
        <p:blipFill rotWithShape="1">
          <a:blip r:embed="rId3">
            <a:alphaModFix/>
          </a:blip>
          <a:srcRect/>
          <a:stretch/>
        </p:blipFill>
        <p:spPr>
          <a:xfrm>
            <a:off x="675651" y="2048745"/>
            <a:ext cx="4736777" cy="892870"/>
          </a:xfrm>
          <a:prstGeom prst="rect">
            <a:avLst/>
          </a:prstGeom>
          <a:noFill/>
          <a:ln>
            <a:noFill/>
          </a:ln>
        </p:spPr>
      </p:pic>
      <p:sp>
        <p:nvSpPr>
          <p:cNvPr id="624" name="Google Shape;624;p59"/>
          <p:cNvSpPr/>
          <p:nvPr/>
        </p:nvSpPr>
        <p:spPr>
          <a:xfrm>
            <a:off x="931827" y="2228728"/>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Recall@k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5" name="Google Shape;625;p59"/>
          <p:cNvSpPr/>
          <p:nvPr/>
        </p:nvSpPr>
        <p:spPr>
          <a:xfrm>
            <a:off x="931827" y="2542656"/>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Couverture des documents pertinents dans le top-k retourné</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6" name="Google Shape;626;p59" descr="preencoded.png"/>
          <p:cNvPicPr preferRelativeResize="0"/>
          <p:nvPr/>
        </p:nvPicPr>
        <p:blipFill rotWithShape="1">
          <a:blip r:embed="rId3">
            <a:alphaModFix/>
          </a:blip>
          <a:srcRect/>
          <a:stretch/>
        </p:blipFill>
        <p:spPr>
          <a:xfrm>
            <a:off x="675651" y="3054327"/>
            <a:ext cx="4736777" cy="892870"/>
          </a:xfrm>
          <a:prstGeom prst="rect">
            <a:avLst/>
          </a:prstGeom>
          <a:noFill/>
          <a:ln>
            <a:noFill/>
          </a:ln>
        </p:spPr>
      </p:pic>
      <p:sp>
        <p:nvSpPr>
          <p:cNvPr id="627" name="Google Shape;627;p59"/>
          <p:cNvSpPr/>
          <p:nvPr/>
        </p:nvSpPr>
        <p:spPr>
          <a:xfrm>
            <a:off x="931827" y="3234310"/>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MRR</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8" name="Google Shape;628;p59"/>
          <p:cNvSpPr/>
          <p:nvPr/>
        </p:nvSpPr>
        <p:spPr>
          <a:xfrm>
            <a:off x="931827" y="3548238"/>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Position moyenne du premier document pertinent</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9" name="Google Shape;629;p59" descr="preencoded.png"/>
          <p:cNvPicPr preferRelativeResize="0"/>
          <p:nvPr/>
        </p:nvPicPr>
        <p:blipFill rotWithShape="1">
          <a:blip r:embed="rId3">
            <a:alphaModFix/>
          </a:blip>
          <a:srcRect/>
          <a:stretch/>
        </p:blipFill>
        <p:spPr>
          <a:xfrm>
            <a:off x="675651" y="4059909"/>
            <a:ext cx="4736777" cy="892870"/>
          </a:xfrm>
          <a:prstGeom prst="rect">
            <a:avLst/>
          </a:prstGeom>
          <a:noFill/>
          <a:ln>
            <a:noFill/>
          </a:ln>
        </p:spPr>
      </p:pic>
      <p:sp>
        <p:nvSpPr>
          <p:cNvPr id="630" name="Google Shape;630;p59"/>
          <p:cNvSpPr/>
          <p:nvPr/>
        </p:nvSpPr>
        <p:spPr>
          <a:xfrm>
            <a:off x="931827" y="4239892"/>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nDCG@k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1" name="Google Shape;631;p59"/>
          <p:cNvSpPr/>
          <p:nvPr/>
        </p:nvSpPr>
        <p:spPr>
          <a:xfrm>
            <a:off x="931827" y="4553820"/>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Qualité du classement pondéré par la pertinence</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2" name="Google Shape;632;p59"/>
          <p:cNvSpPr/>
          <p:nvPr/>
        </p:nvSpPr>
        <p:spPr>
          <a:xfrm>
            <a:off x="675651" y="5079580"/>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33" name="Google Shape;633;p59" descr="preencoded.png"/>
          <p:cNvPicPr preferRelativeResize="0"/>
          <p:nvPr/>
        </p:nvPicPr>
        <p:blipFill rotWithShape="1">
          <a:blip r:embed="rId4">
            <a:alphaModFix/>
          </a:blip>
          <a:srcRect/>
          <a:stretch/>
        </p:blipFill>
        <p:spPr>
          <a:xfrm>
            <a:off x="836580" y="5304906"/>
            <a:ext cx="201211" cy="160933"/>
          </a:xfrm>
          <a:prstGeom prst="rect">
            <a:avLst/>
          </a:prstGeom>
          <a:noFill/>
          <a:ln>
            <a:noFill/>
          </a:ln>
        </p:spPr>
      </p:pic>
      <p:sp>
        <p:nvSpPr>
          <p:cNvPr id="634" name="Google Shape;634;p59"/>
          <p:cNvSpPr/>
          <p:nvPr/>
        </p:nvSpPr>
        <p:spPr>
          <a:xfrm>
            <a:off x="1198719" y="5221166"/>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en-US" sz="1250" b="1" i="0" u="none" strike="noStrike" cap="none">
                <a:solidFill>
                  <a:schemeClr val="tx1"/>
                </a:solidFill>
                <a:latin typeface="Barlow" panose="00000500000000000000" pitchFamily="2" charset="0"/>
                <a:ea typeface="Patrick Hand"/>
                <a:cs typeface="Patrick Hand"/>
                <a:sym typeface="Patrick Hand"/>
              </a:rPr>
              <a:t>864 configurations testées</a:t>
            </a:r>
            <a:r>
              <a:rPr lang="en-US" sz="1250" b="0" i="0" u="none" strike="noStrike" cap="none">
                <a:solidFill>
                  <a:schemeClr val="tx1"/>
                </a:solidFill>
                <a:latin typeface="Barlow" panose="00000500000000000000" pitchFamily="2" charset="0"/>
                <a:ea typeface="Patrick Hand"/>
                <a:cs typeface="Patrick Hand"/>
                <a:sym typeface="Patrick Hand"/>
              </a:rPr>
              <a:t> · 750 exploitables · 50 questions annotées manuellement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5" name="Google Shape;635;p59"/>
          <p:cNvSpPr/>
          <p:nvPr/>
        </p:nvSpPr>
        <p:spPr>
          <a:xfrm>
            <a:off x="5681736" y="1177826"/>
            <a:ext cx="6168060" cy="4977762"/>
          </a:xfrm>
          <a:prstGeom prst="roundRect">
            <a:avLst>
              <a:gd name="adj" fmla="val 268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3" name="Espace réservé du texte 2">
            <a:extLst>
              <a:ext uri="{FF2B5EF4-FFF2-40B4-BE49-F238E27FC236}">
                <a16:creationId xmlns:a16="http://schemas.microsoft.com/office/drawing/2014/main" id="{BD8B661D-91DA-73AA-BB00-3BB5ABA9D145}"/>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23B4EAD4-F021-2384-7528-F9394855C070}"/>
              </a:ext>
            </a:extLst>
          </p:cNvPr>
          <p:cNvPicPr>
            <a:picLocks noChangeAspect="1"/>
          </p:cNvPicPr>
          <p:nvPr/>
        </p:nvPicPr>
        <p:blipFill>
          <a:blip r:embed="rId5"/>
          <a:stretch>
            <a:fillRect/>
          </a:stretch>
        </p:blipFill>
        <p:spPr>
          <a:xfrm>
            <a:off x="5770109" y="1279423"/>
            <a:ext cx="5991314" cy="477115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5" name="Google Shape;645;p60"/>
          <p:cNvSpPr/>
          <p:nvPr/>
        </p:nvSpPr>
        <p:spPr>
          <a:xfrm>
            <a:off x="600000" y="741607"/>
            <a:ext cx="11592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Dimension 2/5 : </a:t>
            </a:r>
            <a:r>
              <a:rPr lang="en-US" sz="2800" b="1" dirty="0" err="1">
                <a:solidFill>
                  <a:schemeClr val="tx1"/>
                </a:solidFill>
                <a:latin typeface="Avenir"/>
                <a:sym typeface="Patrick Hand"/>
              </a:rPr>
              <a:t>Fidélité</a:t>
            </a:r>
            <a:r>
              <a:rPr lang="en-US" sz="2800" b="1" dirty="0">
                <a:solidFill>
                  <a:schemeClr val="tx1"/>
                </a:solidFill>
                <a:latin typeface="Avenir"/>
                <a:sym typeface="Patrick Hand"/>
              </a:rPr>
              <a:t> aux sources</a:t>
            </a:r>
            <a:endParaRPr sz="2800" b="1" dirty="0">
              <a:solidFill>
                <a:schemeClr val="tx1"/>
              </a:solidFill>
              <a:latin typeface="Avenir"/>
              <a:sym typeface="Calibri"/>
            </a:endParaRPr>
          </a:p>
        </p:txBody>
      </p:sp>
      <p:sp>
        <p:nvSpPr>
          <p:cNvPr id="646" name="Google Shape;646;p60"/>
          <p:cNvSpPr/>
          <p:nvPr/>
        </p:nvSpPr>
        <p:spPr>
          <a:xfrm>
            <a:off x="664254" y="1399703"/>
            <a:ext cx="4484396" cy="4795151"/>
          </a:xfrm>
          <a:prstGeom prst="roundRect">
            <a:avLst>
              <a:gd name="adj" fmla="val 3669"/>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649" name="Google Shape;649;p60"/>
          <p:cNvSpPr/>
          <p:nvPr/>
        </p:nvSpPr>
        <p:spPr>
          <a:xfrm>
            <a:off x="6145257" y="1643856"/>
            <a:ext cx="5052291" cy="24437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500"/>
              <a:buFont typeface="Patrick Hand"/>
              <a:buNone/>
            </a:pPr>
            <a:r>
              <a:rPr lang="en-US" sz="1500" b="0" i="0" u="none" strike="noStrike" cap="none">
                <a:solidFill>
                  <a:schemeClr val="tx1"/>
                </a:solidFill>
                <a:latin typeface="Barlow" panose="00000500000000000000" pitchFamily="2" charset="0"/>
                <a:ea typeface="Patrick Hand"/>
                <a:cs typeface="Patrick Hand"/>
                <a:sym typeface="Patrick Hand"/>
              </a:rPr>
              <a:t>Sous-métriques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0" name="Google Shape;650;p60"/>
          <p:cNvSpPr/>
          <p:nvPr/>
        </p:nvSpPr>
        <p:spPr>
          <a:xfrm>
            <a:off x="6145257" y="2054423"/>
            <a:ext cx="5052291" cy="1910953"/>
          </a:xfrm>
          <a:prstGeom prst="rect">
            <a:avLst/>
          </a:prstGeom>
          <a:noFill/>
          <a:ln>
            <a:noFill/>
          </a:ln>
        </p:spPr>
        <p:txBody>
          <a:bodyPr spcFirstLastPara="1" wrap="square" lIns="0" tIns="0" rIns="0" bIns="0" anchor="t" anchorCtr="0">
            <a:noAutofit/>
          </a:bodyPr>
          <a:lstStyle/>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Faithfulness</a:t>
            </a:r>
            <a:r>
              <a:rPr lang="en-US" sz="1500" b="0" i="0" u="none" strike="noStrike" cap="none">
                <a:solidFill>
                  <a:schemeClr val="tx1"/>
                </a:solidFill>
                <a:latin typeface="Barlow" panose="00000500000000000000" pitchFamily="2" charset="0"/>
                <a:ea typeface="Patrick Hand"/>
                <a:cs typeface="Patrick Hand"/>
                <a:sym typeface="Patrick Hand"/>
              </a:rPr>
              <a:t> — Adéquation de la réponse aux contextes cités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Answer relevancy</a:t>
            </a:r>
            <a:r>
              <a:rPr lang="en-US" sz="1500" b="0" i="0" u="none" strike="noStrike" cap="none">
                <a:solidFill>
                  <a:schemeClr val="tx1"/>
                </a:solidFill>
                <a:latin typeface="Barlow" panose="00000500000000000000" pitchFamily="2" charset="0"/>
                <a:ea typeface="Patrick Hand"/>
                <a:cs typeface="Patrick Hand"/>
                <a:sym typeface="Patrick Hand"/>
              </a:rPr>
              <a:t> — Pertinence de la réponse à la question posée</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precision</a:t>
            </a:r>
            <a:r>
              <a:rPr lang="en-US" sz="1500" b="0" i="0" u="none" strike="noStrike" cap="none">
                <a:solidFill>
                  <a:schemeClr val="tx1"/>
                </a:solidFill>
                <a:latin typeface="Barlow" panose="00000500000000000000" pitchFamily="2" charset="0"/>
                <a:ea typeface="Patrick Hand"/>
                <a:cs typeface="Patrick Hand"/>
                <a:sym typeface="Patrick Hand"/>
              </a:rPr>
              <a:t> — Densité d'information utile dans les chunks retenus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recall</a:t>
            </a:r>
            <a:r>
              <a:rPr lang="en-US" sz="1500" b="0" i="0" u="none" strike="noStrike" cap="none">
                <a:solidFill>
                  <a:schemeClr val="tx1"/>
                </a:solidFill>
                <a:latin typeface="Barlow" panose="00000500000000000000" pitchFamily="2" charset="0"/>
                <a:ea typeface="Patrick Hand"/>
                <a:cs typeface="Patrick Hand"/>
                <a:sym typeface="Patrick Hand"/>
              </a:rPr>
              <a:t> — Couverture des informations pertinentes dans le contexte</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1" name="Google Shape;651;p60"/>
          <p:cNvSpPr/>
          <p:nvPr/>
        </p:nvSpPr>
        <p:spPr>
          <a:xfrm>
            <a:off x="6340713" y="4735909"/>
            <a:ext cx="5052291" cy="975519"/>
          </a:xfrm>
          <a:prstGeom prst="roundRect">
            <a:avLst>
              <a:gd name="adj" fmla="val 8418"/>
            </a:avLst>
          </a:prstGeom>
          <a:solidFill>
            <a:srgbClr val="B6F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52" name="Google Shape;652;p60" descr="preencoded.png"/>
          <p:cNvPicPr preferRelativeResize="0"/>
          <p:nvPr/>
        </p:nvPicPr>
        <p:blipFill rotWithShape="1">
          <a:blip r:embed="rId3">
            <a:alphaModFix/>
          </a:blip>
          <a:srcRect/>
          <a:stretch/>
        </p:blipFill>
        <p:spPr>
          <a:xfrm>
            <a:off x="6536169" y="5018683"/>
            <a:ext cx="244370" cy="195461"/>
          </a:xfrm>
          <a:prstGeom prst="rect">
            <a:avLst/>
          </a:prstGeom>
          <a:noFill/>
          <a:ln>
            <a:noFill/>
          </a:ln>
        </p:spPr>
      </p:pic>
      <p:sp>
        <p:nvSpPr>
          <p:cNvPr id="653" name="Google Shape;653;p60"/>
          <p:cNvSpPr/>
          <p:nvPr/>
        </p:nvSpPr>
        <p:spPr>
          <a:xfrm>
            <a:off x="6975995" y="4934248"/>
            <a:ext cx="4221553" cy="578842"/>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500"/>
              <a:buFont typeface="Patrick Hand"/>
              <a:buNone/>
            </a:pPr>
            <a:r>
              <a:rPr lang="en-US" sz="1500" b="1" i="0" u="none" strike="noStrike" cap="none">
                <a:solidFill>
                  <a:schemeClr val="tx1"/>
                </a:solidFill>
                <a:latin typeface="Barlow" panose="00000500000000000000" pitchFamily="2" charset="0"/>
                <a:ea typeface="Patrick Hand"/>
                <a:cs typeface="Patrick Hand"/>
                <a:sym typeface="Patrick Hand"/>
              </a:rPr>
              <a:t>Hybrid‑k5 + GPT‑3.5</a:t>
            </a:r>
            <a:r>
              <a:rPr lang="en-US" sz="1500" b="0" i="0" u="none" strike="noStrike" cap="none">
                <a:solidFill>
                  <a:schemeClr val="tx1"/>
                </a:solidFill>
                <a:latin typeface="Barlow" panose="00000500000000000000" pitchFamily="2" charset="0"/>
                <a:ea typeface="Patrick Hand"/>
                <a:cs typeface="Patrick Hand"/>
                <a:sym typeface="Patrick Hand"/>
              </a:rPr>
              <a:t> : meilleur profil global sur l'ensemble des dimensions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1A3C9CF-DFB9-4471-29D8-8C791C68110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CA3F327E-617F-5C09-E994-90E81965F3E9}"/>
              </a:ext>
            </a:extLst>
          </p:cNvPr>
          <p:cNvPicPr>
            <a:picLocks noChangeAspect="1"/>
          </p:cNvPicPr>
          <p:nvPr/>
        </p:nvPicPr>
        <p:blipFill>
          <a:blip r:embed="rId4"/>
          <a:stretch>
            <a:fillRect/>
          </a:stretch>
        </p:blipFill>
        <p:spPr>
          <a:xfrm>
            <a:off x="825785" y="1547951"/>
            <a:ext cx="4161334" cy="449865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1" name="Google Shape;661;p61"/>
          <p:cNvSpPr/>
          <p:nvPr/>
        </p:nvSpPr>
        <p:spPr>
          <a:xfrm>
            <a:off x="695325" y="744492"/>
            <a:ext cx="11520000" cy="396000"/>
          </a:xfrm>
          <a:prstGeom prst="rect">
            <a:avLst/>
          </a:prstGeom>
          <a:noFill/>
          <a:ln>
            <a:noFill/>
          </a:ln>
        </p:spPr>
        <p:txBody>
          <a:bodyPr spcFirstLastPara="1" wrap="square" lIns="0" tIns="0" rIns="0" bIns="0" anchor="t" anchorCtr="0">
            <a:noAutofit/>
          </a:bodyPr>
          <a:lstStyle/>
          <a:p>
            <a:pPr lvl="0">
              <a:buClr>
                <a:schemeClr val="dk1"/>
              </a:buClr>
              <a:buSzPts val="3800"/>
            </a:pPr>
            <a:r>
              <a:rPr lang="en-US" sz="2800" b="1" dirty="0">
                <a:solidFill>
                  <a:schemeClr val="tx1"/>
                </a:solidFill>
                <a:latin typeface="Avenir"/>
                <a:sym typeface="Patrick Hand"/>
              </a:rPr>
              <a:t>Dimension 3/5 : </a:t>
            </a:r>
            <a:r>
              <a:rPr lang="en-US" sz="2800" b="1" dirty="0">
                <a:solidFill>
                  <a:schemeClr val="tx1"/>
                </a:solidFill>
                <a:latin typeface="Avenir"/>
                <a:sym typeface="Inter"/>
              </a:rPr>
              <a:t>Pertinence de la </a:t>
            </a:r>
            <a:r>
              <a:rPr lang="en-US" sz="2800" b="1" dirty="0" err="1">
                <a:solidFill>
                  <a:schemeClr val="tx1"/>
                </a:solidFill>
                <a:latin typeface="Avenir"/>
                <a:sym typeface="Inter"/>
              </a:rPr>
              <a:t>réponse</a:t>
            </a:r>
            <a:endParaRPr sz="2800" b="1" dirty="0">
              <a:solidFill>
                <a:schemeClr val="tx1"/>
              </a:solidFill>
              <a:latin typeface="Avenir"/>
              <a:sym typeface="Calibri"/>
            </a:endParaRPr>
          </a:p>
        </p:txBody>
      </p:sp>
      <p:sp>
        <p:nvSpPr>
          <p:cNvPr id="663" name="Google Shape;663;p61"/>
          <p:cNvSpPr/>
          <p:nvPr/>
        </p:nvSpPr>
        <p:spPr>
          <a:xfrm>
            <a:off x="8002189" y="1929209"/>
            <a:ext cx="3534300" cy="5313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650"/>
              <a:buFont typeface="Inter"/>
              <a:buNone/>
            </a:pPr>
            <a:r>
              <a:rPr lang="en-US" sz="1650" b="1" i="0" u="none" strike="noStrike" cap="none">
                <a:solidFill>
                  <a:schemeClr val="tx1"/>
                </a:solidFill>
                <a:latin typeface="Barlow" panose="00000500000000000000" pitchFamily="2" charset="0"/>
                <a:ea typeface="Inter"/>
                <a:cs typeface="Inter"/>
                <a:sym typeface="Inter"/>
              </a:rPr>
              <a:t>Score RAGAS par type de question</a:t>
            </a:r>
            <a:endParaRPr sz="1650" b="0" i="0" u="none" strike="noStrike" cap="none">
              <a:solidFill>
                <a:schemeClr val="tx1"/>
              </a:solidFill>
              <a:latin typeface="Barlow" panose="00000500000000000000" pitchFamily="2" charset="0"/>
              <a:ea typeface="Calibri"/>
              <a:cs typeface="Calibri"/>
              <a:sym typeface="Calibri"/>
            </a:endParaRPr>
          </a:p>
        </p:txBody>
      </p:sp>
      <p:sp>
        <p:nvSpPr>
          <p:cNvPr id="664" name="Google Shape;664;p61"/>
          <p:cNvSpPr/>
          <p:nvPr/>
        </p:nvSpPr>
        <p:spPr>
          <a:xfrm>
            <a:off x="8002189" y="2613720"/>
            <a:ext cx="3534300" cy="1292700"/>
          </a:xfrm>
          <a:prstGeom prst="rect">
            <a:avLst/>
          </a:prstGeom>
          <a:noFill/>
          <a:ln>
            <a:noFill/>
          </a:ln>
        </p:spPr>
        <p:txBody>
          <a:bodyPr spcFirstLastPara="1" wrap="square" lIns="0" tIns="0" rIns="0" bIns="0" anchor="t" anchorCtr="0">
            <a:noAutofit/>
          </a:bodyPr>
          <a:lstStyle/>
          <a:p>
            <a:pPr marL="0" marR="0" lvl="0" indent="0" algn="l" rtl="0">
              <a:lnSpc>
                <a:spcPct val="127000"/>
              </a:lnSpc>
              <a:spcBef>
                <a:spcPts val="0"/>
              </a:spcBef>
              <a:spcAft>
                <a:spcPts val="0"/>
              </a:spcAft>
              <a:buClr>
                <a:srgbClr val="272525"/>
              </a:buClr>
              <a:buSzPts val="1300"/>
              <a:buFont typeface="Inter"/>
              <a:buNone/>
            </a:pPr>
            <a:r>
              <a:rPr lang="en-US" sz="1300" b="0" i="0" u="none" strike="noStrike" cap="none">
                <a:solidFill>
                  <a:schemeClr val="tx1"/>
                </a:solidFill>
                <a:latin typeface="Barlow" panose="00000500000000000000" pitchFamily="2" charset="0"/>
                <a:ea typeface="Inter"/>
                <a:cs typeface="Inter"/>
                <a:sym typeface="Inter"/>
              </a:rPr>
              <a:t>Les questions procédurales obtiennent les meilleurs scores (contexte structuré). Les requêtes transversales révèlent un écart significatif lié à la fragmentation des sources.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6A3112DD-CB0B-016C-E62F-932E3C7676F8}"/>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78EF6584-0D68-37CB-E08A-1D23085AB4BA}"/>
              </a:ext>
            </a:extLst>
          </p:cNvPr>
          <p:cNvPicPr>
            <a:picLocks noChangeAspect="1"/>
          </p:cNvPicPr>
          <p:nvPr/>
        </p:nvPicPr>
        <p:blipFill>
          <a:blip r:embed="rId3"/>
          <a:stretch>
            <a:fillRect/>
          </a:stretch>
        </p:blipFill>
        <p:spPr>
          <a:xfrm>
            <a:off x="465596" y="1663569"/>
            <a:ext cx="7096740" cy="403289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5" name="Google Shape;675;p62"/>
          <p:cNvSpPr/>
          <p:nvPr/>
        </p:nvSpPr>
        <p:spPr>
          <a:xfrm>
            <a:off x="695325" y="740653"/>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a:solidFill>
                  <a:schemeClr val="tx1"/>
                </a:solidFill>
                <a:latin typeface="Avenir"/>
                <a:sym typeface="Patrick Hand"/>
              </a:rPr>
              <a:t>Dimension 4/5 : </a:t>
            </a:r>
            <a:r>
              <a:rPr lang="en-US" sz="2800" b="1" dirty="0" err="1">
                <a:solidFill>
                  <a:schemeClr val="tx1"/>
                </a:solidFill>
                <a:latin typeface="Avenir"/>
                <a:sym typeface="Inter"/>
              </a:rPr>
              <a:t>Stabilité</a:t>
            </a:r>
            <a:endParaRPr sz="2800" b="1" dirty="0">
              <a:solidFill>
                <a:schemeClr val="tx1"/>
              </a:solidFill>
              <a:latin typeface="Avenir"/>
              <a:sym typeface="Calibri"/>
            </a:endParaRPr>
          </a:p>
        </p:txBody>
      </p:sp>
      <p:sp>
        <p:nvSpPr>
          <p:cNvPr id="677" name="Google Shape;677;p62"/>
          <p:cNvSpPr/>
          <p:nvPr/>
        </p:nvSpPr>
        <p:spPr>
          <a:xfrm>
            <a:off x="7942163" y="2101751"/>
            <a:ext cx="3594300" cy="2067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Dispersion des 4 indicateurs de stabilité</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78" name="Google Shape;678;p62"/>
          <p:cNvSpPr/>
          <p:nvPr/>
        </p:nvSpPr>
        <p:spPr>
          <a:xfrm>
            <a:off x="7942163" y="2400995"/>
            <a:ext cx="3594300" cy="54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La faible variance inter-runs confirme la reproductibilité du pipeline. La robustesse aux paraphrases constitue le principal levier d'amélioration.</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2" name="Google Shape;682;p62"/>
          <p:cNvSpPr/>
          <p:nvPr/>
        </p:nvSpPr>
        <p:spPr>
          <a:xfrm>
            <a:off x="1467905" y="4622006"/>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0,94</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3" name="Google Shape;683;p62"/>
          <p:cNvSpPr/>
          <p:nvPr/>
        </p:nvSpPr>
        <p:spPr>
          <a:xfrm>
            <a:off x="661475" y="5194201"/>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Stabilité inter-runs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4" name="Google Shape;684;p62"/>
          <p:cNvSpPr/>
          <p:nvPr/>
        </p:nvSpPr>
        <p:spPr>
          <a:xfrm>
            <a:off x="661475" y="5456436"/>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Reproductibilité entre exécutions</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5" name="Google Shape;685;p62"/>
          <p:cNvSpPr/>
          <p:nvPr/>
        </p:nvSpPr>
        <p:spPr>
          <a:xfrm>
            <a:off x="6960120" y="4622006"/>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0,77</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6" name="Google Shape;686;p62"/>
          <p:cNvSpPr/>
          <p:nvPr/>
        </p:nvSpPr>
        <p:spPr>
          <a:xfrm>
            <a:off x="6153691" y="5194201"/>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Robustesse paraphrases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7" name="Google Shape;687;p62"/>
          <p:cNvSpPr/>
          <p:nvPr/>
        </p:nvSpPr>
        <p:spPr>
          <a:xfrm>
            <a:off x="6153691" y="5456436"/>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Score le plus faible — levier prioritaire</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8" name="Google Shape;688;p62"/>
          <p:cNvSpPr/>
          <p:nvPr/>
        </p:nvSpPr>
        <p:spPr>
          <a:xfrm>
            <a:off x="661475" y="5740598"/>
            <a:ext cx="10868700" cy="422100"/>
          </a:xfrm>
          <a:prstGeom prst="roundRect">
            <a:avLst>
              <a:gd name="adj" fmla="val 13169"/>
            </a:avLst>
          </a:prstGeom>
          <a:solidFill>
            <a:srgbClr val="FCF2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89" name="Google Shape;689;p62" descr="preencoded.png"/>
          <p:cNvPicPr preferRelativeResize="0"/>
          <p:nvPr/>
        </p:nvPicPr>
        <p:blipFill rotWithShape="1">
          <a:blip r:embed="rId3">
            <a:alphaModFix/>
          </a:blip>
          <a:srcRect/>
          <a:stretch/>
        </p:blipFill>
        <p:spPr>
          <a:xfrm>
            <a:off x="793730" y="5917109"/>
            <a:ext cx="165294" cy="132259"/>
          </a:xfrm>
          <a:prstGeom prst="rect">
            <a:avLst/>
          </a:prstGeom>
          <a:noFill/>
          <a:ln>
            <a:noFill/>
          </a:ln>
        </p:spPr>
      </p:pic>
      <p:sp>
        <p:nvSpPr>
          <p:cNvPr id="690" name="Google Shape;690;p62"/>
          <p:cNvSpPr/>
          <p:nvPr/>
        </p:nvSpPr>
        <p:spPr>
          <a:xfrm>
            <a:off x="1091280" y="5866209"/>
            <a:ext cx="10916400" cy="18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Priorité : renforcer la robustesse aux paraphrases avant déploiement en production.</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FC077FFF-1594-EA93-7209-FF969AD4FF4A}"/>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4708BF47-0673-C6AD-B273-158EF047B4CD}"/>
              </a:ext>
            </a:extLst>
          </p:cNvPr>
          <p:cNvPicPr>
            <a:picLocks noChangeAspect="1"/>
          </p:cNvPicPr>
          <p:nvPr/>
        </p:nvPicPr>
        <p:blipFill>
          <a:blip r:embed="rId4"/>
          <a:stretch>
            <a:fillRect/>
          </a:stretch>
        </p:blipFill>
        <p:spPr>
          <a:xfrm>
            <a:off x="1100631" y="1412637"/>
            <a:ext cx="5053060" cy="315769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698" name="Google Shape;698;p63"/>
          <p:cNvSpPr/>
          <p:nvPr/>
        </p:nvSpPr>
        <p:spPr>
          <a:xfrm>
            <a:off x="661475" y="742750"/>
            <a:ext cx="11520000" cy="396000"/>
          </a:xfrm>
          <a:prstGeom prst="rect">
            <a:avLst/>
          </a:prstGeom>
          <a:noFill/>
          <a:ln>
            <a:noFill/>
          </a:ln>
        </p:spPr>
        <p:txBody>
          <a:bodyPr spcFirstLastPara="1" wrap="square" lIns="0" tIns="0" rIns="0" bIns="0" anchor="t" anchorCtr="0">
            <a:noAutofit/>
          </a:bodyPr>
          <a:lstStyle/>
          <a:p>
            <a:pPr lvl="0">
              <a:buClr>
                <a:schemeClr val="dk1"/>
              </a:buClr>
              <a:buSzPts val="3800"/>
            </a:pPr>
            <a:r>
              <a:rPr lang="en-US" sz="2800" b="1" dirty="0">
                <a:solidFill>
                  <a:schemeClr val="tx1"/>
                </a:solidFill>
                <a:latin typeface="Avenir"/>
                <a:sym typeface="Patrick Hand"/>
              </a:rPr>
              <a:t>Dimension 5/5 : </a:t>
            </a:r>
            <a:r>
              <a:rPr lang="en-US" sz="2800" b="1" dirty="0" err="1">
                <a:solidFill>
                  <a:schemeClr val="tx1"/>
                </a:solidFill>
                <a:latin typeface="Avenir"/>
                <a:sym typeface="Inter"/>
              </a:rPr>
              <a:t>Traçabilité</a:t>
            </a:r>
            <a:endParaRPr sz="2800" b="1" dirty="0">
              <a:solidFill>
                <a:schemeClr val="tx1"/>
              </a:solidFill>
              <a:latin typeface="Avenir"/>
              <a:sym typeface="Calibri"/>
            </a:endParaRPr>
          </a:p>
        </p:txBody>
      </p:sp>
      <p:sp>
        <p:nvSpPr>
          <p:cNvPr id="701" name="Google Shape;701;p63"/>
          <p:cNvSpPr/>
          <p:nvPr/>
        </p:nvSpPr>
        <p:spPr>
          <a:xfrm>
            <a:off x="7987207" y="2686348"/>
            <a:ext cx="3549300" cy="95100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272525"/>
              </a:buClr>
              <a:buSzPts val="1250"/>
              <a:buFont typeface="Inter"/>
              <a:buNone/>
            </a:pPr>
            <a:r>
              <a:rPr lang="en-US" sz="1250" b="0" i="0" u="none" strike="noStrike" cap="none">
                <a:solidFill>
                  <a:schemeClr val="tx1"/>
                </a:solidFill>
                <a:latin typeface="Barlow" panose="00000500000000000000" pitchFamily="2" charset="0"/>
                <a:ea typeface="Inter"/>
                <a:cs typeface="Inter"/>
                <a:sym typeface="Inter"/>
              </a:rPr>
              <a:t>Chaque réponse est accompagnée d'un journal d'audit complet : sources citées, scores de confiance, horodatage et chaîne de raisonnement.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705" name="Google Shape;705;p63"/>
          <p:cNvSpPr/>
          <p:nvPr/>
        </p:nvSpPr>
        <p:spPr>
          <a:xfrm>
            <a:off x="661475" y="5713520"/>
            <a:ext cx="10868700" cy="396000"/>
          </a:xfrm>
          <a:prstGeom prst="roundRect">
            <a:avLst>
              <a:gd name="adj" fmla="val 8280"/>
            </a:avLst>
          </a:prstGeom>
          <a:solidFill>
            <a:srgbClr val="B6D6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06" name="Google Shape;706;p63" descr="preencoded.png"/>
          <p:cNvPicPr preferRelativeResize="0"/>
          <p:nvPr/>
        </p:nvPicPr>
        <p:blipFill rotWithShape="1">
          <a:blip r:embed="rId3">
            <a:alphaModFix/>
          </a:blip>
          <a:srcRect/>
          <a:stretch/>
        </p:blipFill>
        <p:spPr>
          <a:xfrm>
            <a:off x="822106" y="5826497"/>
            <a:ext cx="200814" cy="160635"/>
          </a:xfrm>
          <a:prstGeom prst="rect">
            <a:avLst/>
          </a:prstGeom>
          <a:noFill/>
          <a:ln>
            <a:noFill/>
          </a:ln>
        </p:spPr>
      </p:pic>
      <p:sp>
        <p:nvSpPr>
          <p:cNvPr id="707" name="Google Shape;707;p63"/>
          <p:cNvSpPr/>
          <p:nvPr/>
        </p:nvSpPr>
        <p:spPr>
          <a:xfrm>
            <a:off x="1183994" y="5791891"/>
            <a:ext cx="10185900" cy="26675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Conformité</a:t>
            </a:r>
            <a:r>
              <a:rPr lang="en-US" sz="1250" b="0" i="0" u="none" strike="noStrike" cap="none" dirty="0">
                <a:solidFill>
                  <a:schemeClr val="tx1"/>
                </a:solidFill>
                <a:latin typeface="Barlow" panose="00000500000000000000" pitchFamily="2" charset="0"/>
                <a:ea typeface="Inter"/>
                <a:cs typeface="Inter"/>
                <a:sym typeface="Inter"/>
              </a:rPr>
              <a:t> </a:t>
            </a:r>
            <a:r>
              <a:rPr lang="en-US" sz="1250" b="1" i="0" u="none" strike="noStrike" cap="none" dirty="0">
                <a:solidFill>
                  <a:schemeClr val="tx1"/>
                </a:solidFill>
                <a:latin typeface="Barlow" panose="00000500000000000000" pitchFamily="2" charset="0"/>
                <a:ea typeface="Inter"/>
                <a:cs typeface="Inter"/>
                <a:sym typeface="Inter"/>
              </a:rPr>
              <a:t>AI Act (UE, 2024)</a:t>
            </a:r>
            <a:r>
              <a:rPr lang="en-US" sz="1250" b="0" i="0" u="none" strike="noStrike" cap="none" dirty="0">
                <a:solidFill>
                  <a:schemeClr val="tx1"/>
                </a:solidFill>
                <a:latin typeface="Barlow" panose="00000500000000000000" pitchFamily="2" charset="0"/>
                <a:ea typeface="Inter"/>
                <a:cs typeface="Inter"/>
                <a:sym typeface="Inter"/>
              </a:rPr>
              <a:t> : R</a:t>
            </a:r>
            <a:r>
              <a:rPr lang="fr-FR" sz="1250" b="0" i="0" u="none" strike="noStrike" cap="none" dirty="0" err="1">
                <a:solidFill>
                  <a:schemeClr val="tx1"/>
                </a:solidFill>
                <a:latin typeface="Barlow" panose="00000500000000000000" pitchFamily="2" charset="0"/>
                <a:ea typeface="Inter"/>
                <a:cs typeface="Inter"/>
                <a:sym typeface="Inter"/>
              </a:rPr>
              <a:t>épond</a:t>
            </a:r>
            <a:r>
              <a:rPr lang="fr-FR" sz="1250" b="0" i="0" u="none" strike="noStrike" cap="none" dirty="0">
                <a:solidFill>
                  <a:schemeClr val="tx1"/>
                </a:solidFill>
                <a:latin typeface="Barlow" panose="00000500000000000000" pitchFamily="2" charset="0"/>
                <a:ea typeface="Inter"/>
                <a:cs typeface="Inter"/>
                <a:sym typeface="Inter"/>
              </a:rPr>
              <a:t> aux exigences de transparence pour l'IA à haut risque en contexte réglementé.</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18D42E0F-32A4-CFA9-EB40-41D5D123DCAE}"/>
              </a:ext>
            </a:extLst>
          </p:cNvPr>
          <p:cNvSpPr>
            <a:spLocks noGrp="1"/>
          </p:cNvSpPr>
          <p:nvPr>
            <p:ph type="body" idx="1"/>
          </p:nvPr>
        </p:nvSpPr>
        <p:spPr/>
        <p:txBody>
          <a:bodyPr/>
          <a:lstStyle/>
          <a:p>
            <a:endParaRPr lang="fr-FR" dirty="0">
              <a:solidFill>
                <a:schemeClr val="tx1"/>
              </a:solidFill>
              <a:latin typeface="Barlow" panose="00000500000000000000" pitchFamily="2" charset="0"/>
            </a:endParaRPr>
          </a:p>
        </p:txBody>
      </p:sp>
      <p:pic>
        <p:nvPicPr>
          <p:cNvPr id="6" name="Picture 5">
            <a:extLst>
              <a:ext uri="{FF2B5EF4-FFF2-40B4-BE49-F238E27FC236}">
                <a16:creationId xmlns:a16="http://schemas.microsoft.com/office/drawing/2014/main" id="{0A4A1C8A-A6DD-C623-8B5F-EC57B71BBF6A}"/>
              </a:ext>
            </a:extLst>
          </p:cNvPr>
          <p:cNvPicPr>
            <a:picLocks noChangeAspect="1"/>
          </p:cNvPicPr>
          <p:nvPr/>
        </p:nvPicPr>
        <p:blipFill>
          <a:blip r:embed="rId4"/>
          <a:stretch>
            <a:fillRect/>
          </a:stretch>
        </p:blipFill>
        <p:spPr>
          <a:xfrm>
            <a:off x="846128" y="1426756"/>
            <a:ext cx="6575108" cy="41522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713" name="Google Shape;713;p64"/>
          <p:cNvSpPr/>
          <p:nvPr/>
        </p:nvSpPr>
        <p:spPr>
          <a:xfrm>
            <a:off x="661475" y="743766"/>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800" b="1" dirty="0" err="1">
                <a:solidFill>
                  <a:schemeClr val="tx1"/>
                </a:solidFill>
                <a:latin typeface="Avenir"/>
                <a:sym typeface="Inter"/>
              </a:rPr>
              <a:t>Analyse</a:t>
            </a:r>
            <a:r>
              <a:rPr lang="en-US" sz="2800" b="1" dirty="0">
                <a:solidFill>
                  <a:schemeClr val="tx1"/>
                </a:solidFill>
                <a:latin typeface="Avenir"/>
                <a:sym typeface="Inter"/>
              </a:rPr>
              <a:t> des </a:t>
            </a:r>
            <a:r>
              <a:rPr lang="en-US" sz="2800" b="1" dirty="0" err="1">
                <a:solidFill>
                  <a:schemeClr val="tx1"/>
                </a:solidFill>
                <a:latin typeface="Avenir"/>
                <a:sym typeface="Inter"/>
              </a:rPr>
              <a:t>Erreurs</a:t>
            </a:r>
            <a:endParaRPr sz="2800" b="1" dirty="0">
              <a:solidFill>
                <a:schemeClr val="tx1"/>
              </a:solidFill>
              <a:latin typeface="Avenir"/>
              <a:sym typeface="Calibri"/>
            </a:endParaRPr>
          </a:p>
        </p:txBody>
      </p:sp>
      <p:sp>
        <p:nvSpPr>
          <p:cNvPr id="3" name="Espace réservé du texte 2">
            <a:extLst>
              <a:ext uri="{FF2B5EF4-FFF2-40B4-BE49-F238E27FC236}">
                <a16:creationId xmlns:a16="http://schemas.microsoft.com/office/drawing/2014/main" id="{DA2C74A2-B8CC-989F-22DA-9ED40A620616}"/>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30E49CA3-4A7F-E487-3B9E-EE95397B8259}"/>
              </a:ext>
            </a:extLst>
          </p:cNvPr>
          <p:cNvPicPr>
            <a:picLocks noChangeAspect="1"/>
          </p:cNvPicPr>
          <p:nvPr/>
        </p:nvPicPr>
        <p:blipFill>
          <a:blip r:embed="rId3"/>
          <a:stretch>
            <a:fillRect/>
          </a:stretch>
        </p:blipFill>
        <p:spPr>
          <a:xfrm>
            <a:off x="22528" y="1812773"/>
            <a:ext cx="6535425" cy="3892708"/>
          </a:xfrm>
          <a:prstGeom prst="rect">
            <a:avLst/>
          </a:prstGeom>
        </p:spPr>
      </p:pic>
      <p:sp>
        <p:nvSpPr>
          <p:cNvPr id="2" name="Google Shape;632;p59">
            <a:extLst>
              <a:ext uri="{FF2B5EF4-FFF2-40B4-BE49-F238E27FC236}">
                <a16:creationId xmlns:a16="http://schemas.microsoft.com/office/drawing/2014/main" id="{85FBC24D-7E9C-37E7-BF83-70EDC955BC1C}"/>
              </a:ext>
            </a:extLst>
          </p:cNvPr>
          <p:cNvSpPr/>
          <p:nvPr/>
        </p:nvSpPr>
        <p:spPr>
          <a:xfrm>
            <a:off x="6819487" y="5393112"/>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5" name="Google Shape;633;p59" descr="preencoded.png">
            <a:extLst>
              <a:ext uri="{FF2B5EF4-FFF2-40B4-BE49-F238E27FC236}">
                <a16:creationId xmlns:a16="http://schemas.microsoft.com/office/drawing/2014/main" id="{705DBA61-355A-AD97-F6F6-F9AE584E0B5E}"/>
              </a:ext>
            </a:extLst>
          </p:cNvPr>
          <p:cNvPicPr preferRelativeResize="0"/>
          <p:nvPr/>
        </p:nvPicPr>
        <p:blipFill rotWithShape="1">
          <a:blip r:embed="rId4">
            <a:alphaModFix/>
          </a:blip>
          <a:srcRect/>
          <a:stretch/>
        </p:blipFill>
        <p:spPr>
          <a:xfrm>
            <a:off x="6980416" y="5618438"/>
            <a:ext cx="201211" cy="160933"/>
          </a:xfrm>
          <a:prstGeom prst="rect">
            <a:avLst/>
          </a:prstGeom>
          <a:noFill/>
          <a:ln>
            <a:noFill/>
          </a:ln>
        </p:spPr>
      </p:pic>
      <p:sp>
        <p:nvSpPr>
          <p:cNvPr id="6" name="Google Shape;634;p59">
            <a:extLst>
              <a:ext uri="{FF2B5EF4-FFF2-40B4-BE49-F238E27FC236}">
                <a16:creationId xmlns:a16="http://schemas.microsoft.com/office/drawing/2014/main" id="{B37A43D3-F7AA-4ACE-14D6-6AD21548261C}"/>
              </a:ext>
            </a:extLst>
          </p:cNvPr>
          <p:cNvSpPr/>
          <p:nvPr/>
        </p:nvSpPr>
        <p:spPr>
          <a:xfrm>
            <a:off x="7342555" y="5534698"/>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fr-FR" sz="1250" b="1" i="0" u="none" strike="noStrike" cap="none" dirty="0">
                <a:solidFill>
                  <a:schemeClr val="tx1"/>
                </a:solidFill>
                <a:latin typeface="Barlow" panose="00000500000000000000" pitchFamily="2" charset="0"/>
                <a:ea typeface="Patrick Hand"/>
                <a:cs typeface="Patrick Hand"/>
                <a:sym typeface="Patrick Hand"/>
              </a:rPr>
              <a:t>Stabilité (D</a:t>
            </a:r>
            <a:r>
              <a:rPr lang="fr-FR" sz="1250" b="1" i="0" strike="noStrike" cap="none" dirty="0">
                <a:solidFill>
                  <a:schemeClr val="tx1"/>
                </a:solidFill>
                <a:latin typeface="Barlow" panose="00000500000000000000" pitchFamily="2" charset="0"/>
                <a:ea typeface="Patrick Hand"/>
                <a:cs typeface="Patrick Hand"/>
                <a:sym typeface="Patrick Hand"/>
              </a:rPr>
              <a:t>im 4)</a:t>
            </a:r>
            <a:r>
              <a:rPr lang="fr-FR" sz="1250" b="1" i="0" u="none" strike="noStrike" cap="none" dirty="0">
                <a:solidFill>
                  <a:schemeClr val="tx1"/>
                </a:solidFill>
                <a:latin typeface="Barlow" panose="00000500000000000000" pitchFamily="2" charset="0"/>
                <a:ea typeface="Patrick Hand"/>
                <a:cs typeface="Patrick Hand"/>
                <a:sym typeface="Patrick Hand"/>
              </a:rPr>
              <a:t>  : </a:t>
            </a:r>
            <a:r>
              <a:rPr lang="fr-FR" sz="1250" b="0" i="0" u="none" strike="noStrike" cap="none" dirty="0">
                <a:solidFill>
                  <a:schemeClr val="tx1"/>
                </a:solidFill>
                <a:latin typeface="Barlow" panose="00000500000000000000" pitchFamily="2" charset="0"/>
                <a:ea typeface="Patrick Hand"/>
                <a:cs typeface="Patrick Hand"/>
                <a:sym typeface="Patrick Hand"/>
              </a:rPr>
              <a:t>non classifiable par question, déjà abordée en slide 9</a:t>
            </a:r>
            <a:endParaRPr sz="1250" b="0" i="0" u="none" strike="noStrike" cap="none" dirty="0">
              <a:solidFill>
                <a:schemeClr val="tx1"/>
              </a:solidFill>
              <a:latin typeface="Barlow" panose="00000500000000000000" pitchFamily="2" charset="0"/>
              <a:ea typeface="Calibri"/>
              <a:cs typeface="Calibri"/>
              <a:sym typeface="Calibri"/>
            </a:endParaRPr>
          </a:p>
        </p:txBody>
      </p:sp>
      <p:graphicFrame>
        <p:nvGraphicFramePr>
          <p:cNvPr id="7" name="Tableau 6">
            <a:extLst>
              <a:ext uri="{FF2B5EF4-FFF2-40B4-BE49-F238E27FC236}">
                <a16:creationId xmlns:a16="http://schemas.microsoft.com/office/drawing/2014/main" id="{054A2E7F-5E21-82D9-A036-DC4F2473AB16}"/>
              </a:ext>
            </a:extLst>
          </p:cNvPr>
          <p:cNvGraphicFramePr>
            <a:graphicFrameLocks noGrp="1"/>
          </p:cNvGraphicFramePr>
          <p:nvPr>
            <p:extLst>
              <p:ext uri="{D42A27DB-BD31-4B8C-83A1-F6EECF244321}">
                <p14:modId xmlns:p14="http://schemas.microsoft.com/office/powerpoint/2010/main" val="1935718290"/>
              </p:ext>
            </p:extLst>
          </p:nvPr>
        </p:nvGraphicFramePr>
        <p:xfrm>
          <a:off x="6594932" y="1365092"/>
          <a:ext cx="5241823" cy="3423920"/>
        </p:xfrm>
        <a:graphic>
          <a:graphicData uri="http://schemas.openxmlformats.org/drawingml/2006/table">
            <a:tbl>
              <a:tblPr firstRow="1" bandRow="1">
                <a:tableStyleId>{7DF18680-E054-41AD-8BC1-D1AEF772440D}</a:tableStyleId>
              </a:tblPr>
              <a:tblGrid>
                <a:gridCol w="1930399">
                  <a:extLst>
                    <a:ext uri="{9D8B030D-6E8A-4147-A177-3AD203B41FA5}">
                      <a16:colId xmlns:a16="http://schemas.microsoft.com/office/drawing/2014/main" val="355291052"/>
                    </a:ext>
                  </a:extLst>
                </a:gridCol>
                <a:gridCol w="1181100">
                  <a:extLst>
                    <a:ext uri="{9D8B030D-6E8A-4147-A177-3AD203B41FA5}">
                      <a16:colId xmlns:a16="http://schemas.microsoft.com/office/drawing/2014/main" val="2855920952"/>
                    </a:ext>
                  </a:extLst>
                </a:gridCol>
                <a:gridCol w="2130324">
                  <a:extLst>
                    <a:ext uri="{9D8B030D-6E8A-4147-A177-3AD203B41FA5}">
                      <a16:colId xmlns:a16="http://schemas.microsoft.com/office/drawing/2014/main" val="899449052"/>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err="1">
                          <a:solidFill>
                            <a:schemeClr val="tx1"/>
                          </a:solidFill>
                          <a:effectLst/>
                          <a:sym typeface="Inter"/>
                        </a:rPr>
                        <a:t>Catégorie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Dimension mise </a:t>
                      </a:r>
                      <a:r>
                        <a:rPr lang="en-US" sz="1200" b="0" i="0" u="none" strike="noStrike" cap="none" dirty="0" err="1">
                          <a:solidFill>
                            <a:schemeClr val="tx1"/>
                          </a:solidFill>
                          <a:effectLst/>
                          <a:sym typeface="Inter"/>
                        </a:rPr>
                        <a:t>en</a:t>
                      </a:r>
                      <a:r>
                        <a:rPr lang="en-US" sz="1200" b="0" i="0" u="none" strike="noStrike" cap="none" dirty="0">
                          <a:solidFill>
                            <a:schemeClr val="tx1"/>
                          </a:solidFill>
                          <a:effectLst/>
                          <a:sym typeface="Inter"/>
                        </a:rPr>
                        <a:t> cause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Action </a:t>
                      </a:r>
                      <a:r>
                        <a:rPr lang="en-US" sz="1200" b="0" i="0" u="none" strike="noStrike" cap="none" dirty="0" err="1">
                          <a:solidFill>
                            <a:schemeClr val="tx1"/>
                          </a:solidFill>
                          <a:effectLst/>
                          <a:sym typeface="Inter"/>
                        </a:rPr>
                        <a:t>correctrice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extLst>
                  <a:ext uri="{0D108BD9-81ED-4DB2-BD59-A6C34878D82A}">
                    <a16:rowId xmlns:a16="http://schemas.microsoft.com/office/drawing/2014/main" val="179670339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échec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algn="l">
                        <a:lnSpc>
                          <a:spcPct val="100000"/>
                        </a:lnSpc>
                        <a:buNone/>
                      </a:pPr>
                      <a:r>
                        <a:rPr lang="fr-FR" b="0" i="0" u="none" dirty="0" err="1">
                          <a:effectLst/>
                        </a:rPr>
                        <a:t>reranking</a:t>
                      </a:r>
                      <a:r>
                        <a:rPr lang="fr-FR" b="0" i="0" u="none" dirty="0">
                          <a:effectLst/>
                        </a:rPr>
                        <a:t> / </a:t>
                      </a:r>
                      <a:r>
                        <a:rPr lang="fr-FR" b="0" i="0" u="none" dirty="0" err="1">
                          <a:effectLst/>
                        </a:rPr>
                        <a:t>query</a:t>
                      </a:r>
                      <a:r>
                        <a:rPr lang="fr-FR" b="0" i="0" u="none" dirty="0">
                          <a:effectLst/>
                        </a:rPr>
                        <a:t> rewriting</a:t>
                      </a:r>
                    </a:p>
                  </a:txBody>
                  <a:tcPr marL="57150" marR="57150" marT="38100" marB="38100" anchor="ctr"/>
                </a:tc>
                <a:extLst>
                  <a:ext uri="{0D108BD9-81ED-4DB2-BD59-A6C34878D82A}">
                    <a16:rowId xmlns:a16="http://schemas.microsoft.com/office/drawing/2014/main" val="668033300"/>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bruit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cross-encoder</a:t>
                      </a:r>
                      <a:endParaRPr lang="fr-FR" b="0" i="0" u="none" dirty="0">
                        <a:effectLst/>
                      </a:endParaRPr>
                    </a:p>
                  </a:txBody>
                  <a:tcPr anchor="ctr"/>
                </a:tc>
                <a:extLst>
                  <a:ext uri="{0D108BD9-81ED-4DB2-BD59-A6C34878D82A}">
                    <a16:rowId xmlns:a16="http://schemas.microsoft.com/office/drawing/2014/main" val="789608873"/>
                  </a:ext>
                </a:extLst>
              </a:tr>
              <a:tr h="370840">
                <a:tc>
                  <a:txBody>
                    <a:bodyPr/>
                    <a:lstStyle/>
                    <a:p>
                      <a:pPr algn="l">
                        <a:lnSpc>
                          <a:spcPct val="100000"/>
                        </a:lnSpc>
                      </a:pPr>
                      <a:r>
                        <a:rPr lang="fr-FR" sz="1167" b="0" i="0" u="none" strike="noStrike" cap="none" dirty="0">
                          <a:solidFill>
                            <a:schemeClr val="dk1"/>
                          </a:solidFill>
                          <a:effectLst/>
                          <a:sym typeface="Arial"/>
                        </a:rPr>
                        <a:t>hallucination factuelle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pPr>
                      <a:r>
                        <a:rPr lang="fr-FR" sz="1167" b="0" i="0" u="none" strike="noStrike" cap="none" dirty="0">
                          <a:solidFill>
                            <a:schemeClr val="dk1"/>
                          </a:solidFill>
                          <a:effectLst/>
                          <a:sym typeface="Arial"/>
                        </a:rPr>
                        <a:t>prompt + refus contrôlé</a:t>
                      </a:r>
                      <a:endParaRPr lang="fr-FR" b="0" i="0" u="none" dirty="0">
                        <a:effectLst/>
                      </a:endParaRPr>
                    </a:p>
                  </a:txBody>
                  <a:tcPr anchor="ctr"/>
                </a:tc>
                <a:extLst>
                  <a:ext uri="{0D108BD9-81ED-4DB2-BD59-A6C34878D82A}">
                    <a16:rowId xmlns:a16="http://schemas.microsoft.com/office/drawing/2014/main" val="3448385821"/>
                  </a:ext>
                </a:extLst>
              </a:tr>
              <a:tr h="370840">
                <a:tc>
                  <a:txBody>
                    <a:bodyPr/>
                    <a:lstStyle/>
                    <a:p>
                      <a:pPr algn="l">
                        <a:lnSpc>
                          <a:spcPct val="100000"/>
                        </a:lnSpc>
                      </a:pPr>
                      <a:r>
                        <a:rPr lang="fr-FR" sz="1167" b="0" i="0" u="none" strike="noStrike" cap="none" dirty="0">
                          <a:solidFill>
                            <a:schemeClr val="dk1"/>
                          </a:solidFill>
                          <a:effectLst/>
                          <a:sym typeface="Arial"/>
                        </a:rPr>
                        <a:t>omission d'exception</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pPr>
                      <a:r>
                        <a:rPr lang="fr-FR" sz="1167" b="0" i="0" u="none" strike="noStrike" cap="none" dirty="0">
                          <a:solidFill>
                            <a:schemeClr val="dk1"/>
                          </a:solidFill>
                          <a:effectLst/>
                          <a:sym typeface="Arial"/>
                        </a:rPr>
                        <a:t>parent-document </a:t>
                      </a:r>
                      <a:r>
                        <a:rPr lang="fr-FR" sz="1167" b="0" i="0" u="none" strike="noStrike" cap="none" dirty="0" err="1">
                          <a:solidFill>
                            <a:schemeClr val="dk1"/>
                          </a:solidFill>
                          <a:effectLst/>
                          <a:sym typeface="Arial"/>
                        </a:rPr>
                        <a:t>retrieval</a:t>
                      </a:r>
                      <a:endParaRPr lang="fr-FR" b="0" i="0" u="none" dirty="0">
                        <a:effectLst/>
                      </a:endParaRPr>
                    </a:p>
                  </a:txBody>
                  <a:tcPr anchor="ctr"/>
                </a:tc>
                <a:extLst>
                  <a:ext uri="{0D108BD9-81ED-4DB2-BD59-A6C34878D82A}">
                    <a16:rowId xmlns:a16="http://schemas.microsoft.com/office/drawing/2014/main" val="589861253"/>
                  </a:ext>
                </a:extLst>
              </a:tr>
              <a:tr h="370840">
                <a:tc>
                  <a:txBody>
                    <a:bodyPr/>
                    <a:lstStyle/>
                    <a:p>
                      <a:pPr algn="l">
                        <a:lnSpc>
                          <a:spcPct val="100000"/>
                        </a:lnSpc>
                      </a:pPr>
                      <a:r>
                        <a:rPr lang="fr-FR" sz="1167" b="0" i="0" u="none" strike="noStrike" cap="none" dirty="0">
                          <a:solidFill>
                            <a:schemeClr val="dk1"/>
                          </a:solidFill>
                          <a:effectLst/>
                          <a:sym typeface="Arial"/>
                        </a:rPr>
                        <a:t>contradiction silencieuse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buNone/>
                      </a:pPr>
                      <a:r>
                        <a:rPr lang="fr-FR" b="0" i="0" u="none" dirty="0">
                          <a:effectLst/>
                        </a:rPr>
                        <a:t>garde-fou applicatif</a:t>
                      </a:r>
                    </a:p>
                  </a:txBody>
                  <a:tcPr marL="57150" marR="57150" marT="38100" marB="38100" anchor="ctr"/>
                </a:tc>
                <a:extLst>
                  <a:ext uri="{0D108BD9-81ED-4DB2-BD59-A6C34878D82A}">
                    <a16:rowId xmlns:a16="http://schemas.microsoft.com/office/drawing/2014/main" val="1510160553"/>
                  </a:ext>
                </a:extLst>
              </a:tr>
              <a:tr h="370840">
                <a:tc>
                  <a:txBody>
                    <a:bodyPr/>
                    <a:lstStyle/>
                    <a:p>
                      <a:pPr algn="l">
                        <a:lnSpc>
                          <a:spcPct val="100000"/>
                        </a:lnSpc>
                      </a:pPr>
                      <a:r>
                        <a:rPr lang="fr-FR" sz="1167" b="0" i="0" u="none" strike="noStrike" cap="none" dirty="0">
                          <a:solidFill>
                            <a:schemeClr val="dk1"/>
                          </a:solidFill>
                          <a:effectLst/>
                          <a:sym typeface="Arial"/>
                        </a:rPr>
                        <a:t>refus à tort</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buNone/>
                      </a:pPr>
                      <a:r>
                        <a:rPr lang="fr-FR" b="0" i="0" u="none" dirty="0">
                          <a:effectLst/>
                        </a:rPr>
                        <a:t>calibration seuil</a:t>
                      </a:r>
                    </a:p>
                  </a:txBody>
                  <a:tcPr marL="57150" marR="57150" marT="38100" marB="38100" anchor="ctr"/>
                </a:tc>
                <a:extLst>
                  <a:ext uri="{0D108BD9-81ED-4DB2-BD59-A6C34878D82A}">
                    <a16:rowId xmlns:a16="http://schemas.microsoft.com/office/drawing/2014/main" val="1016985464"/>
                  </a:ext>
                </a:extLst>
              </a:tr>
              <a:tr h="370840">
                <a:tc>
                  <a:txBody>
                    <a:bodyPr/>
                    <a:lstStyle/>
                    <a:p>
                      <a:pPr algn="l">
                        <a:lnSpc>
                          <a:spcPct val="100000"/>
                        </a:lnSpc>
                      </a:pPr>
                      <a:r>
                        <a:rPr lang="fr-FR" sz="1167" b="0" i="0" u="none" strike="noStrike" cap="none" dirty="0">
                          <a:solidFill>
                            <a:schemeClr val="dk1"/>
                          </a:solidFill>
                          <a:effectLst/>
                          <a:sym typeface="Arial"/>
                        </a:rPr>
                        <a:t>hors-périmètre accepté</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pPr>
                      <a:r>
                        <a:rPr lang="fr-FR" sz="1167" b="0" i="0" u="none" strike="noStrike" cap="none" dirty="0">
                          <a:solidFill>
                            <a:schemeClr val="dk1"/>
                          </a:solidFill>
                          <a:effectLst/>
                          <a:sym typeface="Arial"/>
                        </a:rPr>
                        <a:t>refus contrôlé explicite</a:t>
                      </a:r>
                      <a:endParaRPr lang="fr-FR" b="0" i="0" u="none" dirty="0">
                        <a:effectLst/>
                      </a:endParaRPr>
                    </a:p>
                  </a:txBody>
                  <a:tcPr anchor="ctr"/>
                </a:tc>
                <a:extLst>
                  <a:ext uri="{0D108BD9-81ED-4DB2-BD59-A6C34878D82A}">
                    <a16:rowId xmlns:a16="http://schemas.microsoft.com/office/drawing/2014/main" val="252228618"/>
                  </a:ext>
                </a:extLst>
              </a:tr>
              <a:tr h="370840">
                <a:tc>
                  <a:txBody>
                    <a:bodyPr/>
                    <a:lstStyle/>
                    <a:p>
                      <a:pPr algn="l">
                        <a:lnSpc>
                          <a:spcPct val="100000"/>
                        </a:lnSpc>
                      </a:pPr>
                      <a:r>
                        <a:rPr lang="fr-FR" sz="1167" b="0" i="0" u="none" strike="noStrike" cap="none" dirty="0">
                          <a:solidFill>
                            <a:schemeClr val="dk1"/>
                          </a:solidFill>
                          <a:effectLst/>
                          <a:sym typeface="Arial"/>
                        </a:rPr>
                        <a:t>inversion modalité</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buNone/>
                      </a:pPr>
                      <a:r>
                        <a:rPr lang="fr-FR" b="0" i="0" u="none" dirty="0">
                          <a:effectLst/>
                        </a:rPr>
                        <a:t>prompt structuré + vérification</a:t>
                      </a:r>
                    </a:p>
                  </a:txBody>
                  <a:tcPr marL="57150" marR="57150" marT="38100" marB="38100" anchor="ctr"/>
                </a:tc>
                <a:extLst>
                  <a:ext uri="{0D108BD9-81ED-4DB2-BD59-A6C34878D82A}">
                    <a16:rowId xmlns:a16="http://schemas.microsoft.com/office/drawing/2014/main" val="1358489092"/>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2" name="Google Shape;752;p65"/>
          <p:cNvSpPr/>
          <p:nvPr/>
        </p:nvSpPr>
        <p:spPr>
          <a:xfrm>
            <a:off x="661475" y="746903"/>
            <a:ext cx="11520000" cy="396000"/>
          </a:xfrm>
          <a:prstGeom prst="rect">
            <a:avLst/>
          </a:prstGeom>
          <a:noFill/>
          <a:ln>
            <a:noFill/>
          </a:ln>
        </p:spPr>
        <p:txBody>
          <a:bodyPr spcFirstLastPara="1" wrap="square" lIns="0" tIns="0" rIns="0" bIns="0" anchor="t" anchorCtr="0">
            <a:noAutofit/>
          </a:bodyPr>
          <a:lstStyle/>
          <a:p>
            <a:pPr marL="0" lvl="0" indent="0">
              <a:buClr>
                <a:schemeClr val="dk1"/>
              </a:buClr>
              <a:buSzPts val="3800"/>
              <a:buFont typeface="Arial"/>
              <a:buNone/>
            </a:pPr>
            <a:r>
              <a:rPr lang="en-US" sz="2800" b="1" dirty="0" err="1">
                <a:solidFill>
                  <a:schemeClr val="tx1"/>
                </a:solidFill>
                <a:latin typeface="Avenir"/>
                <a:sym typeface="Inter"/>
              </a:rPr>
              <a:t>Trajectoire</a:t>
            </a:r>
            <a:r>
              <a:rPr lang="en-US" sz="2800" b="1" dirty="0">
                <a:solidFill>
                  <a:schemeClr val="tx1"/>
                </a:solidFill>
                <a:latin typeface="Avenir"/>
                <a:sym typeface="Inter"/>
              </a:rPr>
              <a:t> </a:t>
            </a:r>
            <a:r>
              <a:rPr lang="en-US" sz="2800" b="1" dirty="0" err="1">
                <a:solidFill>
                  <a:schemeClr val="tx1"/>
                </a:solidFill>
                <a:latin typeface="Avenir"/>
                <a:sym typeface="Inter"/>
              </a:rPr>
              <a:t>d'Industrialisation</a:t>
            </a:r>
            <a:endParaRPr sz="2800" b="1" dirty="0">
              <a:solidFill>
                <a:schemeClr val="tx1"/>
              </a:solidFill>
              <a:latin typeface="Avenir"/>
              <a:sym typeface="Calibri"/>
            </a:endParaRPr>
          </a:p>
        </p:txBody>
      </p:sp>
      <p:sp>
        <p:nvSpPr>
          <p:cNvPr id="753" name="Google Shape;753;p65"/>
          <p:cNvSpPr/>
          <p:nvPr/>
        </p:nvSpPr>
        <p:spPr>
          <a:xfrm>
            <a:off x="6083148" y="1584722"/>
            <a:ext cx="25500" cy="3688500"/>
          </a:xfrm>
          <a:prstGeom prst="roundRect">
            <a:avLst>
              <a:gd name="adj" fmla="val 312562"/>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4" name="Google Shape;754;p65"/>
          <p:cNvSpPr/>
          <p:nvPr/>
        </p:nvSpPr>
        <p:spPr>
          <a:xfrm>
            <a:off x="5341605" y="178464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5" name="Google Shape;755;p65"/>
          <p:cNvSpPr/>
          <p:nvPr/>
        </p:nvSpPr>
        <p:spPr>
          <a:xfrm>
            <a:off x="5883227" y="158472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6" name="Google Shape;756;p65"/>
          <p:cNvSpPr/>
          <p:nvPr/>
        </p:nvSpPr>
        <p:spPr>
          <a:xfrm>
            <a:off x="5954117" y="162014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1</a:t>
            </a:r>
            <a:endParaRPr sz="2200" b="0" i="0" u="none" strike="noStrike" cap="none">
              <a:solidFill>
                <a:schemeClr val="tx1"/>
              </a:solidFill>
              <a:latin typeface="Calibri"/>
              <a:ea typeface="Calibri"/>
              <a:cs typeface="Calibri"/>
              <a:sym typeface="Calibri"/>
            </a:endParaRPr>
          </a:p>
        </p:txBody>
      </p:sp>
      <p:sp>
        <p:nvSpPr>
          <p:cNvPr id="757" name="Google Shape;757;p65"/>
          <p:cNvSpPr/>
          <p:nvPr/>
        </p:nvSpPr>
        <p:spPr>
          <a:xfrm>
            <a:off x="661475" y="1649611"/>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a:solidFill>
                  <a:schemeClr val="tx1"/>
                </a:solidFill>
                <a:latin typeface="Inter"/>
                <a:ea typeface="Inter"/>
                <a:cs typeface="Inter"/>
                <a:sym typeface="Inter"/>
              </a:rPr>
              <a:t>POC — 2024–2025</a:t>
            </a:r>
            <a:endParaRPr sz="1850" b="0" i="0" u="none" strike="noStrike" cap="none">
              <a:solidFill>
                <a:schemeClr val="tx1"/>
              </a:solidFill>
              <a:latin typeface="Calibri"/>
              <a:ea typeface="Calibri"/>
              <a:cs typeface="Calibri"/>
              <a:sym typeface="Calibri"/>
            </a:endParaRPr>
          </a:p>
        </p:txBody>
      </p:sp>
      <p:sp>
        <p:nvSpPr>
          <p:cNvPr id="758" name="Google Shape;758;p65"/>
          <p:cNvSpPr/>
          <p:nvPr/>
        </p:nvSpPr>
        <p:spPr>
          <a:xfrm>
            <a:off x="661475" y="2058293"/>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Validation du cadre d'évaluation et des 5 dimensions sur ScribBERT en environnement contrôlé. Résultats mesurés et documentés.</a:t>
            </a:r>
            <a:endParaRPr sz="1450" b="0" i="0" u="none" strike="noStrike" cap="none">
              <a:solidFill>
                <a:schemeClr val="tx1"/>
              </a:solidFill>
              <a:latin typeface="Calibri"/>
              <a:ea typeface="Calibri"/>
              <a:cs typeface="Calibri"/>
              <a:sym typeface="Calibri"/>
            </a:endParaRPr>
          </a:p>
        </p:txBody>
      </p:sp>
      <p:sp>
        <p:nvSpPr>
          <p:cNvPr id="759" name="Google Shape;759;p65"/>
          <p:cNvSpPr/>
          <p:nvPr/>
        </p:nvSpPr>
        <p:spPr>
          <a:xfrm>
            <a:off x="6283069" y="291871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0" name="Google Shape;760;p65"/>
          <p:cNvSpPr/>
          <p:nvPr/>
        </p:nvSpPr>
        <p:spPr>
          <a:xfrm>
            <a:off x="5883227" y="271879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1" name="Google Shape;761;p65"/>
          <p:cNvSpPr/>
          <p:nvPr/>
        </p:nvSpPr>
        <p:spPr>
          <a:xfrm>
            <a:off x="5954117" y="275421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Inter"/>
                <a:ea typeface="Inter"/>
                <a:cs typeface="Inter"/>
                <a:sym typeface="Inter"/>
              </a:rPr>
              <a:t>2</a:t>
            </a:r>
            <a:endParaRPr sz="2200" b="0" i="0" u="none" strike="noStrike" cap="none" dirty="0">
              <a:solidFill>
                <a:schemeClr val="tx1"/>
              </a:solidFill>
              <a:latin typeface="Calibri"/>
              <a:ea typeface="Calibri"/>
              <a:cs typeface="Calibri"/>
              <a:sym typeface="Calibri"/>
            </a:endParaRPr>
          </a:p>
        </p:txBody>
      </p:sp>
      <p:sp>
        <p:nvSpPr>
          <p:cNvPr id="762" name="Google Shape;762;p65"/>
          <p:cNvSpPr/>
          <p:nvPr/>
        </p:nvSpPr>
        <p:spPr>
          <a:xfrm>
            <a:off x="7040882" y="2783681"/>
            <a:ext cx="44892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272525"/>
              </a:buClr>
              <a:buSzPts val="1850"/>
              <a:buFont typeface="Inter"/>
              <a:buNone/>
            </a:pPr>
            <a:r>
              <a:rPr lang="en-US" sz="1850" b="1" i="0" u="none" strike="noStrike" cap="none">
                <a:solidFill>
                  <a:schemeClr val="tx1"/>
                </a:solidFill>
                <a:latin typeface="Inter"/>
                <a:ea typeface="Inter"/>
                <a:cs typeface="Inter"/>
                <a:sym typeface="Inter"/>
              </a:rPr>
              <a:t>Configuration Cible — 2026</a:t>
            </a:r>
            <a:endParaRPr sz="1850" b="0" i="0" u="none" strike="noStrike" cap="none">
              <a:solidFill>
                <a:schemeClr val="tx1"/>
              </a:solidFill>
              <a:latin typeface="Calibri"/>
              <a:ea typeface="Calibri"/>
              <a:cs typeface="Calibri"/>
              <a:sym typeface="Calibri"/>
            </a:endParaRPr>
          </a:p>
        </p:txBody>
      </p:sp>
      <p:sp>
        <p:nvSpPr>
          <p:cNvPr id="763" name="Google Shape;763;p65"/>
          <p:cNvSpPr/>
          <p:nvPr/>
        </p:nvSpPr>
        <p:spPr>
          <a:xfrm>
            <a:off x="7040882" y="3192363"/>
            <a:ext cx="4489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Déploiement de la configuration cible avec intégration des correctifs issus de l'analyse d'erreurs et renforcement de la robustesse.</a:t>
            </a:r>
            <a:endParaRPr sz="1450" b="0" i="0" u="none" strike="noStrike" cap="none">
              <a:solidFill>
                <a:schemeClr val="tx1"/>
              </a:solidFill>
              <a:latin typeface="Calibri"/>
              <a:ea typeface="Calibri"/>
              <a:cs typeface="Calibri"/>
              <a:sym typeface="Calibri"/>
            </a:endParaRPr>
          </a:p>
        </p:txBody>
      </p:sp>
      <p:sp>
        <p:nvSpPr>
          <p:cNvPr id="764" name="Google Shape;764;p65"/>
          <p:cNvSpPr/>
          <p:nvPr/>
        </p:nvSpPr>
        <p:spPr>
          <a:xfrm>
            <a:off x="5341605" y="3896221"/>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5" name="Google Shape;765;p65"/>
          <p:cNvSpPr/>
          <p:nvPr/>
        </p:nvSpPr>
        <p:spPr>
          <a:xfrm>
            <a:off x="5883227" y="3696295"/>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6" name="Google Shape;766;p65"/>
          <p:cNvSpPr/>
          <p:nvPr/>
        </p:nvSpPr>
        <p:spPr>
          <a:xfrm>
            <a:off x="5954117" y="3731716"/>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3</a:t>
            </a:r>
            <a:endParaRPr sz="2200" b="0" i="0" u="none" strike="noStrike" cap="none">
              <a:solidFill>
                <a:schemeClr val="tx1"/>
              </a:solidFill>
              <a:latin typeface="Calibri"/>
              <a:ea typeface="Calibri"/>
              <a:cs typeface="Calibri"/>
              <a:sym typeface="Calibri"/>
            </a:endParaRPr>
          </a:p>
        </p:txBody>
      </p:sp>
      <p:sp>
        <p:nvSpPr>
          <p:cNvPr id="767" name="Google Shape;767;p65"/>
          <p:cNvSpPr/>
          <p:nvPr/>
        </p:nvSpPr>
        <p:spPr>
          <a:xfrm>
            <a:off x="661475" y="3761184"/>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dirty="0" err="1">
                <a:solidFill>
                  <a:schemeClr val="tx1"/>
                </a:solidFill>
                <a:latin typeface="Inter"/>
                <a:ea typeface="Inter"/>
                <a:cs typeface="Inter"/>
                <a:sym typeface="Inter"/>
              </a:rPr>
              <a:t>Industrialisation</a:t>
            </a:r>
            <a:r>
              <a:rPr lang="en-US" sz="1850" b="1" i="0" u="none" strike="noStrike" cap="none" dirty="0">
                <a:solidFill>
                  <a:schemeClr val="tx1"/>
                </a:solidFill>
                <a:latin typeface="Inter"/>
                <a:ea typeface="Inter"/>
                <a:cs typeface="Inter"/>
                <a:sym typeface="Inter"/>
              </a:rPr>
              <a:t> Groupe — 2026–2027</a:t>
            </a:r>
            <a:endParaRPr sz="1850" b="0" i="0" u="none" strike="noStrike" cap="none" dirty="0">
              <a:solidFill>
                <a:schemeClr val="tx1"/>
              </a:solidFill>
              <a:latin typeface="Calibri"/>
              <a:ea typeface="Calibri"/>
              <a:cs typeface="Calibri"/>
              <a:sym typeface="Calibri"/>
            </a:endParaRPr>
          </a:p>
        </p:txBody>
      </p:sp>
      <p:sp>
        <p:nvSpPr>
          <p:cNvPr id="768" name="Google Shape;768;p65"/>
          <p:cNvSpPr/>
          <p:nvPr/>
        </p:nvSpPr>
        <p:spPr>
          <a:xfrm>
            <a:off x="661475" y="4169866"/>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Généralisation à l'ensemble du groupe avec gouvernance IA formalisée, monitoring continu et conformité AI Act maintenue.</a:t>
            </a:r>
            <a:endParaRPr sz="1450" b="0" i="0" u="none" strike="noStrike" cap="none">
              <a:solidFill>
                <a:schemeClr val="tx1"/>
              </a:solidFill>
              <a:latin typeface="Calibri"/>
              <a:ea typeface="Calibri"/>
              <a:cs typeface="Calibri"/>
              <a:sym typeface="Calibri"/>
            </a:endParaRPr>
          </a:p>
        </p:txBody>
      </p:sp>
      <p:sp>
        <p:nvSpPr>
          <p:cNvPr id="769" name="Google Shape;769;p65"/>
          <p:cNvSpPr/>
          <p:nvPr/>
        </p:nvSpPr>
        <p:spPr>
          <a:xfrm>
            <a:off x="661475" y="5485904"/>
            <a:ext cx="10868700" cy="756000"/>
          </a:xfrm>
          <a:prstGeom prst="roundRect">
            <a:avLst>
              <a:gd name="adj" fmla="val 10502"/>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70" name="Google Shape;770;p65" descr="preencoded.png"/>
          <p:cNvPicPr preferRelativeResize="0"/>
          <p:nvPr/>
        </p:nvPicPr>
        <p:blipFill rotWithShape="1">
          <a:blip r:embed="rId3">
            <a:alphaModFix/>
          </a:blip>
          <a:srcRect/>
          <a:stretch/>
        </p:blipFill>
        <p:spPr>
          <a:xfrm>
            <a:off x="850482" y="5753596"/>
            <a:ext cx="236234" cy="189012"/>
          </a:xfrm>
          <a:prstGeom prst="rect">
            <a:avLst/>
          </a:prstGeom>
          <a:noFill/>
          <a:ln>
            <a:noFill/>
          </a:ln>
        </p:spPr>
      </p:pic>
      <p:sp>
        <p:nvSpPr>
          <p:cNvPr id="771" name="Google Shape;771;p65"/>
          <p:cNvSpPr/>
          <p:nvPr/>
        </p:nvSpPr>
        <p:spPr>
          <a:xfrm>
            <a:off x="1275723" y="5722144"/>
            <a:ext cx="10675200" cy="3024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Inter"/>
                <a:ea typeface="Inter"/>
                <a:cs typeface="Inter"/>
                <a:sym typeface="Inter"/>
              </a:rPr>
              <a:t>Passage en industrialisation groupe validé — </a:t>
            </a:r>
            <a:r>
              <a:rPr lang="en-US" sz="1450" b="1" i="0" u="none" strike="noStrike" cap="none">
                <a:solidFill>
                  <a:schemeClr val="tx1"/>
                </a:solidFill>
                <a:latin typeface="Inter"/>
                <a:ea typeface="Inter"/>
                <a:cs typeface="Inter"/>
                <a:sym typeface="Inter"/>
              </a:rPr>
              <a:t>juillet 2026</a:t>
            </a:r>
            <a:endParaRPr sz="1450" b="0" i="0" u="none" strike="noStrike" cap="none">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CAD00740-A698-2B00-6C8C-09E7DFB67504}"/>
              </a:ext>
            </a:extLst>
          </p:cNvPr>
          <p:cNvSpPr>
            <a:spLocks noGrp="1"/>
          </p:cNvSpPr>
          <p:nvPr>
            <p:ph type="body" idx="1"/>
          </p:nvPr>
        </p:nvSpPr>
        <p:spPr/>
        <p:txBody>
          <a:bodyPr/>
          <a:lstStyle/>
          <a:p>
            <a:endParaRPr lang="fr-FR">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7" name="Google Shape;777;p66"/>
          <p:cNvSpPr/>
          <p:nvPr/>
        </p:nvSpPr>
        <p:spPr>
          <a:xfrm>
            <a:off x="661475" y="743395"/>
            <a:ext cx="11520000" cy="396000"/>
          </a:xfrm>
          <a:prstGeom prst="rect">
            <a:avLst/>
          </a:prstGeom>
          <a:noFill/>
          <a:ln>
            <a:noFill/>
          </a:ln>
        </p:spPr>
        <p:txBody>
          <a:bodyPr spcFirstLastPara="1" wrap="square" lIns="0" tIns="0" rIns="0" bIns="0" anchor="t" anchorCtr="0">
            <a:spAutoFit/>
          </a:bodyPr>
          <a:lstStyle/>
          <a:p>
            <a:pPr>
              <a:buClr>
                <a:schemeClr val="dk1"/>
              </a:buClr>
              <a:buSzPts val="3800"/>
            </a:pPr>
            <a:r>
              <a:rPr lang="en-US" sz="2800" b="1" dirty="0" err="1">
                <a:solidFill>
                  <a:schemeClr val="tx1"/>
                </a:solidFill>
                <a:latin typeface="Avenir"/>
                <a:sym typeface="Inter"/>
              </a:rPr>
              <a:t>Limites</a:t>
            </a:r>
            <a:r>
              <a:rPr lang="en-US" sz="2800" b="1" dirty="0">
                <a:solidFill>
                  <a:schemeClr val="tx1"/>
                </a:solidFill>
                <a:latin typeface="Avenir"/>
                <a:sym typeface="Inter"/>
              </a:rPr>
              <a:t> &amp; Perspectives</a:t>
            </a:r>
            <a:endParaRPr sz="2800" b="1" dirty="0">
              <a:solidFill>
                <a:schemeClr val="tx1"/>
              </a:solidFill>
              <a:latin typeface="Avenir"/>
              <a:sym typeface="Calibri"/>
            </a:endParaRPr>
          </a:p>
        </p:txBody>
      </p:sp>
      <p:sp>
        <p:nvSpPr>
          <p:cNvPr id="778" name="Google Shape;778;p66"/>
          <p:cNvSpPr/>
          <p:nvPr/>
        </p:nvSpPr>
        <p:spPr>
          <a:xfrm>
            <a:off x="661475"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Limites identifiées</a:t>
            </a:r>
            <a:endParaRPr sz="1850" b="0" i="0" u="none" strike="noStrike" cap="none">
              <a:solidFill>
                <a:schemeClr val="tx1"/>
              </a:solidFill>
              <a:latin typeface="Calibri"/>
              <a:ea typeface="Calibri"/>
              <a:cs typeface="Calibri"/>
              <a:sym typeface="Calibri"/>
            </a:endParaRPr>
          </a:p>
        </p:txBody>
      </p:sp>
      <p:sp>
        <p:nvSpPr>
          <p:cNvPr id="779" name="Google Shape;779;p66"/>
          <p:cNvSpPr/>
          <p:nvPr/>
        </p:nvSpPr>
        <p:spPr>
          <a:xfrm>
            <a:off x="661475"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Couverture du corpus limitée aux documents structurés disponibles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Évaluation manuelle partielle pour les cas limites non automatisables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Biais potentiels liés à la granularité du chunking vectoriel</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Généralisation hors domaine non encore validée empiriquement</a:t>
            </a:r>
            <a:endParaRPr sz="1450" b="0" i="0" u="none" strike="noStrike" cap="none">
              <a:solidFill>
                <a:schemeClr val="tx1"/>
              </a:solidFill>
              <a:latin typeface="Calibri"/>
              <a:ea typeface="Calibri"/>
              <a:cs typeface="Calibri"/>
              <a:sym typeface="Calibri"/>
            </a:endParaRPr>
          </a:p>
        </p:txBody>
      </p:sp>
      <p:sp>
        <p:nvSpPr>
          <p:cNvPr id="780" name="Google Shape;780;p66"/>
          <p:cNvSpPr/>
          <p:nvPr/>
        </p:nvSpPr>
        <p:spPr>
          <a:xfrm>
            <a:off x="6332776"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Perspectives de recherche</a:t>
            </a:r>
            <a:endParaRPr sz="1850" b="0" i="0" u="none" strike="noStrike" cap="none">
              <a:solidFill>
                <a:schemeClr val="tx1"/>
              </a:solidFill>
              <a:latin typeface="Calibri"/>
              <a:ea typeface="Calibri"/>
              <a:cs typeface="Calibri"/>
              <a:sym typeface="Calibri"/>
            </a:endParaRPr>
          </a:p>
        </p:txBody>
      </p:sp>
      <p:sp>
        <p:nvSpPr>
          <p:cNvPr id="781" name="Google Shape;781;p66"/>
          <p:cNvSpPr/>
          <p:nvPr/>
        </p:nvSpPr>
        <p:spPr>
          <a:xfrm>
            <a:off x="6332776"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Extension du cadre d'évaluation à d'autres systèmes RAG industriels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Automatisation complète du pipeline via agents d'évaluation autonomes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Intégration de métriques de fairness et de détection de biais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Adaptation du cadre aux exigences sectorielles (finance, santé, énergie)</a:t>
            </a:r>
            <a:endParaRPr sz="1450" b="0" i="0" u="none" strike="noStrike" cap="none">
              <a:solidFill>
                <a:schemeClr val="tx1"/>
              </a:solidFill>
              <a:latin typeface="Calibri"/>
              <a:ea typeface="Calibri"/>
              <a:cs typeface="Calibri"/>
              <a:sym typeface="Calibri"/>
            </a:endParaRPr>
          </a:p>
        </p:txBody>
      </p:sp>
      <p:sp>
        <p:nvSpPr>
          <p:cNvPr id="782" name="Google Shape;782;p66"/>
          <p:cNvSpPr/>
          <p:nvPr/>
        </p:nvSpPr>
        <p:spPr>
          <a:xfrm>
            <a:off x="661475" y="5121672"/>
            <a:ext cx="10868700" cy="1058400"/>
          </a:xfrm>
          <a:prstGeom prst="roundRect">
            <a:avLst>
              <a:gd name="adj" fmla="val 7501"/>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83" name="Google Shape;783;p66" descr="preencoded.png"/>
          <p:cNvPicPr preferRelativeResize="0"/>
          <p:nvPr/>
        </p:nvPicPr>
        <p:blipFill rotWithShape="1">
          <a:blip r:embed="rId3">
            <a:alphaModFix/>
          </a:blip>
          <a:srcRect/>
          <a:stretch/>
        </p:blipFill>
        <p:spPr>
          <a:xfrm>
            <a:off x="850482" y="5389364"/>
            <a:ext cx="236234" cy="189012"/>
          </a:xfrm>
          <a:prstGeom prst="rect">
            <a:avLst/>
          </a:prstGeom>
          <a:noFill/>
          <a:ln>
            <a:noFill/>
          </a:ln>
        </p:spPr>
      </p:pic>
      <p:sp>
        <p:nvSpPr>
          <p:cNvPr id="784" name="Google Shape;784;p66"/>
          <p:cNvSpPr/>
          <p:nvPr/>
        </p:nvSpPr>
        <p:spPr>
          <a:xfrm>
            <a:off x="1275723" y="5357912"/>
            <a:ext cx="10065600" cy="6048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Inter"/>
                <a:ea typeface="Inter"/>
                <a:cs typeface="Inter"/>
                <a:sym typeface="Inter"/>
              </a:rPr>
              <a:t>Cadre méthodologique transférable à d'autres contextes industriels critiques sous réserve d'adaptation des seuils de référence.</a:t>
            </a:r>
            <a:endParaRPr sz="1450" b="0" i="0" u="none" strike="noStrike" cap="none">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9708273F-FEEE-D7EE-F6E3-3592AEFA7BA2}"/>
              </a:ext>
            </a:extLst>
          </p:cNvPr>
          <p:cNvSpPr>
            <a:spLocks noGrp="1"/>
          </p:cNvSpPr>
          <p:nvPr>
            <p:ph type="body" idx="1"/>
          </p:nvPr>
        </p:nvSpPr>
        <p:spPr/>
        <p:txBody>
          <a:bodyPr/>
          <a:lstStyle/>
          <a:p>
            <a:endParaRPr lang="fr-FR">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1" name="Google Shape;791;p67"/>
          <p:cNvSpPr/>
          <p:nvPr/>
        </p:nvSpPr>
        <p:spPr>
          <a:xfrm>
            <a:off x="661475" y="2414588"/>
            <a:ext cx="25500" cy="1332600"/>
          </a:xfrm>
          <a:prstGeom prst="roundRect">
            <a:avLst>
              <a:gd name="adj" fmla="val 60001"/>
            </a:avLst>
          </a:prstGeom>
          <a:solidFill>
            <a:srgbClr val="4950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2" name="Google Shape;792;p67"/>
          <p:cNvSpPr/>
          <p:nvPr/>
        </p:nvSpPr>
        <p:spPr>
          <a:xfrm>
            <a:off x="944936" y="2627213"/>
            <a:ext cx="10585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dirty="0">
                <a:solidFill>
                  <a:schemeClr val="tx1"/>
                </a:solidFill>
                <a:latin typeface="Barlow" panose="00000500000000000000" pitchFamily="2" charset="0"/>
                <a:ea typeface="Inter"/>
                <a:cs typeface="Inter"/>
                <a:sym typeface="Inter"/>
              </a:rPr>
              <a:t>ScribBERT </a:t>
            </a:r>
            <a:r>
              <a:rPr lang="en-US" sz="1450" b="0" i="0" u="none" strike="noStrike" cap="none" dirty="0" err="1">
                <a:solidFill>
                  <a:schemeClr val="tx1"/>
                </a:solidFill>
                <a:latin typeface="Barlow" panose="00000500000000000000" pitchFamily="2" charset="0"/>
                <a:ea typeface="Inter"/>
                <a:cs typeface="Inter"/>
                <a:sym typeface="Inter"/>
              </a:rPr>
              <a:t>démontre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qu'un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peut</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atteindre</a:t>
            </a:r>
            <a:r>
              <a:rPr lang="en-US" sz="1450" b="0" i="0" u="none" strike="noStrike" cap="none" dirty="0">
                <a:solidFill>
                  <a:schemeClr val="tx1"/>
                </a:solidFill>
                <a:latin typeface="Barlow" panose="00000500000000000000" pitchFamily="2" charset="0"/>
                <a:ea typeface="Inter"/>
                <a:cs typeface="Inter"/>
                <a:sym typeface="Inter"/>
              </a:rPr>
              <a:t> un </a:t>
            </a:r>
            <a:r>
              <a:rPr lang="en-US" sz="1450" b="0" i="0" u="none" strike="noStrike" cap="none" dirty="0" err="1">
                <a:solidFill>
                  <a:schemeClr val="tx1"/>
                </a:solidFill>
                <a:latin typeface="Barlow" panose="00000500000000000000" pitchFamily="2" charset="0"/>
                <a:ea typeface="Inter"/>
                <a:cs typeface="Inter"/>
                <a:sym typeface="Inter"/>
              </a:rPr>
              <a:t>niveau</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fiabilité</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stabilité</a:t>
            </a:r>
            <a:r>
              <a:rPr lang="en-US" sz="1450" b="0" i="0" u="none" strike="noStrike" cap="none" dirty="0">
                <a:solidFill>
                  <a:schemeClr val="tx1"/>
                </a:solidFill>
                <a:latin typeface="Barlow" panose="00000500000000000000" pitchFamily="2" charset="0"/>
                <a:ea typeface="Inter"/>
                <a:cs typeface="Inter"/>
                <a:sym typeface="Inter"/>
              </a:rPr>
              <a:t> et de </a:t>
            </a:r>
            <a:r>
              <a:rPr lang="en-US" sz="1450" b="0" i="0" u="none" strike="noStrike" cap="none" dirty="0" err="1">
                <a:solidFill>
                  <a:schemeClr val="tx1"/>
                </a:solidFill>
                <a:latin typeface="Barlow" panose="00000500000000000000" pitchFamily="2" charset="0"/>
                <a:ea typeface="Inter"/>
                <a:cs typeface="Inter"/>
                <a:sym typeface="Inter"/>
              </a:rPr>
              <a:t>traçabilité</a:t>
            </a:r>
            <a:r>
              <a:rPr lang="en-US" sz="1450" b="0" i="0" u="none" strike="noStrike" cap="none" dirty="0">
                <a:solidFill>
                  <a:schemeClr val="tx1"/>
                </a:solidFill>
                <a:latin typeface="Barlow" panose="00000500000000000000" pitchFamily="2" charset="0"/>
                <a:ea typeface="Inter"/>
                <a:cs typeface="Inter"/>
                <a:sym typeface="Inter"/>
              </a:rPr>
              <a:t> compatible avec les exigences d'un </a:t>
            </a:r>
            <a:r>
              <a:rPr lang="en-US" sz="1450" b="0" i="0" u="none" strike="noStrike" cap="none" dirty="0" err="1">
                <a:solidFill>
                  <a:schemeClr val="tx1"/>
                </a:solidFill>
                <a:latin typeface="Barlow" panose="00000500000000000000" pitchFamily="2" charset="0"/>
                <a:ea typeface="Inter"/>
                <a:cs typeface="Inter"/>
                <a:sym typeface="Inter"/>
              </a:rPr>
              <a:t>contexte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industriel</a:t>
            </a:r>
            <a:r>
              <a:rPr lang="en-US" sz="1450" b="0" i="0" u="none" strike="noStrike" cap="none" dirty="0">
                <a:solidFill>
                  <a:schemeClr val="tx1"/>
                </a:solidFill>
                <a:latin typeface="Barlow" panose="00000500000000000000" pitchFamily="2" charset="0"/>
                <a:ea typeface="Inter"/>
                <a:cs typeface="Inter"/>
                <a:sym typeface="Inter"/>
              </a:rPr>
              <a:t> critique — à condition </a:t>
            </a:r>
            <a:r>
              <a:rPr lang="en-US" sz="1450" b="0" i="0" u="none" strike="noStrike" cap="none" dirty="0" err="1">
                <a:solidFill>
                  <a:schemeClr val="tx1"/>
                </a:solidFill>
                <a:latin typeface="Barlow" panose="00000500000000000000" pitchFamily="2" charset="0"/>
                <a:ea typeface="Inter"/>
                <a:cs typeface="Inter"/>
                <a:sym typeface="Inter"/>
              </a:rPr>
              <a:t>d'une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multidimensionnelle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rigoureuse</a:t>
            </a:r>
            <a:r>
              <a:rPr lang="en-US" sz="1450" b="0" i="0" u="none" strike="noStrike" cap="none" dirty="0">
                <a:solidFill>
                  <a:schemeClr val="tx1"/>
                </a:solidFill>
                <a:latin typeface="Barlow" panose="00000500000000000000" pitchFamily="2" charset="0"/>
                <a:ea typeface="Inter"/>
                <a:cs typeface="Inter"/>
                <a:sym typeface="Inter"/>
              </a:rPr>
              <a:t> et continue.</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93" name="Google Shape;793;p67"/>
          <p:cNvSpPr/>
          <p:nvPr/>
        </p:nvSpPr>
        <p:spPr>
          <a:xfrm>
            <a:off x="661475" y="4006949"/>
            <a:ext cx="10868700" cy="25500"/>
          </a:xfrm>
          <a:prstGeom prst="roundRect">
            <a:avLst>
              <a:gd name="adj" fmla="val 59999"/>
            </a:avLst>
          </a:prstGeom>
          <a:solidFill>
            <a:srgbClr val="272525">
              <a:alpha val="502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4" name="Google Shape;794;p67"/>
          <p:cNvSpPr/>
          <p:nvPr/>
        </p:nvSpPr>
        <p:spPr>
          <a:xfrm>
            <a:off x="661475" y="4292203"/>
            <a:ext cx="10868700" cy="11199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Barlow" panose="00000500000000000000" pitchFamily="2" charset="0"/>
                <a:ea typeface="Inter"/>
                <a:cs typeface="Inter"/>
                <a:sym typeface="Inter"/>
              </a:rPr>
              <a:t>Merci. Questions ?</a:t>
            </a:r>
            <a:endParaRPr sz="1450" b="0" i="0" u="none" strike="noStrike" cap="none">
              <a:solidFill>
                <a:schemeClr val="tx1"/>
              </a:solidFill>
              <a:latin typeface="Barlow" panose="00000500000000000000" pitchFamily="2" charset="0"/>
              <a:ea typeface="Calibri"/>
              <a:cs typeface="Calibri"/>
              <a:sym typeface="Calibri"/>
            </a:endParaRPr>
          </a:p>
          <a:p>
            <a:pPr marL="0" marR="0" lvl="0" indent="0" algn="l" rtl="0">
              <a:lnSpc>
                <a:spcPct val="133000"/>
              </a:lnSpc>
              <a:spcBef>
                <a:spcPts val="1650"/>
              </a:spcBef>
              <a:spcAft>
                <a:spcPts val="0"/>
              </a:spcAft>
              <a:buClr>
                <a:srgbClr val="272525"/>
              </a:buClr>
              <a:buSzPts val="1450"/>
              <a:buFont typeface="Inter"/>
              <a:buNone/>
            </a:pPr>
            <a:r>
              <a:rPr lang="en-US" sz="1450" b="0" i="1" u="none" strike="noStrike" cap="none">
                <a:solidFill>
                  <a:schemeClr val="tx1"/>
                </a:solidFill>
                <a:latin typeface="Barlow" panose="00000500000000000000" pitchFamily="2" charset="0"/>
                <a:ea typeface="Inter"/>
                <a:cs typeface="Inter"/>
                <a:sym typeface="Inter"/>
              </a:rPr>
              <a:t>Évaluer la cohérence et la fiabilité d'un système RAG en contexte industriel critique — Le cas ScribBERT</a:t>
            </a:r>
            <a:r>
              <a:rPr lang="en-US" sz="1450" b="0" i="0" u="none" strike="noStrike" cap="none">
                <a:solidFill>
                  <a:schemeClr val="tx1"/>
                </a:solidFill>
                <a:latin typeface="Barlow" panose="00000500000000000000" pitchFamily="2" charset="0"/>
                <a:ea typeface="Inter"/>
                <a:cs typeface="Inter"/>
                <a:sym typeface="Inter"/>
              </a:rPr>
              <a:t>  ·  Soutenance de mémoire  ·  2025</a:t>
            </a:r>
            <a:endParaRPr sz="1450" b="0" i="0" u="none" strike="noStrike" cap="none">
              <a:solidFill>
                <a:schemeClr val="tx1"/>
              </a:solidFill>
              <a:latin typeface="Barlow" panose="00000500000000000000" pitchFamily="2" charset="0"/>
              <a:ea typeface="Calibri"/>
              <a:cs typeface="Calibri"/>
              <a:sym typeface="Calibri"/>
            </a:endParaRPr>
          </a:p>
        </p:txBody>
      </p:sp>
      <p:sp>
        <p:nvSpPr>
          <p:cNvPr id="4" name="Titre 3">
            <a:extLst>
              <a:ext uri="{FF2B5EF4-FFF2-40B4-BE49-F238E27FC236}">
                <a16:creationId xmlns:a16="http://schemas.microsoft.com/office/drawing/2014/main" id="{B41B6852-920A-61A1-9108-80B0F2F775F6}"/>
              </a:ext>
            </a:extLst>
          </p:cNvPr>
          <p:cNvSpPr>
            <a:spLocks noGrp="1"/>
          </p:cNvSpPr>
          <p:nvPr>
            <p:ph type="title"/>
          </p:nvPr>
        </p:nvSpPr>
        <p:spPr>
          <a:xfrm>
            <a:off x="661475" y="745964"/>
            <a:ext cx="11520000" cy="396000"/>
          </a:xfrm>
        </p:spPr>
        <p:txBody>
          <a:bodyPr/>
          <a:lstStyle/>
          <a:p>
            <a:r>
              <a:rPr lang="fr-FR" sz="2800" dirty="0">
                <a:solidFill>
                  <a:schemeClr val="tx1"/>
                </a:solidFill>
              </a:rPr>
              <a:t>Conclusion</a:t>
            </a:r>
          </a:p>
        </p:txBody>
      </p:sp>
      <p:sp>
        <p:nvSpPr>
          <p:cNvPr id="5" name="Espace réservé du texte 4">
            <a:extLst>
              <a:ext uri="{FF2B5EF4-FFF2-40B4-BE49-F238E27FC236}">
                <a16:creationId xmlns:a16="http://schemas.microsoft.com/office/drawing/2014/main" id="{B7060CC1-F8F4-7A53-6C3A-F9FEDB6FA8C3}"/>
              </a:ext>
            </a:extLst>
          </p:cNvPr>
          <p:cNvSpPr>
            <a:spLocks noGrp="1"/>
          </p:cNvSpPr>
          <p:nvPr>
            <p:ph type="body" idx="1"/>
          </p:nvPr>
        </p:nvSpPr>
        <p:spPr/>
        <p:txBody>
          <a:bodyPr/>
          <a:lstStyle/>
          <a:p>
            <a:endParaRPr lang="fr-FR">
              <a:solidFill>
                <a:schemeClr val="tx1"/>
              </a:solidFil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
</file>

<file path=ppt/theme/theme1.xml><?xml version="1.0" encoding="utf-8"?>
<a:theme xmlns:a="http://schemas.openxmlformats.org/drawingml/2006/main" name="S1 - Atelier">
  <a:themeElements>
    <a:clrScheme name="Bouygues Construction">
      <a:dk1>
        <a:srgbClr val="000000"/>
      </a:dk1>
      <a:lt1>
        <a:srgbClr val="FFFFFF"/>
      </a:lt1>
      <a:dk2>
        <a:srgbClr val="102031"/>
      </a:dk2>
      <a:lt2>
        <a:srgbClr val="E75113"/>
      </a:lt2>
      <a:accent1>
        <a:srgbClr val="309BB2"/>
      </a:accent1>
      <a:accent2>
        <a:srgbClr val="FAB82F"/>
      </a:accent2>
      <a:accent3>
        <a:srgbClr val="096D6D"/>
      </a:accent3>
      <a:accent4>
        <a:srgbClr val="93C97B"/>
      </a:accent4>
      <a:accent5>
        <a:srgbClr val="878787"/>
      </a:accent5>
      <a:accent6>
        <a:srgbClr val="102031"/>
      </a:accent6>
      <a:hlink>
        <a:srgbClr val="6B8DE7"/>
      </a:hlink>
      <a:folHlink>
        <a:srgbClr val="10203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fdd9a14-7b84-416b-97e8-b834b0f98713}" enabled="1" method="Standard" siteId="{4a3d9983-e936-4837-9552-9d9126a92eb0}" removed="0"/>
</clbl:labelList>
</file>

<file path=docProps/app.xml><?xml version="1.0" encoding="utf-8"?>
<Properties xmlns="http://schemas.openxmlformats.org/officeDocument/2006/extended-properties" xmlns:vt="http://schemas.openxmlformats.org/officeDocument/2006/docPropsVTypes">
  <Template>S1 - Atelier</Template>
  <TotalTime>0</TotalTime>
  <Words>3793</Words>
  <Application>Microsoft Office PowerPoint</Application>
  <PresentationFormat>Grand écran</PresentationFormat>
  <Paragraphs>232</Paragraphs>
  <Slides>15</Slides>
  <Notes>15</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15</vt:i4>
      </vt:variant>
    </vt:vector>
  </HeadingPairs>
  <TitlesOfParts>
    <vt:vector size="22" baseType="lpstr">
      <vt:lpstr>Avenir</vt:lpstr>
      <vt:lpstr>Calibri</vt:lpstr>
      <vt:lpstr>Inter</vt:lpstr>
      <vt:lpstr>Barlow</vt:lpstr>
      <vt:lpstr>Patrick Hand</vt:lpstr>
      <vt:lpstr>Arial</vt:lpstr>
      <vt:lpstr>S1 - Atelier</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LELEU, Aurélien</cp:lastModifiedBy>
  <cp:revision>4</cp:revision>
  <dcterms:modified xsi:type="dcterms:W3CDTF">2026-07-19T19:41:08Z</dcterms:modified>
</cp:coreProperties>
</file>